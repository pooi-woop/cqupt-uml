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15"/>
  </p:handoutMasterIdLst>
  <p:sldIdLst>
    <p:sldId id="511" r:id="rId3"/>
    <p:sldId id="1059" r:id="rId5"/>
    <p:sldId id="1161" r:id="rId6"/>
    <p:sldId id="1135" r:id="rId7"/>
    <p:sldId id="1162" r:id="rId8"/>
    <p:sldId id="1067" r:id="rId9"/>
    <p:sldId id="1134" r:id="rId10"/>
    <p:sldId id="1287" r:id="rId11"/>
    <p:sldId id="1288" r:id="rId12"/>
    <p:sldId id="1289" r:id="rId13"/>
    <p:sldId id="1315" r:id="rId14"/>
    <p:sldId id="1314" r:id="rId15"/>
    <p:sldId id="1136" r:id="rId16"/>
    <p:sldId id="1286" r:id="rId17"/>
    <p:sldId id="1316" r:id="rId18"/>
    <p:sldId id="1137" r:id="rId19"/>
    <p:sldId id="1317" r:id="rId20"/>
    <p:sldId id="1138" r:id="rId21"/>
    <p:sldId id="1236" r:id="rId22"/>
    <p:sldId id="1139" r:id="rId23"/>
    <p:sldId id="1163" r:id="rId24"/>
    <p:sldId id="1160" r:id="rId25"/>
    <p:sldId id="1164" r:id="rId26"/>
    <p:sldId id="1290" r:id="rId27"/>
    <p:sldId id="1142" r:id="rId28"/>
    <p:sldId id="1291" r:id="rId29"/>
    <p:sldId id="1292" r:id="rId30"/>
    <p:sldId id="1293" r:id="rId31"/>
    <p:sldId id="1294" r:id="rId32"/>
    <p:sldId id="1295" r:id="rId33"/>
    <p:sldId id="1296" r:id="rId34"/>
    <p:sldId id="1297" r:id="rId35"/>
    <p:sldId id="1298" r:id="rId36"/>
    <p:sldId id="1299" r:id="rId37"/>
    <p:sldId id="1300" r:id="rId38"/>
    <p:sldId id="1301" r:id="rId39"/>
    <p:sldId id="1302" r:id="rId40"/>
    <p:sldId id="1303" r:id="rId41"/>
    <p:sldId id="1304" r:id="rId42"/>
    <p:sldId id="1305" r:id="rId43"/>
    <p:sldId id="1308" r:id="rId44"/>
    <p:sldId id="1306" r:id="rId45"/>
    <p:sldId id="1310" r:id="rId46"/>
    <p:sldId id="1309" r:id="rId47"/>
    <p:sldId id="1311" r:id="rId48"/>
    <p:sldId id="1312" r:id="rId49"/>
    <p:sldId id="1313" r:id="rId50"/>
    <p:sldId id="1319" r:id="rId51"/>
    <p:sldId id="1320" r:id="rId52"/>
    <p:sldId id="1321" r:id="rId53"/>
    <p:sldId id="1323" r:id="rId54"/>
    <p:sldId id="1324" r:id="rId55"/>
    <p:sldId id="1325" r:id="rId56"/>
    <p:sldId id="1326" r:id="rId57"/>
    <p:sldId id="1327" r:id="rId58"/>
    <p:sldId id="1329" r:id="rId59"/>
    <p:sldId id="1330" r:id="rId60"/>
    <p:sldId id="1331" r:id="rId61"/>
    <p:sldId id="1332" r:id="rId62"/>
    <p:sldId id="1333" r:id="rId63"/>
    <p:sldId id="1334" r:id="rId64"/>
    <p:sldId id="1335" r:id="rId65"/>
    <p:sldId id="1337" r:id="rId66"/>
    <p:sldId id="1336" r:id="rId67"/>
    <p:sldId id="1338" r:id="rId68"/>
    <p:sldId id="1339" r:id="rId69"/>
    <p:sldId id="1340" r:id="rId70"/>
    <p:sldId id="1342" r:id="rId71"/>
    <p:sldId id="1341" r:id="rId72"/>
    <p:sldId id="1343" r:id="rId73"/>
    <p:sldId id="1344" r:id="rId74"/>
    <p:sldId id="1345" r:id="rId75"/>
    <p:sldId id="1346" r:id="rId76"/>
    <p:sldId id="1347" r:id="rId77"/>
    <p:sldId id="1348" r:id="rId78"/>
    <p:sldId id="1349" r:id="rId79"/>
    <p:sldId id="1350" r:id="rId80"/>
    <p:sldId id="1351" r:id="rId81"/>
    <p:sldId id="1352" r:id="rId82"/>
    <p:sldId id="1353" r:id="rId83"/>
    <p:sldId id="1354" r:id="rId84"/>
    <p:sldId id="1355" r:id="rId85"/>
    <p:sldId id="1356" r:id="rId86"/>
    <p:sldId id="1387" r:id="rId87"/>
    <p:sldId id="1357" r:id="rId88"/>
    <p:sldId id="1358" r:id="rId89"/>
    <p:sldId id="1360" r:id="rId90"/>
    <p:sldId id="1384" r:id="rId91"/>
    <p:sldId id="1385" r:id="rId92"/>
    <p:sldId id="1359" r:id="rId93"/>
    <p:sldId id="1361" r:id="rId94"/>
    <p:sldId id="1362" r:id="rId95"/>
    <p:sldId id="1363" r:id="rId96"/>
    <p:sldId id="1364" r:id="rId97"/>
    <p:sldId id="1365" r:id="rId98"/>
    <p:sldId id="1366" r:id="rId99"/>
    <p:sldId id="1367" r:id="rId100"/>
    <p:sldId id="1368" r:id="rId101"/>
    <p:sldId id="1369" r:id="rId102"/>
    <p:sldId id="1370" r:id="rId103"/>
    <p:sldId id="1371" r:id="rId104"/>
    <p:sldId id="1372" r:id="rId105"/>
    <p:sldId id="1373" r:id="rId106"/>
    <p:sldId id="1374" r:id="rId107"/>
    <p:sldId id="1375" r:id="rId108"/>
    <p:sldId id="1376" r:id="rId109"/>
    <p:sldId id="1377" r:id="rId110"/>
    <p:sldId id="1378" r:id="rId111"/>
    <p:sldId id="1379" r:id="rId112"/>
    <p:sldId id="1381" r:id="rId113"/>
    <p:sldId id="444" r:id="rId114"/>
  </p:sldIdLst>
  <p:sldSz cx="12190095" cy="6859270"/>
  <p:notesSz cx="6858000" cy="9144000"/>
  <p:custDataLst>
    <p:tags r:id="rId120"/>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71" userDrawn="1">
          <p15:clr>
            <a:srgbClr val="A4A3A4"/>
          </p15:clr>
        </p15:guide>
        <p15:guide id="2" orient="horz" pos="2184" userDrawn="1">
          <p15:clr>
            <a:srgbClr val="A4A3A4"/>
          </p15:clr>
        </p15:guide>
        <p15:guide id="3" orient="horz" pos="3024" userDrawn="1">
          <p15:clr>
            <a:srgbClr val="A4A3A4"/>
          </p15:clr>
        </p15:guide>
        <p15:guide id="4" pos="2843" userDrawn="1">
          <p15:clr>
            <a:srgbClr val="A4A3A4"/>
          </p15:clr>
        </p15:guide>
        <p15:guide id="5" pos="3838" userDrawn="1">
          <p15:clr>
            <a:srgbClr val="A4A3A4"/>
          </p15:clr>
        </p15:guide>
        <p15:guide id="6" pos="490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qzls" initials="cqzls" lastIdx="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2CFF"/>
    <a:srgbClr val="2104FA"/>
    <a:srgbClr val="49C8A4"/>
    <a:srgbClr val="FF9DA0"/>
    <a:srgbClr val="B47747"/>
    <a:srgbClr val="697709"/>
    <a:srgbClr val="6DCAE4"/>
    <a:srgbClr val="FFDC0D"/>
    <a:srgbClr val="77D6F2"/>
    <a:srgbClr val="192B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253" autoAdjust="0"/>
    <p:restoredTop sz="90772" autoAdjust="0"/>
  </p:normalViewPr>
  <p:slideViewPr>
    <p:cSldViewPr>
      <p:cViewPr varScale="1">
        <p:scale>
          <a:sx n="100" d="100"/>
          <a:sy n="100" d="100"/>
        </p:scale>
        <p:origin x="-660" y="-84"/>
      </p:cViewPr>
      <p:guideLst>
        <p:guide orient="horz" pos="1571"/>
        <p:guide orient="horz" pos="2184"/>
        <p:guide orient="horz" pos="3024"/>
        <p:guide pos="2843"/>
        <p:guide pos="3838"/>
        <p:guide pos="4906"/>
      </p:guideLst>
    </p:cSldViewPr>
  </p:slideViewPr>
  <p:outlineViewPr>
    <p:cViewPr>
      <p:scale>
        <a:sx n="100" d="100"/>
        <a:sy n="100" d="100"/>
      </p:scale>
      <p:origin x="0" y="8106"/>
    </p:cViewPr>
  </p:outlineViewPr>
  <p:notesTextViewPr>
    <p:cViewPr>
      <p:scale>
        <a:sx n="1" d="1"/>
        <a:sy n="1" d="1"/>
      </p:scale>
      <p:origin x="0" y="0"/>
    </p:cViewPr>
  </p:notesTextViewPr>
  <p:sorterViewPr>
    <p:cViewPr>
      <p:scale>
        <a:sx n="54" d="100"/>
        <a:sy n="54" d="100"/>
      </p:scale>
      <p:origin x="0" y="0"/>
    </p:cViewPr>
  </p:sorterViewPr>
  <p:notesViewPr>
    <p:cSldViewPr>
      <p:cViewPr varScale="1">
        <p:scale>
          <a:sx n="81" d="100"/>
          <a:sy n="81" d="100"/>
        </p:scale>
        <p:origin x="-3630" y="-84"/>
      </p:cViewPr>
      <p:guideLst>
        <p:guide orient="horz" pos="2912"/>
        <p:guide pos="2159"/>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0" Type="http://schemas.openxmlformats.org/officeDocument/2006/relationships/tags" Target="tags/tag80.xml"/><Relationship Id="rId12" Type="http://schemas.openxmlformats.org/officeDocument/2006/relationships/slide" Target="slides/slide9.xml"/><Relationship Id="rId119" Type="http://schemas.openxmlformats.org/officeDocument/2006/relationships/commentAuthors" Target="commentAuthors.xml"/><Relationship Id="rId118" Type="http://schemas.openxmlformats.org/officeDocument/2006/relationships/tableStyles" Target="tableStyles.xml"/><Relationship Id="rId117" Type="http://schemas.openxmlformats.org/officeDocument/2006/relationships/viewProps" Target="viewProps.xml"/><Relationship Id="rId116" Type="http://schemas.openxmlformats.org/officeDocument/2006/relationships/presProps" Target="presProps.xml"/><Relationship Id="rId115" Type="http://schemas.openxmlformats.org/officeDocument/2006/relationships/handoutMaster" Target="handoutMasters/handoutMaster1.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2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3.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0.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69C045-7090-4E19-AC84-765645423C99}"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zh-CN" altLang="en-US"/>
              <a:t>*  *</a:t>
            </a:r>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BB44684-6712-4BED-BC66-C66EDFC1673D}"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75F932-0366-41F6-AEA5-99A1F082061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zh-CN" altLang="en-US"/>
              <a:t>*  *</a:t>
            </a: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89FEA87-992D-4006-B086-DDDE0917DE9A}"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dt="0"/>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kumimoji="1" lang="zh-CN" altLang="en-US" sz="1600" b="1" dirty="0">
                <a:solidFill>
                  <a:schemeClr val="bg1"/>
                </a:solidFill>
              </a:rPr>
              <a:t>关于本章的主要学习内容，我们将从这4个方面来展开，其中如何使用结构描述二维表是本章重点，而</a:t>
            </a:r>
            <a:r>
              <a:rPr kumimoji="1" lang="zh-CN" altLang="en-US" b="1" dirty="0">
                <a:solidFill>
                  <a:schemeClr val="bg1"/>
                </a:solidFill>
                <a:sym typeface="+mn-ea"/>
              </a:rPr>
              <a:t>如何使用结构数组和指针数组管理其数据</a:t>
            </a:r>
            <a:r>
              <a:rPr kumimoji="1" lang="zh-CN" altLang="en-US" sz="1600" b="1" dirty="0">
                <a:solidFill>
                  <a:schemeClr val="bg1"/>
                </a:solidFill>
              </a:rPr>
              <a:t>是难点。</a:t>
            </a:r>
            <a:endParaRPr kumimoji="1" lang="zh-CN" altLang="en-US" sz="1600" b="1" dirty="0">
              <a:solidFill>
                <a:schemeClr val="bg1"/>
              </a:solidFill>
            </a:endParaRPr>
          </a:p>
          <a:p>
            <a:pPr marL="0" marR="0" lvl="0" indent="0" algn="l" defTabSz="1219200" rtl="0" eaLnBrk="1" fontAlgn="auto" latinLnBrk="0" hangingPunct="1">
              <a:lnSpc>
                <a:spcPct val="100000"/>
              </a:lnSpc>
              <a:spcBef>
                <a:spcPts val="0"/>
              </a:spcBef>
              <a:spcAft>
                <a:spcPts val="0"/>
              </a:spcAft>
              <a:buClrTx/>
              <a:buSzTx/>
              <a:buFontTx/>
              <a:buNone/>
              <a:defRPr/>
            </a:pPr>
            <a:endParaRPr kumimoji="1" lang="zh-CN" altLang="en-US" sz="1600" b="1" dirty="0">
              <a:solidFill>
                <a:schemeClr val="bg1"/>
              </a:solidFill>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dirty="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kumimoji="1" lang="zh-CN" altLang="en-US" sz="1600" b="1" dirty="0">
                <a:solidFill>
                  <a:schemeClr val="bg1"/>
                </a:solidFill>
              </a:rPr>
              <a:t>关于本章的主要学习内容，我们将从这4个方面来展开，其中如何使用结构描述二维表是本章重点，而</a:t>
            </a:r>
            <a:r>
              <a:rPr kumimoji="1" lang="zh-CN" altLang="en-US" b="1" dirty="0">
                <a:solidFill>
                  <a:schemeClr val="bg1"/>
                </a:solidFill>
                <a:sym typeface="+mn-ea"/>
              </a:rPr>
              <a:t>如何使用结构数组和指针数组管理其数据</a:t>
            </a:r>
            <a:r>
              <a:rPr kumimoji="1" lang="zh-CN" altLang="en-US" sz="1600" b="1" dirty="0">
                <a:solidFill>
                  <a:schemeClr val="bg1"/>
                </a:solidFill>
              </a:rPr>
              <a:t>是难点。</a:t>
            </a:r>
            <a:endParaRPr kumimoji="1" lang="zh-CN" altLang="en-US" sz="1600" b="1" dirty="0">
              <a:solidFill>
                <a:schemeClr val="bg1"/>
              </a:solidFill>
            </a:endParaRPr>
          </a:p>
          <a:p>
            <a:pPr marL="0" marR="0" lvl="0" indent="0" algn="l" defTabSz="1219200" rtl="0" eaLnBrk="1" fontAlgn="auto" latinLnBrk="0" hangingPunct="1">
              <a:lnSpc>
                <a:spcPct val="100000"/>
              </a:lnSpc>
              <a:spcBef>
                <a:spcPts val="0"/>
              </a:spcBef>
              <a:spcAft>
                <a:spcPts val="0"/>
              </a:spcAft>
              <a:buClrTx/>
              <a:buSzTx/>
              <a:buFontTx/>
              <a:buNone/>
              <a:defRPr/>
            </a:pPr>
            <a:endParaRPr kumimoji="1" lang="zh-CN" altLang="en-US" sz="1600" b="1" dirty="0">
              <a:solidFill>
                <a:schemeClr val="bg1"/>
              </a:solidFill>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dirty="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endParaRPr lang="zh-CN" altLang="en-US" dirty="0" smtClean="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脚占位符 3"/>
          <p:cNvSpPr>
            <a:spLocks noGrp="1"/>
          </p:cNvSpPr>
          <p:nvPr>
            <p:ph type="ftr" sz="quarter" idx="10"/>
          </p:nvPr>
        </p:nvSpPr>
        <p:spPr/>
        <p:txBody>
          <a:bodyPr/>
          <a:lstStyle/>
          <a:p>
            <a:r>
              <a:rPr lang="zh-CN" altLang="en-US"/>
              <a:t>*  *</a:t>
            </a:r>
            <a:endParaRPr lang="zh-CN" altLang="en-US"/>
          </a:p>
        </p:txBody>
      </p:sp>
      <p:sp>
        <p:nvSpPr>
          <p:cNvPr id="5" name="灯片编号占位符 4"/>
          <p:cNvSpPr>
            <a:spLocks noGrp="1"/>
          </p:cNvSpPr>
          <p:nvPr>
            <p:ph type="sldNum" sz="quarter" idx="11"/>
          </p:nvPr>
        </p:nvSpPr>
        <p:spPr/>
        <p:txBody>
          <a:bodyPr/>
          <a:lstStyle/>
          <a:p>
            <a:fld id="{189FEA87-992D-4006-B086-DDDE0917DE9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image" Target="../media/image1.jpeg"/><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8.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image" Target="../media/image2.jpeg"/><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65.xml"/><Relationship Id="rId8" Type="http://schemas.openxmlformats.org/officeDocument/2006/relationships/tags" Target="../tags/tag64.xml"/><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6" name="等腰三角形 7"/>
          <p:cNvSpPr/>
          <p:nvPr>
            <p:custDataLst>
              <p:tags r:id="rId2"/>
            </p:custDataLst>
          </p:nvPr>
        </p:nvSpPr>
        <p:spPr>
          <a:xfrm>
            <a:off x="4449068" y="5074590"/>
            <a:ext cx="1353925" cy="1784680"/>
          </a:xfrm>
          <a:custGeom>
            <a:avLst/>
            <a:gdLst>
              <a:gd name="connsiteX0" fmla="*/ 0 w 2070696"/>
              <a:gd name="connsiteY0" fmla="*/ 1785082 h 1785082"/>
              <a:gd name="connsiteX1" fmla="*/ 1035348 w 2070696"/>
              <a:gd name="connsiteY1" fmla="*/ 0 h 1785082"/>
              <a:gd name="connsiteX2" fmla="*/ 2070696 w 2070696"/>
              <a:gd name="connsiteY2" fmla="*/ 1785082 h 1785082"/>
              <a:gd name="connsiteX3" fmla="*/ 0 w 2070696"/>
              <a:gd name="connsiteY3" fmla="*/ 1785082 h 1785082"/>
              <a:gd name="connsiteX0-1" fmla="*/ 0 w 1478876"/>
              <a:gd name="connsiteY0-2" fmla="*/ 1785082 h 1785082"/>
              <a:gd name="connsiteX1-3" fmla="*/ 1035348 w 1478876"/>
              <a:gd name="connsiteY1-4" fmla="*/ 0 h 1785082"/>
              <a:gd name="connsiteX2-5" fmla="*/ 1478876 w 1478876"/>
              <a:gd name="connsiteY2-6" fmla="*/ 1785082 h 1785082"/>
              <a:gd name="connsiteX3-7" fmla="*/ 0 w 1478876"/>
              <a:gd name="connsiteY3-8" fmla="*/ 1785082 h 1785082"/>
              <a:gd name="connsiteX0-9" fmla="*/ 0 w 1699856"/>
              <a:gd name="connsiteY0-10" fmla="*/ 1785082 h 1785082"/>
              <a:gd name="connsiteX1-11" fmla="*/ 1035348 w 1699856"/>
              <a:gd name="connsiteY1-12" fmla="*/ 0 h 1785082"/>
              <a:gd name="connsiteX2-13" fmla="*/ 1699856 w 1699856"/>
              <a:gd name="connsiteY2-14" fmla="*/ 1785082 h 1785082"/>
              <a:gd name="connsiteX3-15" fmla="*/ 0 w 1699856"/>
              <a:gd name="connsiteY3-16" fmla="*/ 1785082 h 1785082"/>
              <a:gd name="connsiteX0-17" fmla="*/ 0 w 1250276"/>
              <a:gd name="connsiteY0-18" fmla="*/ 1785082 h 1785082"/>
              <a:gd name="connsiteX1-19" fmla="*/ 585768 w 1250276"/>
              <a:gd name="connsiteY1-20" fmla="*/ 0 h 1785082"/>
              <a:gd name="connsiteX2-21" fmla="*/ 1250276 w 1250276"/>
              <a:gd name="connsiteY2-22" fmla="*/ 1785082 h 1785082"/>
              <a:gd name="connsiteX3-23" fmla="*/ 0 w 1250276"/>
              <a:gd name="connsiteY3-24" fmla="*/ 1785082 h 1785082"/>
              <a:gd name="connsiteX0-25" fmla="*/ 0 w 1354416"/>
              <a:gd name="connsiteY0-26" fmla="*/ 1774922 h 1785082"/>
              <a:gd name="connsiteX1-27" fmla="*/ 689908 w 1354416"/>
              <a:gd name="connsiteY1-28" fmla="*/ 0 h 1785082"/>
              <a:gd name="connsiteX2-29" fmla="*/ 1354416 w 1354416"/>
              <a:gd name="connsiteY2-30" fmla="*/ 1785082 h 1785082"/>
              <a:gd name="connsiteX3-31" fmla="*/ 0 w 1354416"/>
              <a:gd name="connsiteY3-32" fmla="*/ 1774922 h 1785082"/>
              <a:gd name="connsiteX0-33" fmla="*/ 0 w 1354416"/>
              <a:gd name="connsiteY0-34" fmla="*/ 1785082 h 1785082"/>
              <a:gd name="connsiteX1-35" fmla="*/ 689908 w 1354416"/>
              <a:gd name="connsiteY1-36" fmla="*/ 0 h 1785082"/>
              <a:gd name="connsiteX2-37" fmla="*/ 1354416 w 1354416"/>
              <a:gd name="connsiteY2-38" fmla="*/ 1785082 h 1785082"/>
              <a:gd name="connsiteX3-39" fmla="*/ 0 w 1354416"/>
              <a:gd name="connsiteY3-40" fmla="*/ 1785082 h 1785082"/>
            </a:gdLst>
            <a:ahLst/>
            <a:cxnLst>
              <a:cxn ang="0">
                <a:pos x="connsiteX0-1" y="connsiteY0-2"/>
              </a:cxn>
              <a:cxn ang="0">
                <a:pos x="connsiteX1-3" y="connsiteY1-4"/>
              </a:cxn>
              <a:cxn ang="0">
                <a:pos x="connsiteX2-5" y="connsiteY2-6"/>
              </a:cxn>
              <a:cxn ang="0">
                <a:pos x="connsiteX3-7" y="connsiteY3-8"/>
              </a:cxn>
            </a:cxnLst>
            <a:rect l="l" t="t" r="r" b="b"/>
            <a:pathLst>
              <a:path w="1354416" h="1785082">
                <a:moveTo>
                  <a:pt x="0" y="1785082"/>
                </a:moveTo>
                <a:lnTo>
                  <a:pt x="689908" y="0"/>
                </a:lnTo>
                <a:lnTo>
                  <a:pt x="1354416" y="1785082"/>
                </a:lnTo>
                <a:lnTo>
                  <a:pt x="0" y="178508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微软雅黑" panose="020B0503020204020204" pitchFamily="34" charset="-122"/>
              <a:cs typeface="Arial" panose="020B0604020202090204" pitchFamily="34" charset="0"/>
            </a:endParaRPr>
          </a:p>
        </p:txBody>
      </p:sp>
      <p:sp>
        <p:nvSpPr>
          <p:cNvPr id="7" name="平行四边形 7"/>
          <p:cNvSpPr/>
          <p:nvPr>
            <p:custDataLst>
              <p:tags r:id="rId3"/>
            </p:custDataLst>
          </p:nvPr>
        </p:nvSpPr>
        <p:spPr>
          <a:xfrm flipV="1">
            <a:off x="0" y="-9527"/>
            <a:ext cx="3139584" cy="2008560"/>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微软雅黑" panose="020B0503020204020204" pitchFamily="34" charset="-122"/>
              <a:cs typeface="Arial" panose="020B0604020202090204" pitchFamily="34" charset="0"/>
            </a:endParaRPr>
          </a:p>
        </p:txBody>
      </p:sp>
      <p:sp>
        <p:nvSpPr>
          <p:cNvPr id="9" name="任意多边形 15"/>
          <p:cNvSpPr/>
          <p:nvPr>
            <p:custDataLst>
              <p:tags r:id="rId4"/>
            </p:custDataLst>
          </p:nvPr>
        </p:nvSpPr>
        <p:spPr>
          <a:xfrm>
            <a:off x="-17460" y="-11115"/>
            <a:ext cx="7236282" cy="6894202"/>
          </a:xfrm>
          <a:custGeom>
            <a:avLst/>
            <a:gdLst>
              <a:gd name="connsiteX0" fmla="*/ 1367257 w 7176303"/>
              <a:gd name="connsiteY0" fmla="*/ 0 h 6866674"/>
              <a:gd name="connsiteX1" fmla="*/ 7176303 w 7176303"/>
              <a:gd name="connsiteY1" fmla="*/ 11556 h 6866674"/>
              <a:gd name="connsiteX2" fmla="*/ 4454810 w 7176303"/>
              <a:gd name="connsiteY2" fmla="*/ 6858020 h 6866674"/>
              <a:gd name="connsiteX3" fmla="*/ 0 w 7176303"/>
              <a:gd name="connsiteY3" fmla="*/ 6866674 h 6866674"/>
              <a:gd name="connsiteX4" fmla="*/ 0 w 7176303"/>
              <a:gd name="connsiteY4" fmla="*/ 3283633 h 6866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6303" h="6866674">
                <a:moveTo>
                  <a:pt x="1367257" y="0"/>
                </a:moveTo>
                <a:lnTo>
                  <a:pt x="7176303" y="11556"/>
                </a:lnTo>
                <a:lnTo>
                  <a:pt x="4454810" y="6858020"/>
                </a:lnTo>
                <a:lnTo>
                  <a:pt x="0" y="6866674"/>
                </a:lnTo>
                <a:lnTo>
                  <a:pt x="0" y="3283633"/>
                </a:lnTo>
                <a:close/>
              </a:path>
            </a:pathLst>
          </a:custGeom>
          <a:blipFill rotWithShape="1">
            <a:blip r:embed="rId5"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dirty="0">
              <a:latin typeface="微软雅黑" panose="020B0503020204020204" pitchFamily="34" charset="-122"/>
              <a:cs typeface="Arial" panose="020B0604020202090204" pitchFamily="34" charset="0"/>
            </a:endParaRPr>
          </a:p>
        </p:txBody>
      </p:sp>
      <p:sp>
        <p:nvSpPr>
          <p:cNvPr id="10" name="任意多边形 17"/>
          <p:cNvSpPr/>
          <p:nvPr>
            <p:custDataLst>
              <p:tags r:id="rId6"/>
            </p:custDataLst>
          </p:nvPr>
        </p:nvSpPr>
        <p:spPr>
          <a:xfrm>
            <a:off x="-42856" y="-9527"/>
            <a:ext cx="7268027" cy="6892614"/>
          </a:xfrm>
          <a:custGeom>
            <a:avLst/>
            <a:gdLst>
              <a:gd name="connsiteX0" fmla="*/ 1377503 w 7191711"/>
              <a:gd name="connsiteY0" fmla="*/ 0 h 6866692"/>
              <a:gd name="connsiteX1" fmla="*/ 7191711 w 7191711"/>
              <a:gd name="connsiteY1" fmla="*/ 11556 h 6866692"/>
              <a:gd name="connsiteX2" fmla="*/ 4467800 w 7191711"/>
              <a:gd name="connsiteY2" fmla="*/ 6858020 h 6866692"/>
              <a:gd name="connsiteX3" fmla="*/ 0 w 7191711"/>
              <a:gd name="connsiteY3" fmla="*/ 6866692 h 6866692"/>
              <a:gd name="connsiteX4" fmla="*/ 0 w 7191711"/>
              <a:gd name="connsiteY4" fmla="*/ 3305303 h 686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1711" h="6866692">
                <a:moveTo>
                  <a:pt x="1377503" y="0"/>
                </a:moveTo>
                <a:lnTo>
                  <a:pt x="7191711" y="11556"/>
                </a:lnTo>
                <a:lnTo>
                  <a:pt x="4467800" y="6858020"/>
                </a:lnTo>
                <a:lnTo>
                  <a:pt x="0" y="6866692"/>
                </a:lnTo>
                <a:lnTo>
                  <a:pt x="0" y="3305303"/>
                </a:lnTo>
                <a:close/>
              </a:path>
            </a:pathLst>
          </a:custGeom>
          <a:solidFill>
            <a:schemeClr val="tx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dirty="0">
              <a:latin typeface="微软雅黑" panose="020B0503020204020204" pitchFamily="34" charset="-122"/>
              <a:cs typeface="Arial" panose="020B0604020202090204" pitchFamily="34" charset="0"/>
            </a:endParaRPr>
          </a:p>
        </p:txBody>
      </p:sp>
      <p:sp>
        <p:nvSpPr>
          <p:cNvPr id="11" name="平行四边形 10"/>
          <p:cNvSpPr/>
          <p:nvPr>
            <p:custDataLst>
              <p:tags r:id="rId7"/>
            </p:custDataLst>
          </p:nvPr>
        </p:nvSpPr>
        <p:spPr>
          <a:xfrm flipV="1">
            <a:off x="8979085" y="5003139"/>
            <a:ext cx="3072920" cy="1865657"/>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微软雅黑" panose="020B0503020204020204" pitchFamily="34" charset="-122"/>
              <a:cs typeface="Arial" panose="020B0604020202090204" pitchFamily="34" charset="0"/>
            </a:endParaRPr>
          </a:p>
        </p:txBody>
      </p:sp>
      <p:cxnSp>
        <p:nvCxnSpPr>
          <p:cNvPr id="12" name="直接连接符 11"/>
          <p:cNvCxnSpPr/>
          <p:nvPr>
            <p:custDataLst>
              <p:tags r:id="rId8"/>
            </p:custDataLst>
          </p:nvPr>
        </p:nvCxnSpPr>
        <p:spPr>
          <a:xfrm flipH="1">
            <a:off x="8896055" y="4649788"/>
            <a:ext cx="3066571" cy="0"/>
          </a:xfrm>
          <a:prstGeom prst="line">
            <a:avLst/>
          </a:prstGeom>
          <a:ln w="1905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custDataLst>
              <p:tags r:id="rId9"/>
            </p:custDataLst>
          </p:nvPr>
        </p:nvSpPr>
        <p:spPr>
          <a:xfrm>
            <a:off x="6423968" y="740275"/>
            <a:ext cx="5538657" cy="2752032"/>
          </a:xfrm>
        </p:spPr>
        <p:txBody>
          <a:bodyPr lIns="90000" tIns="46800" rIns="90000" bIns="0" anchor="b">
            <a:normAutofit/>
          </a:bodyPr>
          <a:lstStyle>
            <a:lvl1pPr algn="r">
              <a:defRPr sz="6600" b="1">
                <a:solidFill>
                  <a:schemeClr val="tx2"/>
                </a:solidFill>
                <a:latin typeface="微软雅黑" panose="020B0503020204020204" pitchFamily="34" charset="-122"/>
              </a:defRPr>
            </a:lvl1pPr>
          </a:lstStyle>
          <a:p>
            <a:r>
              <a:rPr lang="zh-CN" altLang="en-US" noProof="1"/>
              <a:t>单击此处编辑标题</a:t>
            </a:r>
            <a:endParaRPr lang="zh-CN" altLang="en-US" noProof="1"/>
          </a:p>
        </p:txBody>
      </p:sp>
      <p:sp>
        <p:nvSpPr>
          <p:cNvPr id="3" name="副标题 2"/>
          <p:cNvSpPr>
            <a:spLocks noGrp="1"/>
          </p:cNvSpPr>
          <p:nvPr>
            <p:ph type="subTitle" idx="1"/>
            <p:custDataLst>
              <p:tags r:id="rId10"/>
            </p:custDataLst>
          </p:nvPr>
        </p:nvSpPr>
        <p:spPr>
          <a:xfrm>
            <a:off x="7563573" y="4014395"/>
            <a:ext cx="4488749" cy="523337"/>
          </a:xfrm>
        </p:spPr>
        <p:txBody>
          <a:bodyPr lIns="90000" rIns="90000"/>
          <a:lstStyle>
            <a:lvl1pPr marL="0" indent="0" algn="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noProof="1"/>
              <a:t>单击此处编辑母版副标题样式</a:t>
            </a:r>
            <a:endParaRPr lang="zh-CN" altLang="en-US" noProof="1"/>
          </a:p>
        </p:txBody>
      </p:sp>
      <p:sp>
        <p:nvSpPr>
          <p:cNvPr id="13" name="日期占位符 3"/>
          <p:cNvSpPr>
            <a:spLocks noGrp="1"/>
          </p:cNvSpPr>
          <p:nvPr>
            <p:ph type="dt" sz="half" idx="15"/>
            <p:custDataLst>
              <p:tags r:id="rId11"/>
            </p:custDataLst>
          </p:nvPr>
        </p:nvSpPr>
        <p:spPr/>
        <p:txBody>
          <a:bodyPr/>
          <a:lstStyle>
            <a:lvl1pPr>
              <a:defRPr>
                <a:latin typeface="微软雅黑" panose="020B0503020204020204" pitchFamily="34" charset="-122"/>
                <a:ea typeface="微软雅黑" panose="020B0503020204020204" pitchFamily="34" charset="-122"/>
                <a:cs typeface="微软雅黑" panose="020B0503020204020204" pitchFamily="34" charset="-122"/>
              </a:defRPr>
            </a:lvl1pPr>
          </a:lstStyle>
          <a:p>
            <a:pPr>
              <a:defRPr/>
            </a:pPr>
            <a:endParaRPr lang="zh-CN" altLang="en-US"/>
          </a:p>
        </p:txBody>
      </p:sp>
      <p:sp>
        <p:nvSpPr>
          <p:cNvPr id="14" name="页脚占位符 4"/>
          <p:cNvSpPr>
            <a:spLocks noGrp="1"/>
          </p:cNvSpPr>
          <p:nvPr>
            <p:ph type="ftr" sz="quarter" idx="16"/>
            <p:custDataLst>
              <p:tags r:id="rId12"/>
            </p:custDataLst>
          </p:nvPr>
        </p:nvSpPr>
        <p:spPr/>
        <p:txBody>
          <a:bodyPr/>
          <a:lstStyle>
            <a:lvl1pPr>
              <a:defRPr>
                <a:latin typeface="微软雅黑" panose="020B0503020204020204" pitchFamily="34" charset="-122"/>
                <a:ea typeface="微软雅黑" panose="020B0503020204020204" pitchFamily="34" charset="-122"/>
                <a:cs typeface="微软雅黑" panose="020B0503020204020204" pitchFamily="34" charset="-122"/>
              </a:defRPr>
            </a:lvl1pPr>
          </a:lstStyle>
          <a:p>
            <a:pPr>
              <a:defRPr/>
            </a:pPr>
            <a:endParaRPr lang="zh-CN" altLang="en-US"/>
          </a:p>
        </p:txBody>
      </p:sp>
      <p:sp>
        <p:nvSpPr>
          <p:cNvPr id="16" name="灯片编号占位符 5"/>
          <p:cNvSpPr>
            <a:spLocks noGrp="1"/>
          </p:cNvSpPr>
          <p:nvPr>
            <p:ph type="sldNum" sz="quarter" idx="17"/>
            <p:custDataLst>
              <p:tags r:id="rId13"/>
            </p:custDataLst>
          </p:nvPr>
        </p:nvSpPr>
        <p:spPr/>
        <p:txBody>
          <a:bodyPr/>
          <a:lstStyle>
            <a:lvl1pPr>
              <a:defRPr/>
            </a:lvl1pPr>
          </a:lstStyle>
          <a:p>
            <a:pPr>
              <a:defRPr/>
            </a:pPr>
            <a:fld id="{4FC38A87-77AC-48C7-9F0B-A360E0E07000}" type="slidenum">
              <a:rPr lang="zh-CN" altLang="en-US"/>
            </a:fld>
            <a:endParaRPr lang="zh-CN" altLang="en-US"/>
          </a:p>
        </p:txBody>
      </p:sp>
    </p:spTree>
  </p:cSld>
  <p:clrMapOvr>
    <a:masterClrMapping/>
  </p:clrMapOvr>
  <p:transition spd="slow">
    <p:random/>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777" y="443316"/>
            <a:ext cx="10850541" cy="442046"/>
          </a:xfrm>
        </p:spPr>
        <p:txBody>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idx="1"/>
            <p:custDataLst>
              <p:tags r:id="rId3"/>
            </p:custDataLst>
          </p:nvPr>
        </p:nvSpPr>
        <p:spPr>
          <a:xfrm>
            <a:off x="669777" y="952684"/>
            <a:ext cx="10850541" cy="5389905"/>
          </a:xfrm>
        </p:spPr>
        <p:txBody>
          <a:bodyPr>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4" name="日期占位符 3"/>
          <p:cNvSpPr>
            <a:spLocks noGrp="1"/>
          </p:cNvSpPr>
          <p:nvPr>
            <p:ph type="dt" sz="half" idx="10"/>
            <p:custDataLst>
              <p:tags r:id="rId4"/>
            </p:custDataLst>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sz="1200" b="0" i="0" u="none" strike="noStrike" kern="1200" cap="none" spc="0" normalizeH="0" baseline="0" noProof="0">
              <a:ln>
                <a:noFill/>
              </a:ln>
              <a:solidFill>
                <a:schemeClr val="bg1"/>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custDataLst>
              <p:tags r:id="rId5"/>
            </p:custDataLst>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sz="1200" b="0" i="0" u="none" strike="noStrike" kern="1200" cap="none" spc="0" normalizeH="0" baseline="0" noProof="0">
              <a:ln>
                <a:noFill/>
              </a:ln>
              <a:solidFill>
                <a:schemeClr val="bg1"/>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custDataLst>
              <p:tags r:id="rId6"/>
            </p:custDataLst>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90204" pitchFamily="34" charset="0"/>
              <a:buNone/>
              <a:defRPr/>
            </a:pPr>
            <a:fld id="{D2C6EFB5-F742-4079-A6FB-5961113C13C6}" type="slidenum">
              <a:rPr kumimoji="0" lang="en-US" altLang="zh-CN" sz="1200" b="0" i="0" u="none" strike="noStrike" kern="1200" cap="none" spc="0" normalizeH="0" baseline="0" noProof="0">
                <a:ln>
                  <a:noFill/>
                </a:ln>
                <a:solidFill>
                  <a:schemeClr val="bg1"/>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chemeClr val="bg1"/>
              </a:solidFill>
              <a:effectLst/>
              <a:uLnTx/>
              <a:uFillTx/>
              <a:latin typeface="Arial" panose="020B0604020202090204" pitchFamily="34" charset="0"/>
              <a:ea typeface="宋体" pitchFamily="2" charset="-122"/>
              <a:cs typeface="+mn-cs"/>
            </a:endParaRPr>
          </a:p>
        </p:txBody>
      </p:sp>
    </p:spTree>
  </p:cSld>
  <p:clrMapOvr>
    <a:masterClrMapping/>
  </p:clrMapOvr>
  <p:transition spd="slow">
    <p:random/>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25" y="3809435"/>
            <a:ext cx="10850541" cy="624961"/>
          </a:xfrm>
        </p:spPr>
        <p:txBody>
          <a:bodyPr rIns="63500"/>
          <a:lstStyle>
            <a:lvl1pPr>
              <a:defRPr sz="3600" u="none" strike="noStrike" kern="1200" cap="none" spc="300" normalizeH="0">
                <a:solidFill>
                  <a:schemeClr val="tx1"/>
                </a:solidFill>
                <a:uFillTx/>
                <a:latin typeface="微软雅黑" panose="020B0503020204020204" pitchFamily="34" charset="-122"/>
                <a:ea typeface="微软雅黑" panose="020B0503020204020204" pitchFamily="34" charset="-122"/>
              </a:defRPr>
            </a:lvl1pPr>
          </a:lstStyle>
          <a:p>
            <a:r>
              <a:rPr lang="zh-CN" altLang="en-US" noProof="1"/>
              <a:t>单击此处编辑母版标题样式</a:t>
            </a:r>
            <a:endParaRPr lang="zh-CN" altLang="en-US" noProof="1"/>
          </a:p>
        </p:txBody>
      </p:sp>
      <p:sp>
        <p:nvSpPr>
          <p:cNvPr id="3" name="文本占位符 2"/>
          <p:cNvSpPr>
            <a:spLocks noGrp="1"/>
          </p:cNvSpPr>
          <p:nvPr>
            <p:ph type="body" idx="1"/>
            <p:custDataLst>
              <p:tags r:id="rId3"/>
            </p:custDataLst>
          </p:nvPr>
        </p:nvSpPr>
        <p:spPr>
          <a:xfrm>
            <a:off x="669820" y="4512510"/>
            <a:ext cx="10850541" cy="1078185"/>
          </a:xfrm>
        </p:spPr>
        <p:txBody>
          <a:bodyPr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5365" indent="0">
              <a:buNone/>
              <a:defRPr sz="1600">
                <a:solidFill>
                  <a:schemeClr val="tx1">
                    <a:tint val="75000"/>
                  </a:schemeClr>
                </a:solidFill>
              </a:defRPr>
            </a:lvl6pPr>
            <a:lvl7pPr marL="2742565" indent="0">
              <a:buNone/>
              <a:defRPr sz="1600">
                <a:solidFill>
                  <a:schemeClr val="tx1">
                    <a:tint val="75000"/>
                  </a:schemeClr>
                </a:solidFill>
              </a:defRPr>
            </a:lvl7pPr>
            <a:lvl8pPr marL="3199765" indent="0">
              <a:buNone/>
              <a:defRPr sz="1600">
                <a:solidFill>
                  <a:schemeClr val="tx1">
                    <a:tint val="75000"/>
                  </a:schemeClr>
                </a:solidFill>
              </a:defRPr>
            </a:lvl8pPr>
            <a:lvl9pPr marL="3656965" indent="0">
              <a:buNone/>
              <a:defRPr sz="1600">
                <a:solidFill>
                  <a:schemeClr val="tx1">
                    <a:tint val="75000"/>
                  </a:schemeClr>
                </a:solidFill>
              </a:defRPr>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custDataLst>
              <p:tags r:id="rId4"/>
            </p:custDataLst>
          </p:nvPr>
        </p:nvSpPr>
        <p:spPr/>
        <p:txBody>
          <a:bodyPr/>
          <a:lstStyle>
            <a:lvl1pPr>
              <a:defRPr/>
            </a:lvl1pPr>
          </a:lstStyle>
          <a:p>
            <a:pPr>
              <a:defRPr/>
            </a:pPr>
            <a:endParaRPr lang="zh-CN" altLang="en-US"/>
          </a:p>
        </p:txBody>
      </p:sp>
      <p:sp>
        <p:nvSpPr>
          <p:cNvPr id="5" name="页脚占位符 4"/>
          <p:cNvSpPr>
            <a:spLocks noGrp="1"/>
          </p:cNvSpPr>
          <p:nvPr>
            <p:ph type="ftr" sz="quarter" idx="11"/>
            <p:custDataLst>
              <p:tags r:id="rId5"/>
            </p:custDataLst>
          </p:nvPr>
        </p:nvSpPr>
        <p:spPr/>
        <p:txBody>
          <a:bodyPr/>
          <a:lstStyle>
            <a:lvl1pPr>
              <a:defRPr/>
            </a:lvl1pPr>
          </a:lstStyle>
          <a:p>
            <a:pPr>
              <a:defRPr/>
            </a:pPr>
            <a:endParaRPr lang="zh-CN" altLang="en-US"/>
          </a:p>
        </p:txBody>
      </p:sp>
      <p:sp>
        <p:nvSpPr>
          <p:cNvPr id="6" name="灯片编号占位符 5"/>
          <p:cNvSpPr>
            <a:spLocks noGrp="1"/>
          </p:cNvSpPr>
          <p:nvPr>
            <p:ph type="sldNum" sz="quarter" idx="12"/>
            <p:custDataLst>
              <p:tags r:id="rId6"/>
            </p:custDataLst>
          </p:nvPr>
        </p:nvSpPr>
        <p:spPr/>
        <p:txBody>
          <a:bodyPr/>
          <a:lstStyle>
            <a:lvl1pPr>
              <a:defRPr/>
            </a:lvl1pPr>
          </a:lstStyle>
          <a:p>
            <a:pPr>
              <a:defRPr/>
            </a:pPr>
            <a:fld id="{92389BDA-CB19-408D-87C9-523E8B292D6F}" type="slidenum">
              <a:rPr lang="zh-CN" altLang="en-US"/>
            </a:fld>
            <a:endParaRPr lang="zh-CN" altLang="en-US" dirty="0"/>
          </a:p>
        </p:txBody>
      </p:sp>
    </p:spTree>
  </p:cSld>
  <p:clrMapOvr>
    <a:masterClrMapping/>
  </p:clrMapOvr>
  <p:transition spd="slow">
    <p:random/>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777" y="443316"/>
            <a:ext cx="10850541" cy="442046"/>
          </a:xfrm>
        </p:spPr>
        <p:txBody>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sz="half" idx="1"/>
            <p:custDataLst>
              <p:tags r:id="rId3"/>
            </p:custDataLst>
          </p:nvPr>
        </p:nvSpPr>
        <p:spPr>
          <a:xfrm>
            <a:off x="669825" y="952684"/>
            <a:ext cx="5282416" cy="5389905"/>
          </a:xfrm>
        </p:spPr>
        <p:txBody>
          <a:bodyPr>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4" name="内容占位符 3"/>
          <p:cNvSpPr>
            <a:spLocks noGrp="1"/>
          </p:cNvSpPr>
          <p:nvPr>
            <p:ph sz="half" idx="2"/>
            <p:custDataLst>
              <p:tags r:id="rId4"/>
            </p:custDataLst>
          </p:nvPr>
        </p:nvSpPr>
        <p:spPr>
          <a:xfrm>
            <a:off x="6237902" y="952684"/>
            <a:ext cx="5282416" cy="5389905"/>
          </a:xfrm>
        </p:spPr>
        <p:txBody>
          <a:bodyPr>
            <a:noAutofit/>
          </a:bodyPr>
          <a:lstStyle>
            <a:lvl1pPr>
              <a:defRPr sz="1600">
                <a:latin typeface="微软雅黑" panose="020B0503020204020204" pitchFamily="34" charset="-122"/>
                <a:ea typeface="微软雅黑" panose="020B0503020204020204" pitchFamily="34" charset="-122"/>
              </a:defRPr>
            </a:lvl1pPr>
            <a:lvl2pPr>
              <a:defRPr sz="16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6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3"/>
          <p:cNvSpPr>
            <a:spLocks noGrp="1"/>
          </p:cNvSpPr>
          <p:nvPr>
            <p:ph type="dt" sz="half" idx="10"/>
            <p:custDataLst>
              <p:tags r:id="rId5"/>
            </p:custDataLst>
          </p:nvPr>
        </p:nvSpPr>
        <p:spPr/>
        <p:txBody>
          <a:bodyPr/>
          <a:lstStyle>
            <a:lvl1pPr>
              <a:defRPr/>
            </a:lvl1pPr>
          </a:lstStyle>
          <a:p>
            <a:pPr>
              <a:defRPr/>
            </a:pPr>
            <a:endParaRPr lang="zh-CN" altLang="en-US"/>
          </a:p>
        </p:txBody>
      </p:sp>
      <p:sp>
        <p:nvSpPr>
          <p:cNvPr id="6" name="页脚占位符 4"/>
          <p:cNvSpPr>
            <a:spLocks noGrp="1"/>
          </p:cNvSpPr>
          <p:nvPr>
            <p:ph type="ftr" sz="quarter" idx="11"/>
            <p:custDataLst>
              <p:tags r:id="rId6"/>
            </p:custDataLst>
          </p:nvPr>
        </p:nvSpPr>
        <p:spPr/>
        <p:txBody>
          <a:bodyPr/>
          <a:lstStyle>
            <a:lvl1pPr>
              <a:defRPr/>
            </a:lvl1pPr>
          </a:lstStyle>
          <a:p>
            <a:pPr>
              <a:defRPr/>
            </a:pPr>
            <a:endParaRPr lang="zh-CN" altLang="en-US"/>
          </a:p>
        </p:txBody>
      </p:sp>
      <p:sp>
        <p:nvSpPr>
          <p:cNvPr id="7" name="灯片编号占位符 5"/>
          <p:cNvSpPr>
            <a:spLocks noGrp="1"/>
          </p:cNvSpPr>
          <p:nvPr>
            <p:ph type="sldNum" sz="quarter" idx="12"/>
            <p:custDataLst>
              <p:tags r:id="rId7"/>
            </p:custDataLst>
          </p:nvPr>
        </p:nvSpPr>
        <p:spPr/>
        <p:txBody>
          <a:bodyPr/>
          <a:lstStyle>
            <a:lvl1pPr>
              <a:defRPr/>
            </a:lvl1pPr>
          </a:lstStyle>
          <a:p>
            <a:pPr>
              <a:defRPr/>
            </a:pPr>
            <a:fld id="{BDAEE2AC-368D-4ED2-A387-F07EC13D6107}" type="slidenum">
              <a:rPr lang="zh-CN" altLang="en-US"/>
            </a:fld>
            <a:endParaRPr lang="zh-CN" altLang="en-US"/>
          </a:p>
        </p:txBody>
      </p:sp>
    </p:spTree>
  </p:cSld>
  <p:clrMapOvr>
    <a:masterClrMapping/>
  </p:clrMapOvr>
  <p:transition spd="slow">
    <p:random/>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777" y="443316"/>
            <a:ext cx="10850541" cy="442046"/>
          </a:xfrm>
        </p:spPr>
        <p:txBody>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单击此处编辑母版标题样式</a:t>
            </a:r>
            <a:endParaRPr noProof="1">
              <a:sym typeface="+mn-ea"/>
            </a:endParaRPr>
          </a:p>
        </p:txBody>
      </p:sp>
      <p:sp>
        <p:nvSpPr>
          <p:cNvPr id="3" name="文本占位符 2"/>
          <p:cNvSpPr>
            <a:spLocks noGrp="1"/>
          </p:cNvSpPr>
          <p:nvPr>
            <p:ph type="body" idx="1"/>
            <p:custDataLst>
              <p:tags r:id="rId3"/>
            </p:custDataLst>
          </p:nvPr>
        </p:nvSpPr>
        <p:spPr>
          <a:xfrm>
            <a:off x="669825" y="952684"/>
            <a:ext cx="5282416" cy="381074"/>
          </a:xfrm>
        </p:spPr>
        <p:txBody>
          <a:bodyPr tIns="38100" rIns="76200" bIns="3810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5365" indent="0">
              <a:buNone/>
              <a:defRPr sz="1600" b="1"/>
            </a:lvl6pPr>
            <a:lvl7pPr marL="2742565" indent="0">
              <a:buNone/>
              <a:defRPr sz="1600" b="1"/>
            </a:lvl7pPr>
            <a:lvl8pPr marL="3199765" indent="0">
              <a:buNone/>
              <a:defRPr sz="1600" b="1"/>
            </a:lvl8pPr>
            <a:lvl9pPr marL="3656965"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custDataLst>
              <p:tags r:id="rId4"/>
            </p:custDataLst>
          </p:nvPr>
        </p:nvSpPr>
        <p:spPr>
          <a:xfrm>
            <a:off x="669820" y="1406785"/>
            <a:ext cx="5282375" cy="4935666"/>
          </a:xfrm>
        </p:spPr>
        <p:txBody>
          <a:bodyPr>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5" name="文本占位符 4"/>
          <p:cNvSpPr>
            <a:spLocks noGrp="1"/>
          </p:cNvSpPr>
          <p:nvPr>
            <p:ph type="body" sz="quarter" idx="3"/>
            <p:custDataLst>
              <p:tags r:id="rId5"/>
            </p:custDataLst>
          </p:nvPr>
        </p:nvSpPr>
        <p:spPr>
          <a:xfrm>
            <a:off x="6234776" y="952684"/>
            <a:ext cx="5282416" cy="381074"/>
          </a:xfrm>
        </p:spPr>
        <p:txBody>
          <a:bodyPr tIns="38100" rIns="76200" bIns="38100">
            <a:noAutofit/>
          </a:bodyPr>
          <a:lstStyle>
            <a:lvl1pPr marL="0" marR="0" lvl="0" indent="0" algn="l" defTabSz="914400" rtl="0" eaLnBrk="1" fontAlgn="auto" latinLnBrk="0" hangingPunct="1">
              <a:lnSpc>
                <a:spcPct val="100000"/>
              </a:lnSpc>
              <a:spcBef>
                <a:spcPts val="0"/>
              </a:spcBef>
              <a:spcAft>
                <a:spcPts val="0"/>
              </a:spcAft>
              <a:buFont typeface="Arial" panose="020B0604020202090204" pitchFamily="34" charset="0"/>
              <a:buNone/>
              <a:defRPr kumimoji="0" lang="zh-CN" altLang="en-US" sz="2000" b="0"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5365" indent="0">
              <a:buNone/>
              <a:defRPr sz="1600" b="1"/>
            </a:lvl6pPr>
            <a:lvl7pPr marL="2742565" indent="0">
              <a:buNone/>
              <a:defRPr sz="1600" b="1"/>
            </a:lvl7pPr>
            <a:lvl8pPr marL="3199765" indent="0">
              <a:buNone/>
              <a:defRPr sz="1600" b="1"/>
            </a:lvl8pPr>
            <a:lvl9pPr marL="3656965" indent="0">
              <a:buNone/>
              <a:defRPr sz="1600" b="1"/>
            </a:lvl9pPr>
          </a:lstStyle>
          <a:p>
            <a:pPr lvl="0"/>
            <a:r>
              <a:rPr lang="zh-CN" altLang="en-US" noProof="1">
                <a:sym typeface="+mn-ea"/>
              </a:rPr>
              <a:t>单击此处编辑母版文本样式</a:t>
            </a:r>
            <a:endParaRPr lang="zh-CN" altLang="en-US" noProof="1">
              <a:sym typeface="+mn-ea"/>
            </a:endParaRPr>
          </a:p>
        </p:txBody>
      </p:sp>
      <p:sp>
        <p:nvSpPr>
          <p:cNvPr id="6" name="内容占位符 5"/>
          <p:cNvSpPr>
            <a:spLocks noGrp="1"/>
          </p:cNvSpPr>
          <p:nvPr>
            <p:ph sz="quarter" idx="4"/>
            <p:custDataLst>
              <p:tags r:id="rId6"/>
            </p:custDataLst>
          </p:nvPr>
        </p:nvSpPr>
        <p:spPr>
          <a:xfrm>
            <a:off x="6234776" y="1406785"/>
            <a:ext cx="5282416" cy="4935666"/>
          </a:xfrm>
        </p:spPr>
        <p:txBody>
          <a:bodyPr>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7" name="日期占位符 3"/>
          <p:cNvSpPr>
            <a:spLocks noGrp="1"/>
          </p:cNvSpPr>
          <p:nvPr>
            <p:ph type="dt" sz="half" idx="10"/>
            <p:custDataLst>
              <p:tags r:id="rId7"/>
            </p:custDataLst>
          </p:nvPr>
        </p:nvSpPr>
        <p:spPr/>
        <p:txBody>
          <a:bodyPr/>
          <a:lstStyle>
            <a:lvl1pPr>
              <a:defRPr/>
            </a:lvl1pPr>
          </a:lstStyle>
          <a:p>
            <a:pPr>
              <a:defRPr/>
            </a:pPr>
            <a:endParaRPr lang="zh-CN" altLang="en-US"/>
          </a:p>
        </p:txBody>
      </p:sp>
      <p:sp>
        <p:nvSpPr>
          <p:cNvPr id="8" name="页脚占位符 4"/>
          <p:cNvSpPr>
            <a:spLocks noGrp="1"/>
          </p:cNvSpPr>
          <p:nvPr>
            <p:ph type="ftr" sz="quarter" idx="11"/>
            <p:custDataLst>
              <p:tags r:id="rId8"/>
            </p:custDataLst>
          </p:nvPr>
        </p:nvSpPr>
        <p:spPr/>
        <p:txBody>
          <a:bodyPr/>
          <a:lstStyle>
            <a:lvl1pPr>
              <a:defRPr/>
            </a:lvl1pPr>
          </a:lstStyle>
          <a:p>
            <a:pPr>
              <a:defRPr/>
            </a:pPr>
            <a:endParaRPr lang="zh-CN" altLang="en-US"/>
          </a:p>
        </p:txBody>
      </p:sp>
      <p:sp>
        <p:nvSpPr>
          <p:cNvPr id="9" name="灯片编号占位符 5"/>
          <p:cNvSpPr>
            <a:spLocks noGrp="1"/>
          </p:cNvSpPr>
          <p:nvPr>
            <p:ph type="sldNum" sz="quarter" idx="12"/>
            <p:custDataLst>
              <p:tags r:id="rId9"/>
            </p:custDataLst>
          </p:nvPr>
        </p:nvSpPr>
        <p:spPr/>
        <p:txBody>
          <a:bodyPr/>
          <a:lstStyle>
            <a:lvl1pPr>
              <a:defRPr/>
            </a:lvl1pPr>
          </a:lstStyle>
          <a:p>
            <a:pPr>
              <a:defRPr/>
            </a:pPr>
            <a:fld id="{69B27451-B61D-4EBD-9E20-9C423E26C623}" type="slidenum">
              <a:rPr lang="zh-CN" altLang="en-US"/>
            </a:fld>
            <a:endParaRPr lang="zh-CN" altLang="en-US"/>
          </a:p>
        </p:txBody>
      </p:sp>
    </p:spTree>
  </p:cSld>
  <p:clrMapOvr>
    <a:masterClrMapping/>
  </p:clrMapOvr>
  <p:transition spd="slow">
    <p:random/>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单击此处编辑母版标题样式</a:t>
            </a:r>
            <a:endParaRPr noProof="1">
              <a:sym typeface="+mn-ea"/>
            </a:endParaRPr>
          </a:p>
        </p:txBody>
      </p:sp>
      <p:sp>
        <p:nvSpPr>
          <p:cNvPr id="3" name="日期占位符 3"/>
          <p:cNvSpPr>
            <a:spLocks noGrp="1"/>
          </p:cNvSpPr>
          <p:nvPr>
            <p:ph type="dt" sz="half" idx="10"/>
            <p:custDataLst>
              <p:tags r:id="rId3"/>
            </p:custDataLst>
          </p:nvPr>
        </p:nvSpPr>
        <p:spPr/>
        <p:txBody>
          <a:bodyPr/>
          <a:lstStyle>
            <a:lvl1pPr>
              <a:defRPr/>
            </a:lvl1pPr>
          </a:lstStyle>
          <a:p>
            <a:pPr>
              <a:defRPr/>
            </a:pPr>
            <a:endParaRPr lang="zh-CN" altLang="en-US"/>
          </a:p>
        </p:txBody>
      </p:sp>
      <p:sp>
        <p:nvSpPr>
          <p:cNvPr id="4" name="页脚占位符 4"/>
          <p:cNvSpPr>
            <a:spLocks noGrp="1"/>
          </p:cNvSpPr>
          <p:nvPr>
            <p:ph type="ftr" sz="quarter" idx="11"/>
            <p:custDataLst>
              <p:tags r:id="rId4"/>
            </p:custDataLst>
          </p:nvPr>
        </p:nvSpPr>
        <p:spPr/>
        <p:txBody>
          <a:bodyPr/>
          <a:lstStyle>
            <a:lvl1pPr>
              <a:defRPr/>
            </a:lvl1pPr>
          </a:lstStyle>
          <a:p>
            <a:pPr>
              <a:defRPr/>
            </a:pPr>
            <a:endParaRPr lang="zh-CN" altLang="en-US"/>
          </a:p>
        </p:txBody>
      </p:sp>
      <p:sp>
        <p:nvSpPr>
          <p:cNvPr id="5" name="灯片编号占位符 5"/>
          <p:cNvSpPr>
            <a:spLocks noGrp="1"/>
          </p:cNvSpPr>
          <p:nvPr>
            <p:ph type="sldNum" sz="quarter" idx="12"/>
            <p:custDataLst>
              <p:tags r:id="rId5"/>
            </p:custDataLst>
          </p:nvPr>
        </p:nvSpPr>
        <p:spPr/>
        <p:txBody>
          <a:bodyPr/>
          <a:lstStyle>
            <a:lvl1pPr>
              <a:defRPr/>
            </a:lvl1pPr>
          </a:lstStyle>
          <a:p>
            <a:pPr>
              <a:defRPr/>
            </a:pPr>
            <a:fld id="{49BB12C0-236C-47D9-B21E-53704C811C44}" type="slidenum">
              <a:rPr lang="zh-CN" altLang="en-US"/>
            </a:fld>
            <a:endParaRPr lang="zh-CN" altLang="en-US"/>
          </a:p>
        </p:txBody>
      </p:sp>
    </p:spTree>
  </p:cSld>
  <p:clrMapOvr>
    <a:masterClrMapping/>
  </p:clrMapOvr>
  <p:transition spd="slow">
    <p:random/>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custDataLst>
              <p:tags r:id="rId2"/>
            </p:custDataLst>
          </p:nvPr>
        </p:nvSpPr>
        <p:spPr/>
        <p:txBody>
          <a:bodyPr/>
          <a:lstStyle>
            <a:lvl1pPr>
              <a:defRPr/>
            </a:lvl1pPr>
          </a:lstStyle>
          <a:p>
            <a:pPr>
              <a:defRPr/>
            </a:pPr>
            <a:endParaRPr lang="zh-CN" altLang="en-US"/>
          </a:p>
        </p:txBody>
      </p:sp>
      <p:sp>
        <p:nvSpPr>
          <p:cNvPr id="3" name="页脚占位符 4"/>
          <p:cNvSpPr>
            <a:spLocks noGrp="1"/>
          </p:cNvSpPr>
          <p:nvPr>
            <p:ph type="ftr" sz="quarter" idx="11"/>
            <p:custDataLst>
              <p:tags r:id="rId3"/>
            </p:custDataLst>
          </p:nvPr>
        </p:nvSpPr>
        <p:spPr/>
        <p:txBody>
          <a:bodyPr/>
          <a:lstStyle>
            <a:lvl1pPr>
              <a:defRPr/>
            </a:lvl1pPr>
          </a:lstStyle>
          <a:p>
            <a:pPr>
              <a:defRPr/>
            </a:pPr>
            <a:endParaRPr lang="zh-CN" altLang="en-US"/>
          </a:p>
        </p:txBody>
      </p:sp>
      <p:sp>
        <p:nvSpPr>
          <p:cNvPr id="4" name="灯片编号占位符 5"/>
          <p:cNvSpPr>
            <a:spLocks noGrp="1"/>
          </p:cNvSpPr>
          <p:nvPr>
            <p:ph type="sldNum" sz="quarter" idx="12"/>
            <p:custDataLst>
              <p:tags r:id="rId4"/>
            </p:custDataLst>
          </p:nvPr>
        </p:nvSpPr>
        <p:spPr/>
        <p:txBody>
          <a:bodyPr/>
          <a:lstStyle>
            <a:lvl1pPr>
              <a:defRPr/>
            </a:lvl1pPr>
          </a:lstStyle>
          <a:p>
            <a:pPr>
              <a:defRPr/>
            </a:pPr>
            <a:fld id="{B8C1EB70-7901-479E-AC6D-39092085774B}" type="slidenum">
              <a:rPr lang="zh-CN" altLang="en-US"/>
            </a:fld>
            <a:endParaRPr lang="zh-CN" altLang="en-US"/>
          </a:p>
        </p:txBody>
      </p:sp>
    </p:spTree>
  </p:cSld>
  <p:clrMapOvr>
    <a:masterClrMapping/>
  </p:clrMapOvr>
  <p:transition spd="slow">
    <p:random/>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25" y="443316"/>
            <a:ext cx="10850541" cy="442046"/>
          </a:xfrm>
        </p:spPr>
        <p:txBody>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单击此处编辑母版标题样式</a:t>
            </a:r>
            <a:endParaRPr noProof="1">
              <a:sym typeface="+mn-ea"/>
            </a:endParaRPr>
          </a:p>
        </p:txBody>
      </p:sp>
      <p:sp>
        <p:nvSpPr>
          <p:cNvPr id="3" name="图片占位符 2"/>
          <p:cNvSpPr>
            <a:spLocks noGrp="1"/>
          </p:cNvSpPr>
          <p:nvPr>
            <p:ph type="pic" idx="1"/>
            <p:custDataLst>
              <p:tags r:id="rId3"/>
            </p:custDataLst>
          </p:nvPr>
        </p:nvSpPr>
        <p:spPr>
          <a:xfrm>
            <a:off x="669825" y="952684"/>
            <a:ext cx="5282416" cy="5389905"/>
          </a:xfrm>
        </p:spPr>
        <p:txBody>
          <a:bodyPr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90204" pitchFamily="34" charset="0"/>
              <a:buNone/>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r>
              <a:rPr lang="zh-CN" altLang="en-US" noProof="1">
                <a:sym typeface="+mn-ea"/>
              </a:rPr>
              <a:t>单击图标添加图片</a:t>
            </a:r>
            <a:endParaRPr lang="zh-CN" altLang="en-US" noProof="1">
              <a:sym typeface="+mn-ea"/>
            </a:endParaRPr>
          </a:p>
        </p:txBody>
      </p:sp>
      <p:sp>
        <p:nvSpPr>
          <p:cNvPr id="4" name="文本占位符 3"/>
          <p:cNvSpPr>
            <a:spLocks noGrp="1"/>
          </p:cNvSpPr>
          <p:nvPr>
            <p:ph type="body" sz="half" idx="2"/>
            <p:custDataLst>
              <p:tags r:id="rId4"/>
            </p:custDataLst>
          </p:nvPr>
        </p:nvSpPr>
        <p:spPr>
          <a:xfrm>
            <a:off x="6237950" y="952684"/>
            <a:ext cx="5282416" cy="5389905"/>
          </a:xfrm>
        </p:spPr>
        <p:txBody>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单击此处编辑母版文本样式</a:t>
            </a:r>
            <a:endParaRPr lang="zh-CN" altLang="en-US" noProof="1">
              <a:sym typeface="+mn-ea"/>
            </a:endParaRPr>
          </a:p>
        </p:txBody>
      </p:sp>
      <p:sp>
        <p:nvSpPr>
          <p:cNvPr id="5" name="日期占位符 3"/>
          <p:cNvSpPr>
            <a:spLocks noGrp="1"/>
          </p:cNvSpPr>
          <p:nvPr>
            <p:ph type="dt" sz="half" idx="10"/>
            <p:custDataLst>
              <p:tags r:id="rId5"/>
            </p:custDataLst>
          </p:nvPr>
        </p:nvSpPr>
        <p:spPr/>
        <p:txBody>
          <a:bodyPr/>
          <a:lstStyle>
            <a:lvl1pPr>
              <a:defRPr/>
            </a:lvl1pPr>
          </a:lstStyle>
          <a:p>
            <a:pPr>
              <a:defRPr/>
            </a:pPr>
            <a:endParaRPr lang="zh-CN" altLang="en-US"/>
          </a:p>
        </p:txBody>
      </p:sp>
      <p:sp>
        <p:nvSpPr>
          <p:cNvPr id="6" name="页脚占位符 4"/>
          <p:cNvSpPr>
            <a:spLocks noGrp="1"/>
          </p:cNvSpPr>
          <p:nvPr>
            <p:ph type="ftr" sz="quarter" idx="11"/>
            <p:custDataLst>
              <p:tags r:id="rId6"/>
            </p:custDataLst>
          </p:nvPr>
        </p:nvSpPr>
        <p:spPr/>
        <p:txBody>
          <a:bodyPr/>
          <a:lstStyle>
            <a:lvl1pPr>
              <a:defRPr/>
            </a:lvl1pPr>
          </a:lstStyle>
          <a:p>
            <a:pPr>
              <a:defRPr/>
            </a:pPr>
            <a:endParaRPr lang="zh-CN" altLang="en-US"/>
          </a:p>
        </p:txBody>
      </p:sp>
      <p:sp>
        <p:nvSpPr>
          <p:cNvPr id="7" name="灯片编号占位符 5"/>
          <p:cNvSpPr>
            <a:spLocks noGrp="1"/>
          </p:cNvSpPr>
          <p:nvPr>
            <p:ph type="sldNum" sz="quarter" idx="12"/>
            <p:custDataLst>
              <p:tags r:id="rId7"/>
            </p:custDataLst>
          </p:nvPr>
        </p:nvSpPr>
        <p:spPr/>
        <p:txBody>
          <a:bodyPr/>
          <a:lstStyle>
            <a:lvl1pPr>
              <a:defRPr/>
            </a:lvl1pPr>
          </a:lstStyle>
          <a:p>
            <a:pPr>
              <a:defRPr/>
            </a:pPr>
            <a:fld id="{C67445A4-C0BB-452B-A7F3-D7AA9591C7EA}" type="slidenum">
              <a:rPr lang="zh-CN" altLang="en-US"/>
            </a:fld>
            <a:endParaRPr lang="zh-CN" altLang="en-US"/>
          </a:p>
        </p:txBody>
      </p:sp>
    </p:spTree>
  </p:cSld>
  <p:clrMapOvr>
    <a:masterClrMapping/>
  </p:clrMapOvr>
  <p:transition spd="slow">
    <p:random/>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69483" y="952684"/>
            <a:ext cx="950835" cy="5389905"/>
          </a:xfrm>
        </p:spPr>
        <p:txBody>
          <a:bodyPr vert="eaVert" anchor="ct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单击此处编辑母版标题样式</a:t>
            </a:r>
            <a:endParaRPr noProof="1">
              <a:sym typeface="+mn-ea"/>
            </a:endParaRPr>
          </a:p>
        </p:txBody>
      </p:sp>
      <p:sp>
        <p:nvSpPr>
          <p:cNvPr id="3" name="竖排文字占位符 2"/>
          <p:cNvSpPr>
            <a:spLocks noGrp="1"/>
          </p:cNvSpPr>
          <p:nvPr>
            <p:ph type="body" orient="vert" idx="1"/>
            <p:custDataLst>
              <p:tags r:id="rId3"/>
            </p:custDataLst>
          </p:nvPr>
        </p:nvSpPr>
        <p:spPr>
          <a:xfrm>
            <a:off x="669820" y="952676"/>
            <a:ext cx="9826565" cy="5389905"/>
          </a:xfrm>
        </p:spPr>
        <p:txBody>
          <a:bodyPr vert="eaVert"/>
          <a:lstStyle>
            <a:lvl1pPr indent="0" eaLnBrk="1" fontAlgn="auto" latinLnBrk="0" hangingPunct="1">
              <a:defRPr>
                <a:latin typeface="微软雅黑" panose="020B0503020204020204" pitchFamily="34" charset="-122"/>
                <a:ea typeface="微软雅黑" panose="020B0503020204020204" pitchFamily="34" charset="-122"/>
              </a:defRPr>
            </a:lvl1pPr>
            <a:lvl2pPr indent="0" eaLnBrk="1" fontAlgn="auto" latinLnBrk="0" hangingPunct="1">
              <a:defRPr>
                <a:latin typeface="微软雅黑" panose="020B0503020204020204" pitchFamily="34" charset="-122"/>
                <a:ea typeface="微软雅黑" panose="020B0503020204020204" pitchFamily="34" charset="-122"/>
              </a:defRPr>
            </a:lvl2pPr>
            <a:lvl3pPr indent="0" eaLnBrk="1" fontAlgn="auto" latinLnBrk="0" hangingPunct="1">
              <a:defRPr>
                <a:latin typeface="微软雅黑" panose="020B0503020204020204" pitchFamily="34" charset="-122"/>
                <a:ea typeface="微软雅黑" panose="020B0503020204020204" pitchFamily="34" charset="-122"/>
              </a:defRPr>
            </a:lvl3pPr>
            <a:lvl4pPr indent="0" eaLnBrk="1" fontAlgn="auto" latinLnBrk="0" hangingPunct="1">
              <a:defRPr>
                <a:latin typeface="微软雅黑" panose="020B0503020204020204" pitchFamily="34" charset="-122"/>
                <a:ea typeface="微软雅黑" panose="020B0503020204020204" pitchFamily="34" charset="-122"/>
              </a:defRPr>
            </a:lvl4pPr>
            <a:lvl5pPr indent="0" eaLnBrk="1" fontAlgn="auto" latinLnBrk="0" hangingPunct="1">
              <a:defRPr>
                <a:latin typeface="微软雅黑" panose="020B0503020204020204" pitchFamily="34" charset="-122"/>
                <a:ea typeface="微软雅黑" panose="020B0503020204020204" pitchFamily="34"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custDataLst>
              <p:tags r:id="rId4"/>
            </p:custDataLst>
          </p:nvPr>
        </p:nvSpPr>
        <p:spPr/>
        <p:txBody>
          <a:bodyPr/>
          <a:lstStyle>
            <a:lvl1pPr>
              <a:defRPr/>
            </a:lvl1pPr>
          </a:lstStyle>
          <a:p>
            <a:pPr>
              <a:defRPr/>
            </a:pPr>
            <a:endParaRPr lang="zh-CN" altLang="en-US"/>
          </a:p>
        </p:txBody>
      </p:sp>
      <p:sp>
        <p:nvSpPr>
          <p:cNvPr id="5" name="页脚占位符 4"/>
          <p:cNvSpPr>
            <a:spLocks noGrp="1"/>
          </p:cNvSpPr>
          <p:nvPr>
            <p:ph type="ftr" sz="quarter" idx="11"/>
            <p:custDataLst>
              <p:tags r:id="rId5"/>
            </p:custDataLst>
          </p:nvPr>
        </p:nvSpPr>
        <p:spPr/>
        <p:txBody>
          <a:bodyPr/>
          <a:lstStyle>
            <a:lvl1pPr>
              <a:defRPr/>
            </a:lvl1pPr>
          </a:lstStyle>
          <a:p>
            <a:pPr>
              <a:defRPr/>
            </a:pPr>
            <a:endParaRPr lang="zh-CN" altLang="en-US"/>
          </a:p>
        </p:txBody>
      </p:sp>
      <p:sp>
        <p:nvSpPr>
          <p:cNvPr id="6" name="灯片编号占位符 5"/>
          <p:cNvSpPr>
            <a:spLocks noGrp="1"/>
          </p:cNvSpPr>
          <p:nvPr>
            <p:ph type="sldNum" sz="quarter" idx="12"/>
            <p:custDataLst>
              <p:tags r:id="rId6"/>
            </p:custDataLst>
          </p:nvPr>
        </p:nvSpPr>
        <p:spPr/>
        <p:txBody>
          <a:bodyPr/>
          <a:lstStyle>
            <a:lvl1pPr>
              <a:defRPr/>
            </a:lvl1pPr>
          </a:lstStyle>
          <a:p>
            <a:pPr>
              <a:defRPr/>
            </a:pPr>
            <a:fld id="{19DE868F-D697-40DF-890C-3E7AE3034BAC}" type="slidenum">
              <a:rPr lang="zh-CN" altLang="en-US"/>
            </a:fld>
            <a:endParaRPr lang="zh-CN" altLang="en-US"/>
          </a:p>
        </p:txBody>
      </p:sp>
    </p:spTree>
  </p:cSld>
  <p:clrMapOvr>
    <a:masterClrMapping/>
  </p:clrMapOvr>
  <p:transition spd="slow">
    <p:random/>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内容占位符 6"/>
          <p:cNvSpPr>
            <a:spLocks noGrp="1"/>
          </p:cNvSpPr>
          <p:nvPr>
            <p:ph sz="quarter" idx="13"/>
            <p:custDataLst>
              <p:tags r:id="rId2"/>
            </p:custDataLst>
          </p:nvPr>
        </p:nvSpPr>
        <p:spPr>
          <a:xfrm>
            <a:off x="669825" y="952684"/>
            <a:ext cx="10850541" cy="5389905"/>
          </a:xfrm>
        </p:spPr>
        <p:txBody>
          <a:bodyPr/>
          <a:lstStyle>
            <a:lvl1pPr>
              <a:defRPr/>
            </a:lvl1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日期占位符 3"/>
          <p:cNvSpPr>
            <a:spLocks noGrp="1"/>
          </p:cNvSpPr>
          <p:nvPr>
            <p:ph type="dt" sz="half" idx="14"/>
            <p:custDataLst>
              <p:tags r:id="rId3"/>
            </p:custDataLst>
          </p:nvPr>
        </p:nvSpPr>
        <p:spPr/>
        <p:txBody>
          <a:bodyPr/>
          <a:lstStyle>
            <a:lvl1pPr>
              <a:defRPr/>
            </a:lvl1pPr>
          </a:lstStyle>
          <a:p>
            <a:pPr>
              <a:defRPr/>
            </a:pPr>
            <a:endParaRPr lang="zh-CN" altLang="en-US"/>
          </a:p>
        </p:txBody>
      </p:sp>
      <p:sp>
        <p:nvSpPr>
          <p:cNvPr id="4" name="页脚占位符 4"/>
          <p:cNvSpPr>
            <a:spLocks noGrp="1"/>
          </p:cNvSpPr>
          <p:nvPr>
            <p:ph type="ftr" sz="quarter" idx="15"/>
            <p:custDataLst>
              <p:tags r:id="rId4"/>
            </p:custDataLst>
          </p:nvPr>
        </p:nvSpPr>
        <p:spPr/>
        <p:txBody>
          <a:bodyPr/>
          <a:lstStyle>
            <a:lvl1pPr>
              <a:defRPr/>
            </a:lvl1pPr>
          </a:lstStyle>
          <a:p>
            <a:pPr>
              <a:defRPr/>
            </a:pPr>
            <a:endParaRPr lang="zh-CN" altLang="en-US"/>
          </a:p>
        </p:txBody>
      </p:sp>
      <p:sp>
        <p:nvSpPr>
          <p:cNvPr id="5" name="灯片编号占位符 5"/>
          <p:cNvSpPr>
            <a:spLocks noGrp="1"/>
          </p:cNvSpPr>
          <p:nvPr>
            <p:ph type="sldNum" sz="quarter" idx="16"/>
            <p:custDataLst>
              <p:tags r:id="rId5"/>
            </p:custDataLst>
          </p:nvPr>
        </p:nvSpPr>
        <p:spPr/>
        <p:txBody>
          <a:bodyPr/>
          <a:lstStyle>
            <a:lvl1pPr>
              <a:defRPr/>
            </a:lvl1pPr>
          </a:lstStyle>
          <a:p>
            <a:pPr>
              <a:defRPr/>
            </a:pPr>
            <a:fld id="{5E5EBB0C-5A13-436A-8D2C-3DC1B1265DA7}" type="slidenum">
              <a:rPr lang="zh-CN" altLang="en-US"/>
            </a:fld>
            <a:endParaRPr lang="zh-CN" altLang="en-US"/>
          </a:p>
        </p:txBody>
      </p:sp>
      <p:grpSp>
        <p:nvGrpSpPr>
          <p:cNvPr id="2" name="组合 1"/>
          <p:cNvGrpSpPr/>
          <p:nvPr userDrawn="1"/>
        </p:nvGrpSpPr>
        <p:grpSpPr>
          <a:xfrm>
            <a:off x="-6608" y="333450"/>
            <a:ext cx="12197021" cy="524978"/>
            <a:chOff x="-1" y="1798867"/>
            <a:chExt cx="12196957" cy="545230"/>
          </a:xfrm>
        </p:grpSpPr>
        <p:pic>
          <p:nvPicPr>
            <p:cNvPr id="6" name="图片 5"/>
            <p:cNvPicPr>
              <a:picLocks noChangeAspect="1"/>
            </p:cNvPicPr>
            <p:nvPr/>
          </p:nvPicPr>
          <p:blipFill rotWithShape="1">
            <a:blip r:embed="rId6" cstate="screen"/>
            <a:srcRect/>
            <a:stretch>
              <a:fillRect/>
            </a:stretch>
          </p:blipFill>
          <p:spPr>
            <a:xfrm>
              <a:off x="-1" y="1798867"/>
              <a:ext cx="12196957" cy="545230"/>
            </a:xfrm>
            <a:prstGeom prst="rect">
              <a:avLst/>
            </a:prstGeom>
          </p:spPr>
        </p:pic>
        <p:sp>
          <p:nvSpPr>
            <p:cNvPr id="8" name="矩形 7"/>
            <p:cNvSpPr/>
            <p:nvPr/>
          </p:nvSpPr>
          <p:spPr>
            <a:xfrm>
              <a:off x="0" y="1798868"/>
              <a:ext cx="12040074" cy="545229"/>
            </a:xfrm>
            <a:prstGeom prst="rect">
              <a:avLst/>
            </a:prstGeom>
            <a:gradFill>
              <a:gsLst>
                <a:gs pos="1000">
                  <a:srgbClr val="4EE4D2">
                    <a:alpha val="85000"/>
                  </a:srgbClr>
                </a:gs>
                <a:gs pos="50000">
                  <a:srgbClr val="20E2CB">
                    <a:alpha val="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p:transition spd="slow">
    <p:random/>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flipH="1">
            <a:off x="8193395" y="3686858"/>
            <a:ext cx="3066571" cy="0"/>
          </a:xfrm>
          <a:prstGeom prst="line">
            <a:avLst/>
          </a:prstGeom>
          <a:ln w="19050" cap="rnd">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平行四边形 3"/>
          <p:cNvSpPr/>
          <p:nvPr>
            <p:custDataLst>
              <p:tags r:id="rId3"/>
            </p:custDataLst>
          </p:nvPr>
        </p:nvSpPr>
        <p:spPr>
          <a:xfrm flipV="1">
            <a:off x="0" y="0"/>
            <a:ext cx="3139584" cy="2008560"/>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微软雅黑" panose="020B0503020204020204" pitchFamily="34" charset="-122"/>
              <a:cs typeface="Arial" panose="020B0604020202090204" pitchFamily="34" charset="0"/>
            </a:endParaRPr>
          </a:p>
        </p:txBody>
      </p:sp>
      <p:sp>
        <p:nvSpPr>
          <p:cNvPr id="5" name="矩形 4"/>
          <p:cNvSpPr/>
          <p:nvPr>
            <p:custDataLst>
              <p:tags r:id="rId4"/>
            </p:custDataLst>
          </p:nvPr>
        </p:nvSpPr>
        <p:spPr>
          <a:xfrm>
            <a:off x="0" y="4850711"/>
            <a:ext cx="12190095" cy="20561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微软雅黑" panose="020B0503020204020204" pitchFamily="34" charset="-122"/>
              <a:cs typeface="Arial" panose="020B0604020202090204" pitchFamily="34" charset="0"/>
            </a:endParaRPr>
          </a:p>
        </p:txBody>
      </p:sp>
      <p:sp>
        <p:nvSpPr>
          <p:cNvPr id="6" name="平行四边形 5"/>
          <p:cNvSpPr/>
          <p:nvPr>
            <p:custDataLst>
              <p:tags r:id="rId5"/>
            </p:custDataLst>
          </p:nvPr>
        </p:nvSpPr>
        <p:spPr>
          <a:xfrm flipV="1">
            <a:off x="8969561" y="4850711"/>
            <a:ext cx="3072920" cy="2054605"/>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微软雅黑" panose="020B0503020204020204" pitchFamily="34" charset="-122"/>
              <a:cs typeface="Arial" panose="020B0604020202090204" pitchFamily="34" charset="0"/>
            </a:endParaRPr>
          </a:p>
        </p:txBody>
      </p:sp>
      <p:sp>
        <p:nvSpPr>
          <p:cNvPr id="2" name="标题 1"/>
          <p:cNvSpPr>
            <a:spLocks noGrp="1"/>
          </p:cNvSpPr>
          <p:nvPr>
            <p:ph type="title" hasCustomPrompt="1"/>
            <p:custDataLst>
              <p:tags r:id="rId6"/>
            </p:custDataLst>
          </p:nvPr>
        </p:nvSpPr>
        <p:spPr>
          <a:xfrm>
            <a:off x="5839487" y="1264590"/>
            <a:ext cx="5539534" cy="2410916"/>
          </a:xfrm>
        </p:spPr>
        <p:txBody>
          <a:bodyPr lIns="90000" tIns="46800" rIns="90000" bIns="46800" anchor="b">
            <a:normAutofit/>
          </a:bodyPr>
          <a:lstStyle>
            <a:lvl1pPr marL="0" marR="0" algn="r" defTabSz="914400" rtl="0" eaLnBrk="1" fontAlgn="auto" latinLnBrk="0" hangingPunct="1">
              <a:lnSpc>
                <a:spcPct val="100000"/>
              </a:lnSpc>
              <a:buNone/>
              <a:defRPr kumimoji="0" lang="zh-CN" altLang="en-US" sz="8800" b="1" i="0" u="none" strike="noStrike" kern="1200" cap="none" spc="0" normalizeH="0" baseline="0" noProof="1" dirty="0">
                <a:solidFill>
                  <a:schemeClr val="tx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编辑标题</a:t>
            </a:r>
            <a:endParaRPr noProof="1">
              <a:sym typeface="+mn-ea"/>
            </a:endParaRPr>
          </a:p>
        </p:txBody>
      </p:sp>
      <p:sp>
        <p:nvSpPr>
          <p:cNvPr id="7" name="日期占位符 2"/>
          <p:cNvSpPr>
            <a:spLocks noGrp="1"/>
          </p:cNvSpPr>
          <p:nvPr>
            <p:ph type="dt" sz="half" idx="10"/>
            <p:custDataLst>
              <p:tags r:id="rId7"/>
            </p:custDataLst>
          </p:nvPr>
        </p:nvSpPr>
        <p:spPr/>
        <p:txBody>
          <a:bodyPr/>
          <a:lstStyle>
            <a:lvl1pPr>
              <a:defRPr>
                <a:latin typeface="微软雅黑" panose="020B0503020204020204" pitchFamily="34" charset="-122"/>
                <a:ea typeface="微软雅黑" panose="020B0503020204020204" pitchFamily="34" charset="-122"/>
                <a:cs typeface="微软雅黑" panose="020B0503020204020204" pitchFamily="34" charset="-122"/>
              </a:defRPr>
            </a:lvl1pPr>
          </a:lstStyle>
          <a:p>
            <a:pPr>
              <a:defRPr/>
            </a:pPr>
            <a:endParaRPr lang="zh-CN" altLang="en-US"/>
          </a:p>
        </p:txBody>
      </p:sp>
      <p:sp>
        <p:nvSpPr>
          <p:cNvPr id="8" name="页脚占位符 3"/>
          <p:cNvSpPr>
            <a:spLocks noGrp="1"/>
          </p:cNvSpPr>
          <p:nvPr>
            <p:ph type="ftr" sz="quarter" idx="11"/>
            <p:custDataLst>
              <p:tags r:id="rId8"/>
            </p:custDataLst>
          </p:nvPr>
        </p:nvSpPr>
        <p:spPr/>
        <p:txBody>
          <a:bodyPr/>
          <a:lstStyle>
            <a:lvl1pPr>
              <a:defRPr>
                <a:latin typeface="微软雅黑" panose="020B0503020204020204" pitchFamily="34" charset="-122"/>
                <a:ea typeface="微软雅黑" panose="020B0503020204020204" pitchFamily="34" charset="-122"/>
                <a:cs typeface="微软雅黑" panose="020B0503020204020204" pitchFamily="34" charset="-122"/>
              </a:defRPr>
            </a:lvl1pPr>
          </a:lstStyle>
          <a:p>
            <a:pPr>
              <a:defRPr/>
            </a:pPr>
            <a:endParaRPr lang="zh-CN" altLang="en-US"/>
          </a:p>
        </p:txBody>
      </p:sp>
      <p:sp>
        <p:nvSpPr>
          <p:cNvPr id="9" name="灯片编号占位符 4"/>
          <p:cNvSpPr>
            <a:spLocks noGrp="1"/>
          </p:cNvSpPr>
          <p:nvPr>
            <p:ph type="sldNum" sz="quarter" idx="12"/>
            <p:custDataLst>
              <p:tags r:id="rId9"/>
            </p:custDataLst>
          </p:nvPr>
        </p:nvSpPr>
        <p:spPr/>
        <p:txBody>
          <a:bodyPr/>
          <a:lstStyle>
            <a:lvl1pPr>
              <a:defRPr/>
            </a:lvl1pPr>
          </a:lstStyle>
          <a:p>
            <a:pPr>
              <a:defRPr/>
            </a:pPr>
            <a:fld id="{5589FA83-3AA4-4AB1-AE99-861D1E52AE27}" type="slidenum">
              <a:rPr lang="zh-CN" altLang="en-US"/>
            </a:fld>
            <a:endParaRPr lang="zh-CN" altLang="en-US"/>
          </a:p>
        </p:txBody>
      </p:sp>
    </p:spTree>
  </p:cSld>
  <p:clrMapOvr>
    <a:masterClrMapping/>
  </p:clrMapOvr>
  <p:transition spd="slow">
    <p:random/>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lumMod val="95000"/>
          </a:schemeClr>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Click="0" advTm="2000">
        <p:random/>
      </p:transition>
    </mc:Choice>
    <mc:Fallback>
      <p:transition spd="slow" advClick="0" advTm="2000">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71.xml"/><Relationship Id="rId17" Type="http://schemas.openxmlformats.org/officeDocument/2006/relationships/tags" Target="../tags/tag70.xml"/><Relationship Id="rId16" Type="http://schemas.openxmlformats.org/officeDocument/2006/relationships/tags" Target="../tags/tag69.xml"/><Relationship Id="rId15" Type="http://schemas.openxmlformats.org/officeDocument/2006/relationships/tags" Target="../tags/tag68.xml"/><Relationship Id="rId14" Type="http://schemas.openxmlformats.org/officeDocument/2006/relationships/tags" Target="../tags/tag67.xml"/><Relationship Id="rId13" Type="http://schemas.openxmlformats.org/officeDocument/2006/relationships/tags" Target="../tags/tag66.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custDataLst>
              <p:tags r:id="rId13"/>
            </p:custDataLst>
          </p:nvPr>
        </p:nvSpPr>
        <p:spPr bwMode="auto">
          <a:xfrm>
            <a:off x="669820" y="442995"/>
            <a:ext cx="10850454" cy="442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38100" rIns="76200" bIns="38100" numCol="1" anchor="t" anchorCtr="0" compatLnSpc="1"/>
          <a:lstStyle/>
          <a:p>
            <a:pPr lvl="0"/>
            <a:r>
              <a:rPr lang="zh-CN" altLang="en-US" dirty="0"/>
              <a:t>单击此处编辑母版标题样式</a:t>
            </a:r>
            <a:endParaRPr lang="zh-CN" altLang="en-US" dirty="0"/>
          </a:p>
        </p:txBody>
      </p:sp>
      <p:sp>
        <p:nvSpPr>
          <p:cNvPr id="1027" name="文本占位符 2"/>
          <p:cNvSpPr>
            <a:spLocks noGrp="1" noChangeArrowheads="1"/>
          </p:cNvSpPr>
          <p:nvPr>
            <p:ph type="body" idx="9"/>
            <p:custDataLst>
              <p:tags r:id="rId14"/>
            </p:custDataLst>
          </p:nvPr>
        </p:nvSpPr>
        <p:spPr bwMode="auto">
          <a:xfrm>
            <a:off x="669820" y="952676"/>
            <a:ext cx="10850454" cy="5390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0" rIns="8255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custDataLst>
              <p:tags r:id="rId15"/>
            </p:custDataLst>
          </p:nvPr>
        </p:nvSpPr>
        <p:spPr>
          <a:xfrm>
            <a:off x="879338" y="6351176"/>
            <a:ext cx="2699916" cy="315972"/>
          </a:xfrm>
          <a:prstGeom prst="rect">
            <a:avLst/>
          </a:prstGeom>
        </p:spPr>
        <p:txBody>
          <a:bodyPr vert="horz" lIns="91440" tIns="45720" rIns="91440" bIns="45720" rtlCol="0" anchor="ctr">
            <a:normAutofit/>
          </a:bodyPr>
          <a:lstStyle>
            <a:lvl1pPr algn="l" eaLnBrk="1" hangingPunct="1">
              <a:buFontTx/>
              <a:buNone/>
              <a:defRPr sz="1200">
                <a:solidFill>
                  <a:schemeClr val="tx1">
                    <a:tint val="7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E55FF689-EDED-48A6-8D97-78E4DBE38DC3}" type="datetime1">
              <a:rPr lang="zh-CN" altLang="en-US" smtClean="0"/>
            </a:fld>
            <a:endParaRPr lang="zh-CN" altLang="en-US"/>
          </a:p>
        </p:txBody>
      </p:sp>
      <p:sp>
        <p:nvSpPr>
          <p:cNvPr id="5" name="页脚占位符 4"/>
          <p:cNvSpPr>
            <a:spLocks noGrp="1"/>
          </p:cNvSpPr>
          <p:nvPr>
            <p:ph type="ftr" sz="quarter" idx="3"/>
            <p:custDataLst>
              <p:tags r:id="rId16"/>
            </p:custDataLst>
          </p:nvPr>
        </p:nvSpPr>
        <p:spPr>
          <a:xfrm>
            <a:off x="4115745" y="6351176"/>
            <a:ext cx="3958606" cy="315972"/>
          </a:xfrm>
          <a:prstGeom prst="rect">
            <a:avLst/>
          </a:prstGeom>
        </p:spPr>
        <p:txBody>
          <a:bodyPr vert="horz" lIns="91440" tIns="45720" rIns="91440" bIns="45720" rtlCol="0" anchor="ctr">
            <a:normAutofit/>
          </a:bodyPr>
          <a:lstStyle>
            <a:lvl1pPr algn="ctr" eaLnBrk="1" hangingPunct="1">
              <a:buFontTx/>
              <a:buNone/>
              <a:defRPr sz="1200">
                <a:solidFill>
                  <a:schemeClr val="tx1">
                    <a:tint val="7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endParaRPr lang="zh-CN" altLang="en-US"/>
          </a:p>
        </p:txBody>
      </p:sp>
      <p:sp>
        <p:nvSpPr>
          <p:cNvPr id="6" name="灯片编号占位符 5"/>
          <p:cNvSpPr>
            <a:spLocks noGrp="1"/>
          </p:cNvSpPr>
          <p:nvPr>
            <p:ph type="sldNum" sz="quarter" idx="4"/>
            <p:custDataLst>
              <p:tags r:id="rId17"/>
            </p:custDataLst>
          </p:nvPr>
        </p:nvSpPr>
        <p:spPr>
          <a:xfrm>
            <a:off x="8609255" y="6351176"/>
            <a:ext cx="2699916" cy="315972"/>
          </a:xfrm>
          <a:prstGeom prst="rect">
            <a:avLst/>
          </a:prstGeom>
        </p:spPr>
        <p:txBody>
          <a:bodyPr vert="horz" lIns="91440" tIns="45720" rIns="91440" bIns="45720" rtlCol="0" anchor="ctr">
            <a:normAutofit/>
          </a:bodyPr>
          <a:lstStyle>
            <a:lvl1pPr algn="r" eaLnBrk="1" hangingPunct="1">
              <a:buFontTx/>
              <a:buNone/>
              <a:defRPr sz="1200">
                <a:solidFill>
                  <a:schemeClr val="tx1">
                    <a:tint val="75000"/>
                  </a:schemeClr>
                </a:solidFill>
                <a:latin typeface="微软雅黑" panose="020B0503020204020204" pitchFamily="34" charset="-122"/>
                <a:cs typeface="微软雅黑" panose="020B0503020204020204" pitchFamily="34" charset="-122"/>
              </a:defRPr>
            </a:lvl1pPr>
          </a:lstStyle>
          <a:p>
            <a:fld id="{550E9D9E-9073-4F1A-91C6-5AE4C170066B}" type="slidenum">
              <a:rPr lang="zh-CN" altLang="en-US" smtClean="0"/>
            </a:fld>
            <a:endParaRPr lang="zh-CN" altLang="en-US"/>
          </a:p>
        </p:txBody>
      </p:sp>
      <p:sp>
        <p:nvSpPr>
          <p:cNvPr id="2" name="KSO_TEMPLATE" hidden="1"/>
          <p:cNvSpPr/>
          <p:nvPr>
            <p:custDataLst>
              <p:tags r:id="rId1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latin typeface="微软雅黑" panose="020B0503020204020204" pitchFamily="34" charset="-122"/>
              <a:cs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slow">
    <p:random/>
  </p:transition>
  <p:hf sldNum="0" hdr="0" ftr="0" dt="0"/>
  <p:txStyles>
    <p:titleStyle>
      <a:lvl1pPr algn="l" rtl="0" eaLnBrk="1" fontAlgn="base" hangingPunct="1">
        <a:spcBef>
          <a:spcPct val="0"/>
        </a:spcBef>
        <a:spcAft>
          <a:spcPct val="0"/>
        </a:spcAft>
        <a:defRPr sz="2400" b="1" kern="1200" spc="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2pPr>
      <a:lvl3pPr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3pPr>
      <a:lvl4pPr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4pPr>
      <a:lvl5pPr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5pPr>
      <a:lvl6pPr marL="457200"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6pPr>
      <a:lvl7pPr marL="914400"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7pPr>
      <a:lvl8pPr marL="1371600"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8pPr>
      <a:lvl9pPr marL="1828800"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9pPr>
    </p:titleStyle>
    <p:bodyStyle>
      <a:lvl1pPr marL="228600" indent="-228600" algn="l" rtl="0" eaLnBrk="1" fontAlgn="base" hangingPunct="1">
        <a:lnSpc>
          <a:spcPct val="130000"/>
        </a:lnSpc>
        <a:spcBef>
          <a:spcPct val="0"/>
        </a:spcBef>
        <a:spcAft>
          <a:spcPts val="1000"/>
        </a:spcAft>
        <a:buFont typeface="Arial" panose="020B0604020202090204" pitchFamily="34" charset="0"/>
        <a:buChar char="•"/>
        <a:defRPr sz="1600" kern="1200" spc="15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marL="685800" indent="-228600" algn="l" defTabSz="0" rtl="0" eaLnBrk="1" fontAlgn="base" hangingPunct="1">
        <a:lnSpc>
          <a:spcPct val="130000"/>
        </a:lnSpc>
        <a:spcBef>
          <a:spcPct val="0"/>
        </a:spcBef>
        <a:spcAft>
          <a:spcPts val="1000"/>
        </a:spcAft>
        <a:buFont typeface="Arial" panose="020B060402020209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1143000" indent="-228600" algn="l" defTabSz="0" rtl="0" eaLnBrk="1" fontAlgn="base" hangingPunct="1">
        <a:lnSpc>
          <a:spcPct val="130000"/>
        </a:lnSpc>
        <a:spcBef>
          <a:spcPct val="0"/>
        </a:spcBef>
        <a:spcAft>
          <a:spcPts val="1000"/>
        </a:spcAft>
        <a:buFont typeface="Arial" panose="020B060402020209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marL="1600200" indent="-228600" algn="l" defTabSz="0" rtl="0" eaLnBrk="1" fontAlgn="base" hangingPunct="1">
        <a:lnSpc>
          <a:spcPct val="130000"/>
        </a:lnSpc>
        <a:spcBef>
          <a:spcPct val="0"/>
        </a:spcBef>
        <a:spcAft>
          <a:spcPts val="1000"/>
        </a:spcAft>
        <a:buFont typeface="Arial" panose="020B060402020209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marL="2056765" indent="-228600" algn="l" defTabSz="0" rtl="0" eaLnBrk="1" fontAlgn="base" hangingPunct="1">
        <a:lnSpc>
          <a:spcPct val="130000"/>
        </a:lnSpc>
        <a:spcBef>
          <a:spcPct val="0"/>
        </a:spcBef>
        <a:spcAft>
          <a:spcPts val="1000"/>
        </a:spcAft>
        <a:buFont typeface="Arial" panose="020B060402020209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25139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openxmlformats.org/officeDocument/2006/relationships/tags" Target="../tags/tag72.xml"/><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0.xml"/><Relationship Id="rId1" Type="http://schemas.openxmlformats.org/officeDocument/2006/relationships/tags" Target="../tags/tag7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0.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0.xml"/><Relationship Id="rId1" Type="http://schemas.openxmlformats.org/officeDocument/2006/relationships/tags" Target="../tags/tag7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0.xml"/><Relationship Id="rId1" Type="http://schemas.openxmlformats.org/officeDocument/2006/relationships/tags" Target="../tags/tag75.xml"/></Relationships>
</file>

<file path=ppt/slides/_rels/slide15.xml.rels><?xml version="1.0" encoding="UTF-8" standalone="yes"?>
<Relationships xmlns="http://schemas.openxmlformats.org/package/2006/relationships"><Relationship Id="rId9" Type="http://schemas.openxmlformats.org/officeDocument/2006/relationships/image" Target="../media/image15.wmf"/><Relationship Id="rId8" Type="http://schemas.openxmlformats.org/officeDocument/2006/relationships/image" Target="../media/image14.wmf"/><Relationship Id="rId7" Type="http://schemas.openxmlformats.org/officeDocument/2006/relationships/image" Target="../media/image13.wmf"/><Relationship Id="rId6" Type="http://schemas.openxmlformats.org/officeDocument/2006/relationships/image" Target="../media/image12.wmf"/><Relationship Id="rId5" Type="http://schemas.openxmlformats.org/officeDocument/2006/relationships/image" Target="../media/image11.wmf"/><Relationship Id="rId4" Type="http://schemas.openxmlformats.org/officeDocument/2006/relationships/image" Target="../media/image10.wmf"/><Relationship Id="rId3" Type="http://schemas.openxmlformats.org/officeDocument/2006/relationships/image" Target="../media/image9.wmf"/><Relationship Id="rId2" Type="http://schemas.openxmlformats.org/officeDocument/2006/relationships/image" Target="../media/image8.wmf"/><Relationship Id="rId11" Type="http://schemas.openxmlformats.org/officeDocument/2006/relationships/notesSlide" Target="../notesSlides/notesSlide15.xml"/><Relationship Id="rId10" Type="http://schemas.openxmlformats.org/officeDocument/2006/relationships/slideLayout" Target="../slideLayouts/slideLayout10.xml"/><Relationship Id="rId1" Type="http://schemas.openxmlformats.org/officeDocument/2006/relationships/image" Target="../media/image7.wmf"/></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0.xml"/><Relationship Id="rId1" Type="http://schemas.openxmlformats.org/officeDocument/2006/relationships/image" Target="../media/image16.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0.xml"/><Relationship Id="rId1" Type="http://schemas.openxmlformats.org/officeDocument/2006/relationships/image" Target="../media/image17.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vmlDrawing" Target="../drawings/vmlDrawing1.vml"/><Relationship Id="rId3" Type="http://schemas.openxmlformats.org/officeDocument/2006/relationships/slideLayout" Target="../slideLayouts/slideLayout10.xml"/><Relationship Id="rId2" Type="http://schemas.openxmlformats.org/officeDocument/2006/relationships/image" Target="../media/image18.emf"/><Relationship Id="rId1" Type="http://schemas.openxmlformats.org/officeDocument/2006/relationships/oleObject" Target="../embeddings/oleObject1.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0.xml"/><Relationship Id="rId1" Type="http://schemas.openxmlformats.org/officeDocument/2006/relationships/image" Target="../media/image19.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9" Type="http://schemas.openxmlformats.org/officeDocument/2006/relationships/notesSlide" Target="../notesSlides/notesSlide43.xml"/><Relationship Id="rId8" Type="http://schemas.openxmlformats.org/officeDocument/2006/relationships/vmlDrawing" Target="../drawings/vmlDrawing2.vml"/><Relationship Id="rId7" Type="http://schemas.openxmlformats.org/officeDocument/2006/relationships/slideLayout" Target="../slideLayouts/slideLayout10.xml"/><Relationship Id="rId6" Type="http://schemas.openxmlformats.org/officeDocument/2006/relationships/image" Target="../media/image23.wmf"/><Relationship Id="rId5" Type="http://schemas.openxmlformats.org/officeDocument/2006/relationships/image" Target="../media/image22.emf"/><Relationship Id="rId4" Type="http://schemas.openxmlformats.org/officeDocument/2006/relationships/image" Target="../media/image21.emf"/><Relationship Id="rId3" Type="http://schemas.openxmlformats.org/officeDocument/2006/relationships/oleObject" Target="../embeddings/oleObject3.bin"/><Relationship Id="rId2" Type="http://schemas.openxmlformats.org/officeDocument/2006/relationships/image" Target="../media/image20.emf"/><Relationship Id="rId1" Type="http://schemas.openxmlformats.org/officeDocument/2006/relationships/oleObject" Target="../embeddings/oleObject2.bin"/></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0.xml"/><Relationship Id="rId1" Type="http://schemas.openxmlformats.org/officeDocument/2006/relationships/tags" Target="../tags/tag76.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0.xml"/><Relationship Id="rId1" Type="http://schemas.openxmlformats.org/officeDocument/2006/relationships/tags" Target="../tags/tag7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0.xml"/><Relationship Id="rId1" Type="http://schemas.openxmlformats.org/officeDocument/2006/relationships/image" Target="../media/image24.emf"/></Relationships>
</file>

<file path=ppt/slides/_rels/slide55.xml.rels><?xml version="1.0" encoding="UTF-8" standalone="yes"?>
<Relationships xmlns="http://schemas.openxmlformats.org/package/2006/relationships"><Relationship Id="rId5" Type="http://schemas.openxmlformats.org/officeDocument/2006/relationships/notesSlide" Target="../notesSlides/notesSlide55.xml"/><Relationship Id="rId4" Type="http://schemas.openxmlformats.org/officeDocument/2006/relationships/vmlDrawing" Target="../drawings/vmlDrawing3.vml"/><Relationship Id="rId3" Type="http://schemas.openxmlformats.org/officeDocument/2006/relationships/slideLayout" Target="../slideLayouts/slideLayout10.xml"/><Relationship Id="rId2" Type="http://schemas.openxmlformats.org/officeDocument/2006/relationships/image" Target="../media/image25.wmf"/><Relationship Id="rId1" Type="http://schemas.openxmlformats.org/officeDocument/2006/relationships/oleObject" Target="../embeddings/oleObject4.bin"/></Relationships>
</file>

<file path=ppt/slides/_rels/slide56.xml.rels><?xml version="1.0" encoding="UTF-8" standalone="yes"?>
<Relationships xmlns="http://schemas.openxmlformats.org/package/2006/relationships"><Relationship Id="rId5" Type="http://schemas.openxmlformats.org/officeDocument/2006/relationships/notesSlide" Target="../notesSlides/notesSlide56.xml"/><Relationship Id="rId4" Type="http://schemas.openxmlformats.org/officeDocument/2006/relationships/slideLayout" Target="../slideLayouts/slideLayout10.xml"/><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58.xml"/><Relationship Id="rId3" Type="http://schemas.openxmlformats.org/officeDocument/2006/relationships/slideLayout" Target="../slideLayouts/slideLayout10.xml"/><Relationship Id="rId2" Type="http://schemas.openxmlformats.org/officeDocument/2006/relationships/image" Target="../media/image30.png"/><Relationship Id="rId1" Type="http://schemas.openxmlformats.org/officeDocument/2006/relationships/image" Target="../media/image29.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10.xml"/><Relationship Id="rId2" Type="http://schemas.openxmlformats.org/officeDocument/2006/relationships/image" Target="../media/image32.png"/><Relationship Id="rId1" Type="http://schemas.openxmlformats.org/officeDocument/2006/relationships/image" Target="../media/image31.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5" Type="http://schemas.openxmlformats.org/officeDocument/2006/relationships/notesSlide" Target="../notesSlides/notesSlide68.xml"/><Relationship Id="rId4" Type="http://schemas.openxmlformats.org/officeDocument/2006/relationships/vmlDrawing" Target="../drawings/vmlDrawing4.vml"/><Relationship Id="rId3" Type="http://schemas.openxmlformats.org/officeDocument/2006/relationships/slideLayout" Target="../slideLayouts/slideLayout10.xml"/><Relationship Id="rId2" Type="http://schemas.openxmlformats.org/officeDocument/2006/relationships/image" Target="../media/image33.png"/><Relationship Id="rId1" Type="http://schemas.openxmlformats.org/officeDocument/2006/relationships/oleObject" Target="../embeddings/oleObject5.bin"/></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0.xml"/><Relationship Id="rId1" Type="http://schemas.openxmlformats.org/officeDocument/2006/relationships/image" Target="../media/image34.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72.xml"/><Relationship Id="rId3" Type="http://schemas.openxmlformats.org/officeDocument/2006/relationships/slideLayout" Target="../slideLayouts/slideLayout10.xml"/><Relationship Id="rId2" Type="http://schemas.openxmlformats.org/officeDocument/2006/relationships/image" Target="../media/image36.png"/><Relationship Id="rId1" Type="http://schemas.openxmlformats.org/officeDocument/2006/relationships/image" Target="../media/image35.wmf"/></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10.xml"/><Relationship Id="rId1" Type="http://schemas.openxmlformats.org/officeDocument/2006/relationships/image" Target="../media/image37.emf"/></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10.xml"/><Relationship Id="rId1" Type="http://schemas.openxmlformats.org/officeDocument/2006/relationships/image" Target="../media/image38.wmf"/></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0.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10.xml"/><Relationship Id="rId1" Type="http://schemas.openxmlformats.org/officeDocument/2006/relationships/image" Target="../media/image39.wmf"/></Relationships>
</file>

<file path=ppt/slides/_rels/slide79.xml.rels><?xml version="1.0" encoding="UTF-8" standalone="yes"?>
<Relationships xmlns="http://schemas.openxmlformats.org/package/2006/relationships"><Relationship Id="rId6" Type="http://schemas.openxmlformats.org/officeDocument/2006/relationships/notesSlide" Target="../notesSlides/notesSlide79.xml"/><Relationship Id="rId5" Type="http://schemas.openxmlformats.org/officeDocument/2006/relationships/vmlDrawing" Target="../drawings/vmlDrawing5.vml"/><Relationship Id="rId4" Type="http://schemas.openxmlformats.org/officeDocument/2006/relationships/slideLayout" Target="../slideLayouts/slideLayout10.xml"/><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oleObject" Target="../embeddings/oleObject6.bin"/></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10.xml"/><Relationship Id="rId1" Type="http://schemas.openxmlformats.org/officeDocument/2006/relationships/image" Target="../media/image42.emf"/></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0.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0.xml"/></Relationships>
</file>

<file path=ppt/slides/_rels/slide83.xml.rels><?xml version="1.0" encoding="UTF-8" standalone="yes"?>
<Relationships xmlns="http://schemas.openxmlformats.org/package/2006/relationships"><Relationship Id="rId4" Type="http://schemas.openxmlformats.org/officeDocument/2006/relationships/notesSlide" Target="../notesSlides/notesSlide83.xml"/><Relationship Id="rId3" Type="http://schemas.openxmlformats.org/officeDocument/2006/relationships/slideLayout" Target="../slideLayouts/slideLayout10.xml"/><Relationship Id="rId2" Type="http://schemas.openxmlformats.org/officeDocument/2006/relationships/image" Target="../media/image44.png"/><Relationship Id="rId1" Type="http://schemas.openxmlformats.org/officeDocument/2006/relationships/image" Target="../media/image43.pn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0.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0.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0.xml"/></Relationships>
</file>

<file path=ppt/slides/_rels/slide87.xml.rels><?xml version="1.0" encoding="UTF-8" standalone="yes"?>
<Relationships xmlns="http://schemas.openxmlformats.org/package/2006/relationships"><Relationship Id="rId4" Type="http://schemas.openxmlformats.org/officeDocument/2006/relationships/notesSlide" Target="../notesSlides/notesSlide87.xml"/><Relationship Id="rId3" Type="http://schemas.openxmlformats.org/officeDocument/2006/relationships/slideLayout" Target="../slideLayouts/slideLayout10.xml"/><Relationship Id="rId2" Type="http://schemas.openxmlformats.org/officeDocument/2006/relationships/image" Target="../media/image45.png"/><Relationship Id="rId1" Type="http://schemas.openxmlformats.org/officeDocument/2006/relationships/hyperlink" Target="mailto:thbin@buaa.edu.cn" TargetMode="Externa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0.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0.xml"/></Relationships>
</file>

<file path=ppt/slides/_rels/slide90.xml.rels><?xml version="1.0" encoding="UTF-8" standalone="yes"?>
<Relationships xmlns="http://schemas.openxmlformats.org/package/2006/relationships"><Relationship Id="rId4" Type="http://schemas.openxmlformats.org/officeDocument/2006/relationships/notesSlide" Target="../notesSlides/notesSlide90.xml"/><Relationship Id="rId3" Type="http://schemas.openxmlformats.org/officeDocument/2006/relationships/slideLayout" Target="../slideLayouts/slideLayout10.xml"/><Relationship Id="rId2" Type="http://schemas.openxmlformats.org/officeDocument/2006/relationships/image" Target="../media/image46.png"/><Relationship Id="rId1" Type="http://schemas.openxmlformats.org/officeDocument/2006/relationships/hyperlink" Target="mailto:thbin@buaa.edu.cn" TargetMode="Externa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10.xml"/><Relationship Id="rId1" Type="http://schemas.openxmlformats.org/officeDocument/2006/relationships/image" Target="../media/image47.emf"/></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0.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0.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10.xml"/><Relationship Id="rId1" Type="http://schemas.openxmlformats.org/officeDocument/2006/relationships/tags" Target="../tags/tag78.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0.xml"/></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10.xml"/><Relationship Id="rId1" Type="http://schemas.openxmlformats.org/officeDocument/2006/relationships/image" Target="../media/image48.wmf"/></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0.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0.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0.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0.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0.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0.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0.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10.xml"/><Relationship Id="rId1" Type="http://schemas.openxmlformats.org/officeDocument/2006/relationships/tags" Target="../tags/tag79.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0.xml"/></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106.xml"/><Relationship Id="rId2" Type="http://schemas.openxmlformats.org/officeDocument/2006/relationships/slideLayout" Target="../slideLayouts/slideLayout10.xml"/><Relationship Id="rId1" Type="http://schemas.openxmlformats.org/officeDocument/2006/relationships/image" Target="../media/image49.png"/></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107.xml"/><Relationship Id="rId2" Type="http://schemas.openxmlformats.org/officeDocument/2006/relationships/slideLayout" Target="../slideLayouts/slideLayout10.xml"/><Relationship Id="rId1" Type="http://schemas.openxmlformats.org/officeDocument/2006/relationships/image" Target="../media/image50.png"/></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08.xml"/><Relationship Id="rId2" Type="http://schemas.openxmlformats.org/officeDocument/2006/relationships/slideLayout" Target="../slideLayouts/slideLayout10.xml"/><Relationship Id="rId1" Type="http://schemas.openxmlformats.org/officeDocument/2006/relationships/image" Target="../media/image51.png"/></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10.xml"/><Relationship Id="rId1" Type="http://schemas.openxmlformats.org/officeDocument/2006/relationships/image" Target="../media/image52.png"/></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10.xml"/><Relationship Id="rId1" Type="http://schemas.openxmlformats.org/officeDocument/2006/relationships/image" Target="../media/image53.png"/></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bg1">
              <a:lumMod val="95000"/>
            </a:schemeClr>
          </a:fgClr>
          <a:bgClr>
            <a:schemeClr val="bg1"/>
          </a:bgClr>
        </a:pattFill>
        <a:effectLst/>
      </p:bgPr>
    </p:bg>
    <p:spTree>
      <p:nvGrpSpPr>
        <p:cNvPr id="1" name=""/>
        <p:cNvGrpSpPr/>
        <p:nvPr/>
      </p:nvGrpSpPr>
      <p:grpSpPr>
        <a:xfrm>
          <a:off x="0" y="0"/>
          <a:ext cx="0" cy="0"/>
          <a:chOff x="0" y="0"/>
          <a:chExt cx="0" cy="0"/>
        </a:xfrm>
      </p:grpSpPr>
      <p:grpSp>
        <p:nvGrpSpPr>
          <p:cNvPr id="6" name="组合 5" hidden="1"/>
          <p:cNvGrpSpPr/>
          <p:nvPr/>
        </p:nvGrpSpPr>
        <p:grpSpPr>
          <a:xfrm>
            <a:off x="5396095" y="-3767547"/>
            <a:ext cx="13815801" cy="27026075"/>
            <a:chOff x="4047598" y="-2825006"/>
            <a:chExt cx="10363200" cy="20264864"/>
          </a:xfrm>
        </p:grpSpPr>
        <p:cxnSp>
          <p:nvCxnSpPr>
            <p:cNvPr id="207" name="直接连接符 206"/>
            <p:cNvCxnSpPr/>
            <p:nvPr/>
          </p:nvCxnSpPr>
          <p:spPr>
            <a:xfrm rot="2700000">
              <a:off x="-40515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08" name="直接连接符 207"/>
            <p:cNvCxnSpPr/>
            <p:nvPr/>
          </p:nvCxnSpPr>
          <p:spPr>
            <a:xfrm rot="2700000">
              <a:off x="-38483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09" name="直接连接符 208"/>
            <p:cNvCxnSpPr/>
            <p:nvPr/>
          </p:nvCxnSpPr>
          <p:spPr>
            <a:xfrm rot="2700000">
              <a:off x="-36451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0" name="直接连接符 209"/>
            <p:cNvCxnSpPr/>
            <p:nvPr/>
          </p:nvCxnSpPr>
          <p:spPr>
            <a:xfrm rot="2700000">
              <a:off x="-34419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1" name="直接连接符 210"/>
            <p:cNvCxnSpPr/>
            <p:nvPr/>
          </p:nvCxnSpPr>
          <p:spPr>
            <a:xfrm rot="2700000">
              <a:off x="-32387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rot="2700000">
              <a:off x="-30355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3" name="直接连接符 212"/>
            <p:cNvCxnSpPr/>
            <p:nvPr/>
          </p:nvCxnSpPr>
          <p:spPr>
            <a:xfrm rot="2700000">
              <a:off x="-28323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4" name="直接连接符 213"/>
            <p:cNvCxnSpPr/>
            <p:nvPr/>
          </p:nvCxnSpPr>
          <p:spPr>
            <a:xfrm rot="2700000">
              <a:off x="-26291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5" name="直接连接符 214"/>
            <p:cNvCxnSpPr/>
            <p:nvPr/>
          </p:nvCxnSpPr>
          <p:spPr>
            <a:xfrm rot="2700000">
              <a:off x="-24259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6" name="直接连接符 215"/>
            <p:cNvCxnSpPr/>
            <p:nvPr/>
          </p:nvCxnSpPr>
          <p:spPr>
            <a:xfrm rot="2700000">
              <a:off x="-22227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7" name="直接连接符 216"/>
            <p:cNvCxnSpPr/>
            <p:nvPr/>
          </p:nvCxnSpPr>
          <p:spPr>
            <a:xfrm rot="2700000">
              <a:off x="-20195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8" name="直接连接符 217"/>
            <p:cNvCxnSpPr/>
            <p:nvPr/>
          </p:nvCxnSpPr>
          <p:spPr>
            <a:xfrm rot="2700000">
              <a:off x="-18163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9" name="直接连接符 218"/>
            <p:cNvCxnSpPr/>
            <p:nvPr/>
          </p:nvCxnSpPr>
          <p:spPr>
            <a:xfrm rot="2700000">
              <a:off x="-16131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0" name="直接连接符 219"/>
            <p:cNvCxnSpPr/>
            <p:nvPr/>
          </p:nvCxnSpPr>
          <p:spPr>
            <a:xfrm rot="2700000">
              <a:off x="-14099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1" name="直接连接符 220"/>
            <p:cNvCxnSpPr/>
            <p:nvPr/>
          </p:nvCxnSpPr>
          <p:spPr>
            <a:xfrm rot="2700000">
              <a:off x="-12067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rot="2700000">
              <a:off x="-10035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3" name="直接连接符 222"/>
            <p:cNvCxnSpPr/>
            <p:nvPr/>
          </p:nvCxnSpPr>
          <p:spPr>
            <a:xfrm rot="2700000">
              <a:off x="-8003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4" name="直接连接符 223"/>
            <p:cNvCxnSpPr/>
            <p:nvPr/>
          </p:nvCxnSpPr>
          <p:spPr>
            <a:xfrm rot="2700000">
              <a:off x="-5971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5" name="直接连接符 224"/>
            <p:cNvCxnSpPr/>
            <p:nvPr/>
          </p:nvCxnSpPr>
          <p:spPr>
            <a:xfrm rot="2700000">
              <a:off x="-3939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6" name="直接连接符 225"/>
            <p:cNvCxnSpPr/>
            <p:nvPr/>
          </p:nvCxnSpPr>
          <p:spPr>
            <a:xfrm rot="2700000">
              <a:off x="-1907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7" name="直接连接符 226"/>
            <p:cNvCxnSpPr/>
            <p:nvPr/>
          </p:nvCxnSpPr>
          <p:spPr>
            <a:xfrm rot="2700000">
              <a:off x="124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8" name="直接连接符 227"/>
            <p:cNvCxnSpPr/>
            <p:nvPr/>
          </p:nvCxnSpPr>
          <p:spPr>
            <a:xfrm rot="2700000">
              <a:off x="2156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9" name="直接连接符 228"/>
            <p:cNvCxnSpPr/>
            <p:nvPr/>
          </p:nvCxnSpPr>
          <p:spPr>
            <a:xfrm rot="2700000">
              <a:off x="4188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0" name="直接连接符 229"/>
            <p:cNvCxnSpPr/>
            <p:nvPr/>
          </p:nvCxnSpPr>
          <p:spPr>
            <a:xfrm rot="2700000">
              <a:off x="6220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rot="2700000">
              <a:off x="8252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2" name="直接连接符 231"/>
            <p:cNvCxnSpPr/>
            <p:nvPr/>
          </p:nvCxnSpPr>
          <p:spPr>
            <a:xfrm rot="2700000">
              <a:off x="10284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rot="2700000">
              <a:off x="12316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4" name="直接连接符 233"/>
            <p:cNvCxnSpPr/>
            <p:nvPr/>
          </p:nvCxnSpPr>
          <p:spPr>
            <a:xfrm rot="2700000">
              <a:off x="14348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5" name="直接连接符 234"/>
            <p:cNvCxnSpPr/>
            <p:nvPr/>
          </p:nvCxnSpPr>
          <p:spPr>
            <a:xfrm rot="2700000">
              <a:off x="16380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6" name="直接连接符 235"/>
            <p:cNvCxnSpPr/>
            <p:nvPr/>
          </p:nvCxnSpPr>
          <p:spPr>
            <a:xfrm rot="2700000">
              <a:off x="18403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p:nvPr/>
          </p:nvCxnSpPr>
          <p:spPr>
            <a:xfrm rot="2700000">
              <a:off x="20435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8" name="直接连接符 237"/>
            <p:cNvCxnSpPr/>
            <p:nvPr/>
          </p:nvCxnSpPr>
          <p:spPr>
            <a:xfrm rot="2700000">
              <a:off x="22467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rot="2700000">
              <a:off x="24499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0" name="直接连接符 239"/>
            <p:cNvCxnSpPr/>
            <p:nvPr/>
          </p:nvCxnSpPr>
          <p:spPr>
            <a:xfrm rot="2700000">
              <a:off x="26531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nvCxnSpPr>
          <p:spPr>
            <a:xfrm rot="2700000">
              <a:off x="28563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a:xfrm rot="2700000">
              <a:off x="30595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3" name="直接连接符 242"/>
            <p:cNvCxnSpPr/>
            <p:nvPr/>
          </p:nvCxnSpPr>
          <p:spPr>
            <a:xfrm rot="2700000">
              <a:off x="32627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4" name="直接连接符 243"/>
            <p:cNvCxnSpPr/>
            <p:nvPr/>
          </p:nvCxnSpPr>
          <p:spPr>
            <a:xfrm rot="2700000">
              <a:off x="34659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5" name="直接连接符 244"/>
            <p:cNvCxnSpPr/>
            <p:nvPr/>
          </p:nvCxnSpPr>
          <p:spPr>
            <a:xfrm rot="2700000">
              <a:off x="36691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6" name="直接连接符 245"/>
            <p:cNvCxnSpPr/>
            <p:nvPr/>
          </p:nvCxnSpPr>
          <p:spPr>
            <a:xfrm rot="2700000">
              <a:off x="38723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7" name="直接连接符 246"/>
            <p:cNvCxnSpPr/>
            <p:nvPr/>
          </p:nvCxnSpPr>
          <p:spPr>
            <a:xfrm rot="2700000">
              <a:off x="40755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8" name="直接连接符 247"/>
            <p:cNvCxnSpPr/>
            <p:nvPr/>
          </p:nvCxnSpPr>
          <p:spPr>
            <a:xfrm rot="2700000">
              <a:off x="42787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9" name="直接连接符 248"/>
            <p:cNvCxnSpPr/>
            <p:nvPr/>
          </p:nvCxnSpPr>
          <p:spPr>
            <a:xfrm rot="2700000">
              <a:off x="44819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0" name="直接连接符 249"/>
            <p:cNvCxnSpPr/>
            <p:nvPr/>
          </p:nvCxnSpPr>
          <p:spPr>
            <a:xfrm rot="2700000">
              <a:off x="46851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1" name="直接连接符 250"/>
            <p:cNvCxnSpPr/>
            <p:nvPr/>
          </p:nvCxnSpPr>
          <p:spPr>
            <a:xfrm rot="2700000">
              <a:off x="48883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2" name="直接连接符 251"/>
            <p:cNvCxnSpPr/>
            <p:nvPr/>
          </p:nvCxnSpPr>
          <p:spPr>
            <a:xfrm rot="2700000">
              <a:off x="50915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3" name="直接连接符 252"/>
            <p:cNvCxnSpPr/>
            <p:nvPr/>
          </p:nvCxnSpPr>
          <p:spPr>
            <a:xfrm rot="2700000">
              <a:off x="52947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4" name="直接连接符 253"/>
            <p:cNvCxnSpPr/>
            <p:nvPr/>
          </p:nvCxnSpPr>
          <p:spPr>
            <a:xfrm rot="2700000">
              <a:off x="54979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a:xfrm rot="2700000">
              <a:off x="57011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6" name="直接连接符 255"/>
            <p:cNvCxnSpPr/>
            <p:nvPr/>
          </p:nvCxnSpPr>
          <p:spPr>
            <a:xfrm rot="2700000">
              <a:off x="59043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7" name="直接连接符 256"/>
            <p:cNvCxnSpPr/>
            <p:nvPr/>
          </p:nvCxnSpPr>
          <p:spPr>
            <a:xfrm rot="2700000">
              <a:off x="61075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8" name="直接连接符 257"/>
            <p:cNvCxnSpPr/>
            <p:nvPr/>
          </p:nvCxnSpPr>
          <p:spPr>
            <a:xfrm rot="2700000">
              <a:off x="63107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9" name="直接连接符 258"/>
            <p:cNvCxnSpPr/>
            <p:nvPr/>
          </p:nvCxnSpPr>
          <p:spPr>
            <a:xfrm rot="2700000">
              <a:off x="-4052402" y="54790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0" name="直接连接符 259"/>
            <p:cNvCxnSpPr/>
            <p:nvPr/>
          </p:nvCxnSpPr>
          <p:spPr>
            <a:xfrm rot="2700000">
              <a:off x="-4052402" y="56822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1" name="直接连接符 260"/>
            <p:cNvCxnSpPr/>
            <p:nvPr/>
          </p:nvCxnSpPr>
          <p:spPr>
            <a:xfrm rot="2700000">
              <a:off x="-4052402" y="58854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2" name="直接连接符 261"/>
            <p:cNvCxnSpPr/>
            <p:nvPr/>
          </p:nvCxnSpPr>
          <p:spPr>
            <a:xfrm rot="2700000">
              <a:off x="-4052402" y="60886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3" name="直接连接符 262"/>
            <p:cNvCxnSpPr/>
            <p:nvPr/>
          </p:nvCxnSpPr>
          <p:spPr>
            <a:xfrm rot="2700000">
              <a:off x="-4052402" y="6291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4" name="直接连接符 263"/>
            <p:cNvCxnSpPr/>
            <p:nvPr/>
          </p:nvCxnSpPr>
          <p:spPr>
            <a:xfrm rot="2700000">
              <a:off x="-4052402" y="64950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5" name="直接连接符 264"/>
            <p:cNvCxnSpPr/>
            <p:nvPr/>
          </p:nvCxnSpPr>
          <p:spPr>
            <a:xfrm rot="2700000">
              <a:off x="-4052402" y="66982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6" name="直接连接符 265"/>
            <p:cNvCxnSpPr/>
            <p:nvPr/>
          </p:nvCxnSpPr>
          <p:spPr>
            <a:xfrm rot="2700000">
              <a:off x="-4052402" y="69014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7" name="直接连接符 266"/>
            <p:cNvCxnSpPr/>
            <p:nvPr/>
          </p:nvCxnSpPr>
          <p:spPr>
            <a:xfrm rot="2700000">
              <a:off x="-4052402" y="71046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8" name="直接连接符 267"/>
            <p:cNvCxnSpPr/>
            <p:nvPr/>
          </p:nvCxnSpPr>
          <p:spPr>
            <a:xfrm rot="2700000">
              <a:off x="-4052402" y="7307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9" name="直接连接符 268"/>
            <p:cNvCxnSpPr/>
            <p:nvPr/>
          </p:nvCxnSpPr>
          <p:spPr>
            <a:xfrm rot="2700000">
              <a:off x="-4052402" y="75110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0" name="直接连接符 269"/>
            <p:cNvCxnSpPr/>
            <p:nvPr/>
          </p:nvCxnSpPr>
          <p:spPr>
            <a:xfrm rot="2700000">
              <a:off x="-4052402" y="77142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1" name="直接连接符 270"/>
            <p:cNvCxnSpPr/>
            <p:nvPr/>
          </p:nvCxnSpPr>
          <p:spPr>
            <a:xfrm rot="2700000">
              <a:off x="-4052402" y="79174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2" name="直接连接符 271"/>
            <p:cNvCxnSpPr/>
            <p:nvPr/>
          </p:nvCxnSpPr>
          <p:spPr>
            <a:xfrm rot="2700000">
              <a:off x="-4052402" y="81206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3" name="直接连接符 272"/>
            <p:cNvCxnSpPr/>
            <p:nvPr/>
          </p:nvCxnSpPr>
          <p:spPr>
            <a:xfrm rot="2700000">
              <a:off x="-4052402" y="8323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4" name="直接连接符 273"/>
            <p:cNvCxnSpPr/>
            <p:nvPr/>
          </p:nvCxnSpPr>
          <p:spPr>
            <a:xfrm rot="2700000">
              <a:off x="-4052402" y="85270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5" name="直接连接符 274"/>
            <p:cNvCxnSpPr/>
            <p:nvPr/>
          </p:nvCxnSpPr>
          <p:spPr>
            <a:xfrm rot="2700000">
              <a:off x="-4052402" y="87302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6" name="直接连接符 275"/>
            <p:cNvCxnSpPr/>
            <p:nvPr/>
          </p:nvCxnSpPr>
          <p:spPr>
            <a:xfrm rot="2700000">
              <a:off x="-4052402" y="89334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7" name="直接连接符 276"/>
            <p:cNvCxnSpPr/>
            <p:nvPr/>
          </p:nvCxnSpPr>
          <p:spPr>
            <a:xfrm rot="2700000">
              <a:off x="-4052402" y="91366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8" name="直接连接符 277"/>
            <p:cNvCxnSpPr/>
            <p:nvPr/>
          </p:nvCxnSpPr>
          <p:spPr>
            <a:xfrm rot="2700000">
              <a:off x="-4052402" y="9339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grpSp>
      <p:sp>
        <p:nvSpPr>
          <p:cNvPr id="173" name="Freeform 7"/>
          <p:cNvSpPr/>
          <p:nvPr/>
        </p:nvSpPr>
        <p:spPr bwMode="auto">
          <a:xfrm>
            <a:off x="3034912" y="-1193777"/>
            <a:ext cx="1639010" cy="1743251"/>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a:solidFill>
            <a:srgbClr val="00B0F0"/>
          </a:solidFill>
        </p:spPr>
        <p:style>
          <a:lnRef idx="0">
            <a:schemeClr val="accent3"/>
          </a:lnRef>
          <a:fillRef idx="3">
            <a:schemeClr val="accent3"/>
          </a:fillRef>
          <a:effectRef idx="3">
            <a:schemeClr val="accent3"/>
          </a:effectRef>
          <a:fontRef idx="minor">
            <a:schemeClr val="lt1"/>
          </a:fontRef>
        </p:style>
        <p:txBody>
          <a:bodyPr vert="horz" wrap="square" lIns="91438" tIns="45719" rIns="91438" bIns="45719" numCol="1" anchor="t" anchorCtr="0" compatLnSpc="1"/>
          <a:lstStyle/>
          <a:p>
            <a:endParaRPr lang="zh-CN" altLang="en-US" sz="2100"/>
          </a:p>
        </p:txBody>
      </p:sp>
      <p:sp>
        <p:nvSpPr>
          <p:cNvPr id="174" name="Freeform 7"/>
          <p:cNvSpPr/>
          <p:nvPr/>
        </p:nvSpPr>
        <p:spPr bwMode="auto">
          <a:xfrm>
            <a:off x="9784788" y="-1205068"/>
            <a:ext cx="1639010" cy="1743251"/>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a:solidFill>
            <a:schemeClr val="tx1"/>
          </a:solidFill>
        </p:spPr>
        <p:style>
          <a:lnRef idx="0">
            <a:schemeClr val="accent1"/>
          </a:lnRef>
          <a:fillRef idx="3">
            <a:schemeClr val="accent1"/>
          </a:fillRef>
          <a:effectRef idx="3">
            <a:schemeClr val="accent1"/>
          </a:effectRef>
          <a:fontRef idx="minor">
            <a:schemeClr val="lt1"/>
          </a:fontRef>
        </p:style>
        <p:txBody>
          <a:bodyPr vert="horz" wrap="square" lIns="91438" tIns="45719" rIns="91438" bIns="45719" numCol="1" anchor="t" anchorCtr="0" compatLnSpc="1"/>
          <a:lstStyle/>
          <a:p>
            <a:endParaRPr lang="zh-CN" altLang="en-US" sz="2100"/>
          </a:p>
        </p:txBody>
      </p:sp>
      <p:sp>
        <p:nvSpPr>
          <p:cNvPr id="175" name="Freeform 7"/>
          <p:cNvSpPr/>
          <p:nvPr/>
        </p:nvSpPr>
        <p:spPr bwMode="auto">
          <a:xfrm>
            <a:off x="7538592" y="-1205068"/>
            <a:ext cx="1639010" cy="1743251"/>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a:solidFill>
            <a:srgbClr val="FFFF00"/>
          </a:solidFill>
        </p:spPr>
        <p:style>
          <a:lnRef idx="0">
            <a:schemeClr val="accent5"/>
          </a:lnRef>
          <a:fillRef idx="3">
            <a:schemeClr val="accent5"/>
          </a:fillRef>
          <a:effectRef idx="3">
            <a:schemeClr val="accent5"/>
          </a:effectRef>
          <a:fontRef idx="minor">
            <a:schemeClr val="lt1"/>
          </a:fontRef>
        </p:style>
        <p:txBody>
          <a:bodyPr vert="horz" wrap="square" lIns="91438" tIns="45719" rIns="91438" bIns="45719" numCol="1" anchor="t" anchorCtr="0" compatLnSpc="1"/>
          <a:lstStyle/>
          <a:p>
            <a:endParaRPr lang="zh-CN" altLang="en-US" sz="2100"/>
          </a:p>
        </p:txBody>
      </p:sp>
      <p:sp>
        <p:nvSpPr>
          <p:cNvPr id="176" name="Freeform 7"/>
          <p:cNvSpPr/>
          <p:nvPr/>
        </p:nvSpPr>
        <p:spPr bwMode="auto">
          <a:xfrm>
            <a:off x="5303683" y="-1216359"/>
            <a:ext cx="1639010" cy="1743251"/>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6"/>
          </a:lnRef>
          <a:fillRef idx="3">
            <a:schemeClr val="accent6"/>
          </a:fillRef>
          <a:effectRef idx="3">
            <a:schemeClr val="accent6"/>
          </a:effectRef>
          <a:fontRef idx="minor">
            <a:schemeClr val="lt1"/>
          </a:fontRef>
        </p:style>
        <p:txBody>
          <a:bodyPr vert="horz" wrap="square" lIns="91438" tIns="45719" rIns="91438" bIns="45719" numCol="1" anchor="t" anchorCtr="0" compatLnSpc="1"/>
          <a:lstStyle/>
          <a:p>
            <a:endParaRPr lang="zh-CN" altLang="en-US" sz="2100"/>
          </a:p>
        </p:txBody>
      </p:sp>
      <p:sp>
        <p:nvSpPr>
          <p:cNvPr id="177" name="Freeform 7"/>
          <p:cNvSpPr/>
          <p:nvPr/>
        </p:nvSpPr>
        <p:spPr bwMode="auto">
          <a:xfrm>
            <a:off x="788715" y="-1227650"/>
            <a:ext cx="1639010" cy="1743251"/>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a:solidFill>
            <a:srgbClr val="92D050"/>
          </a:solidFill>
        </p:spPr>
        <p:style>
          <a:lnRef idx="0">
            <a:schemeClr val="accent5"/>
          </a:lnRef>
          <a:fillRef idx="3">
            <a:schemeClr val="accent5"/>
          </a:fillRef>
          <a:effectRef idx="3">
            <a:schemeClr val="accent5"/>
          </a:effectRef>
          <a:fontRef idx="minor">
            <a:schemeClr val="lt1"/>
          </a:fontRef>
        </p:style>
        <p:txBody>
          <a:bodyPr vert="horz" wrap="square" lIns="91438" tIns="45719" rIns="91438" bIns="45719" numCol="1" anchor="t" anchorCtr="0" compatLnSpc="1"/>
          <a:lstStyle/>
          <a:p>
            <a:endParaRPr lang="zh-CN" altLang="en-US" sz="2100"/>
          </a:p>
        </p:txBody>
      </p:sp>
      <p:sp>
        <p:nvSpPr>
          <p:cNvPr id="180" name="矩形 179"/>
          <p:cNvSpPr/>
          <p:nvPr/>
        </p:nvSpPr>
        <p:spPr>
          <a:xfrm>
            <a:off x="1389767" y="2651983"/>
            <a:ext cx="9789795" cy="1967230"/>
          </a:xfrm>
          <a:prstGeom prst="rect">
            <a:avLst/>
          </a:prstGeom>
        </p:spPr>
        <p:txBody>
          <a:bodyPr wrap="none" lIns="121917" tIns="60958" rIns="121917" bIns="60958">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4000" b="1" spc="50" dirty="0">
                <a:ln w="11430"/>
                <a:solidFill>
                  <a:schemeClr val="accent4"/>
                </a:solidFill>
                <a:effectLst>
                  <a:outerShdw blurRad="76200" dist="50800" dir="5400000" algn="tl" rotWithShape="0">
                    <a:srgbClr val="000000">
                      <a:alpha val="65000"/>
                    </a:srgbClr>
                  </a:outerShdw>
                </a:effectLst>
                <a:latin typeface="+mn-ea"/>
              </a:rPr>
              <a:t>第</a:t>
            </a:r>
            <a:r>
              <a:rPr lang="en-US" sz="4000" b="1" spc="50" dirty="0">
                <a:ln w="11430"/>
                <a:solidFill>
                  <a:schemeClr val="accent4"/>
                </a:solidFill>
                <a:effectLst>
                  <a:outerShdw blurRad="76200" dist="50800" dir="5400000" algn="tl" rotWithShape="0">
                    <a:srgbClr val="000000">
                      <a:alpha val="65000"/>
                    </a:srgbClr>
                  </a:outerShdw>
                </a:effectLst>
                <a:latin typeface="+mn-ea"/>
              </a:rPr>
              <a:t>1</a:t>
            </a:r>
            <a:r>
              <a:rPr lang="zh-CN" altLang="en-US" sz="4000" b="1" spc="50" dirty="0">
                <a:ln w="11430"/>
                <a:solidFill>
                  <a:schemeClr val="accent4"/>
                </a:solidFill>
                <a:effectLst>
                  <a:outerShdw blurRad="76200" dist="50800" dir="5400000" algn="tl" rotWithShape="0">
                    <a:srgbClr val="000000">
                      <a:alpha val="65000"/>
                    </a:srgbClr>
                  </a:outerShdw>
                </a:effectLst>
                <a:latin typeface="+mn-ea"/>
              </a:rPr>
              <a:t>章</a:t>
            </a:r>
            <a:r>
              <a:rPr lang="en-US" sz="4000" b="1" spc="50" dirty="0">
                <a:ln w="11430"/>
                <a:solidFill>
                  <a:schemeClr val="accent4"/>
                </a:solidFill>
                <a:effectLst>
                  <a:outerShdw blurRad="76200" dist="50800" dir="5400000" algn="tl" rotWithShape="0">
                    <a:srgbClr val="000000">
                      <a:alpha val="65000"/>
                    </a:srgbClr>
                  </a:outerShdw>
                </a:effectLst>
                <a:latin typeface="+mn-ea"/>
              </a:rPr>
              <a:t> </a:t>
            </a:r>
            <a:r>
              <a:rPr lang="zh-CN" altLang="en-US" sz="4000" b="1" spc="50" dirty="0">
                <a:ln w="11430"/>
                <a:solidFill>
                  <a:schemeClr val="accent4"/>
                </a:solidFill>
                <a:effectLst>
                  <a:outerShdw blurRad="76200" dist="50800" dir="5400000" algn="tl" rotWithShape="0">
                    <a:srgbClr val="000000">
                      <a:alpha val="65000"/>
                    </a:srgbClr>
                  </a:outerShdw>
                </a:effectLst>
                <a:latin typeface="+mn-ea"/>
              </a:rPr>
              <a:t>上升到面向</a:t>
            </a:r>
            <a:r>
              <a:rPr lang="zh-CN" altLang="en-US" sz="4000" b="1" spc="50" dirty="0">
                <a:ln w="11430"/>
                <a:solidFill>
                  <a:schemeClr val="accent4"/>
                </a:solidFill>
                <a:effectLst>
                  <a:outerShdw blurRad="76200" dist="50800" dir="5400000" algn="tl" rotWithShape="0">
                    <a:srgbClr val="000000">
                      <a:alpha val="65000"/>
                    </a:srgbClr>
                  </a:outerShdw>
                </a:effectLst>
                <a:latin typeface="+mn-ea"/>
              </a:rPr>
              <a:t>对象</a:t>
            </a:r>
            <a:endParaRPr lang="zh-CN" altLang="en-US" sz="4000" b="1" spc="50" dirty="0">
              <a:ln w="11430"/>
              <a:solidFill>
                <a:schemeClr val="accent4"/>
              </a:solidFill>
              <a:effectLst>
                <a:outerShdw blurRad="76200" dist="50800" dir="5400000" algn="tl" rotWithShape="0">
                  <a:srgbClr val="000000">
                    <a:alpha val="65000"/>
                  </a:srgbClr>
                </a:outerShdw>
              </a:effectLst>
              <a:latin typeface="+mn-ea"/>
            </a:endParaRPr>
          </a:p>
          <a:p>
            <a:pPr algn="ctr"/>
            <a:r>
              <a:rPr lang="zh-CN" altLang="en-US" sz="4000" b="1" spc="50" dirty="0">
                <a:ln w="11430"/>
                <a:solidFill>
                  <a:schemeClr val="accent4"/>
                </a:solidFill>
                <a:effectLst>
                  <a:outerShdw blurRad="76200" dist="50800" dir="5400000" algn="tl" rotWithShape="0">
                    <a:srgbClr val="000000">
                      <a:alpha val="65000"/>
                    </a:srgbClr>
                  </a:outerShdw>
                </a:effectLst>
                <a:latin typeface="+mn-ea"/>
                <a:sym typeface="+mn-ea"/>
              </a:rPr>
              <a:t>An Approach to the Object Orientation</a:t>
            </a:r>
            <a:endParaRPr lang="zh-CN" altLang="en-US" sz="4000" b="1" spc="50" dirty="0">
              <a:ln w="11430"/>
              <a:solidFill>
                <a:schemeClr val="accent4"/>
              </a:solidFill>
              <a:effectLst>
                <a:outerShdw blurRad="76200" dist="50800" dir="5400000" algn="tl" rotWithShape="0">
                  <a:srgbClr val="000000">
                    <a:alpha val="65000"/>
                  </a:srgbClr>
                </a:outerShdw>
              </a:effectLst>
              <a:latin typeface="+mn-ea"/>
            </a:endParaRPr>
          </a:p>
          <a:p>
            <a:pPr algn="ctr"/>
            <a:endParaRPr lang="zh-CN" altLang="en-US" sz="4000" b="1" spc="50" dirty="0">
              <a:ln w="11430"/>
              <a:solidFill>
                <a:schemeClr val="accent4"/>
              </a:solidFill>
              <a:effectLst>
                <a:outerShdw blurRad="76200" dist="50800" dir="5400000" algn="tl" rotWithShape="0">
                  <a:srgbClr val="000000">
                    <a:alpha val="65000"/>
                  </a:srgbClr>
                </a:outerShdw>
              </a:effectLst>
              <a:latin typeface="+mn-ea"/>
            </a:endParaRPr>
          </a:p>
        </p:txBody>
      </p:sp>
      <p:grpSp>
        <p:nvGrpSpPr>
          <p:cNvPr id="281" name="组合 31"/>
          <p:cNvGrpSpPr/>
          <p:nvPr/>
        </p:nvGrpSpPr>
        <p:grpSpPr bwMode="auto">
          <a:xfrm>
            <a:off x="-20638" y="5587514"/>
            <a:ext cx="12252326" cy="1549400"/>
            <a:chOff x="0" y="5308600"/>
            <a:chExt cx="12252325" cy="1549400"/>
          </a:xfrm>
        </p:grpSpPr>
        <p:sp>
          <p:nvSpPr>
            <p:cNvPr id="282" name="等腰三角形 87"/>
            <p:cNvSpPr>
              <a:spLocks noChangeArrowheads="1"/>
            </p:cNvSpPr>
            <p:nvPr/>
          </p:nvSpPr>
          <p:spPr bwMode="auto">
            <a:xfrm>
              <a:off x="0" y="5638800"/>
              <a:ext cx="2960688" cy="1219200"/>
            </a:xfrm>
            <a:prstGeom prst="triangle">
              <a:avLst>
                <a:gd name="adj" fmla="val 50000"/>
              </a:avLst>
            </a:prstGeom>
            <a:gradFill flip="none" rotWithShape="1">
              <a:gsLst>
                <a:gs pos="50000">
                  <a:sysClr val="window" lastClr="FFFFFF">
                    <a:lumMod val="95000"/>
                  </a:sysClr>
                </a:gs>
                <a:gs pos="100000">
                  <a:sysClr val="window" lastClr="FFFFFF">
                    <a:lumMod val="75000"/>
                  </a:sysClr>
                </a:gs>
                <a:gs pos="0">
                  <a:sysClr val="window" lastClr="FFFFFF"/>
                </a:gs>
              </a:gsLst>
              <a:lin ang="18900000" scaled="0"/>
              <a:tileRect/>
            </a:gradFill>
            <a:ln w="22225" cap="flat" cmpd="sng" algn="ctr">
              <a:gradFill>
                <a:gsLst>
                  <a:gs pos="100000">
                    <a:sysClr val="window" lastClr="FFFFFF">
                      <a:lumMod val="85000"/>
                    </a:sysClr>
                  </a:gs>
                  <a:gs pos="0">
                    <a:sysClr val="window" lastClr="FFFFFF"/>
                  </a:gs>
                </a:gsLst>
                <a:lin ang="8100000" scaled="0"/>
              </a:gradFill>
              <a:prstDash val="solid"/>
            </a:ln>
            <a:effectLst>
              <a:outerShdw blurRad="444500" dist="254000" dir="8100000" algn="tr"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fontAlgn="base">
                <a:spcBef>
                  <a:spcPct val="0"/>
                </a:spcBef>
                <a:spcAft>
                  <a:spcPct val="0"/>
                </a:spcAft>
              </a:pPr>
              <a:endParaRPr lang="zh-CN" altLang="zh-CN" sz="4400" b="1" kern="0">
                <a:solidFill>
                  <a:srgbClr val="FF0000"/>
                </a:solidFill>
                <a:sym typeface="宋体" pitchFamily="2" charset="-122"/>
              </a:endParaRPr>
            </a:p>
          </p:txBody>
        </p:sp>
        <p:sp>
          <p:nvSpPr>
            <p:cNvPr id="283" name="等腰三角形 88"/>
            <p:cNvSpPr>
              <a:spLocks noChangeArrowheads="1"/>
            </p:cNvSpPr>
            <p:nvPr/>
          </p:nvSpPr>
          <p:spPr bwMode="auto">
            <a:xfrm>
              <a:off x="2257425" y="6100763"/>
              <a:ext cx="2725738" cy="757237"/>
            </a:xfrm>
            <a:prstGeom prst="triangle">
              <a:avLst>
                <a:gd name="adj" fmla="val 50000"/>
              </a:avLst>
            </a:prstGeom>
            <a:gradFill flip="none" rotWithShape="1">
              <a:gsLst>
                <a:gs pos="50000">
                  <a:sysClr val="window" lastClr="FFFFFF">
                    <a:lumMod val="95000"/>
                  </a:sysClr>
                </a:gs>
                <a:gs pos="100000">
                  <a:sysClr val="window" lastClr="FFFFFF">
                    <a:lumMod val="75000"/>
                  </a:sysClr>
                </a:gs>
                <a:gs pos="0">
                  <a:sysClr val="window" lastClr="FFFFFF"/>
                </a:gs>
              </a:gsLst>
              <a:lin ang="18900000" scaled="0"/>
              <a:tileRect/>
            </a:gradFill>
            <a:ln w="22225" cap="flat" cmpd="sng" algn="ctr">
              <a:gradFill>
                <a:gsLst>
                  <a:gs pos="100000">
                    <a:sysClr val="window" lastClr="FFFFFF">
                      <a:lumMod val="85000"/>
                    </a:sysClr>
                  </a:gs>
                  <a:gs pos="0">
                    <a:sysClr val="window" lastClr="FFFFFF"/>
                  </a:gs>
                </a:gsLst>
                <a:lin ang="8100000" scaled="0"/>
              </a:gradFill>
              <a:prstDash val="solid"/>
            </a:ln>
            <a:effectLst>
              <a:outerShdw blurRad="444500" dist="254000" dir="8100000" algn="tr"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fontAlgn="base">
                <a:spcBef>
                  <a:spcPct val="0"/>
                </a:spcBef>
                <a:spcAft>
                  <a:spcPct val="0"/>
                </a:spcAft>
              </a:pPr>
              <a:endParaRPr lang="zh-CN" altLang="zh-CN" sz="4400" b="1" kern="0">
                <a:solidFill>
                  <a:srgbClr val="FF0000"/>
                </a:solidFill>
                <a:sym typeface="宋体" pitchFamily="2" charset="-122"/>
              </a:endParaRPr>
            </a:p>
          </p:txBody>
        </p:sp>
        <p:sp>
          <p:nvSpPr>
            <p:cNvPr id="284" name="等腰三角形 89"/>
            <p:cNvSpPr>
              <a:spLocks noChangeArrowheads="1"/>
            </p:cNvSpPr>
            <p:nvPr/>
          </p:nvSpPr>
          <p:spPr bwMode="auto">
            <a:xfrm>
              <a:off x="4438650" y="5730875"/>
              <a:ext cx="2563813" cy="1127125"/>
            </a:xfrm>
            <a:prstGeom prst="triangle">
              <a:avLst>
                <a:gd name="adj" fmla="val 50000"/>
              </a:avLst>
            </a:prstGeom>
            <a:gradFill flip="none" rotWithShape="1">
              <a:gsLst>
                <a:gs pos="50000">
                  <a:sysClr val="window" lastClr="FFFFFF">
                    <a:lumMod val="95000"/>
                  </a:sysClr>
                </a:gs>
                <a:gs pos="100000">
                  <a:sysClr val="window" lastClr="FFFFFF">
                    <a:lumMod val="75000"/>
                  </a:sysClr>
                </a:gs>
                <a:gs pos="0">
                  <a:sysClr val="window" lastClr="FFFFFF"/>
                </a:gs>
              </a:gsLst>
              <a:lin ang="18900000" scaled="0"/>
              <a:tileRect/>
            </a:gradFill>
            <a:ln w="22225" cap="flat" cmpd="sng" algn="ctr">
              <a:gradFill>
                <a:gsLst>
                  <a:gs pos="100000">
                    <a:sysClr val="window" lastClr="FFFFFF">
                      <a:lumMod val="85000"/>
                    </a:sysClr>
                  </a:gs>
                  <a:gs pos="0">
                    <a:sysClr val="window" lastClr="FFFFFF"/>
                  </a:gs>
                </a:gsLst>
                <a:lin ang="8100000" scaled="0"/>
              </a:gradFill>
              <a:prstDash val="solid"/>
            </a:ln>
            <a:effectLst>
              <a:outerShdw blurRad="444500" dist="254000" dir="8100000" algn="tr"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fontAlgn="base">
                <a:spcBef>
                  <a:spcPct val="0"/>
                </a:spcBef>
                <a:spcAft>
                  <a:spcPct val="0"/>
                </a:spcAft>
              </a:pPr>
              <a:endParaRPr lang="zh-CN" altLang="zh-CN" sz="4400" b="1" kern="0">
                <a:solidFill>
                  <a:srgbClr val="FF0000"/>
                </a:solidFill>
                <a:sym typeface="宋体" pitchFamily="2" charset="-122"/>
              </a:endParaRPr>
            </a:p>
          </p:txBody>
        </p:sp>
        <p:sp>
          <p:nvSpPr>
            <p:cNvPr id="285" name="等腰三角形 90"/>
            <p:cNvSpPr>
              <a:spLocks noChangeArrowheads="1"/>
            </p:cNvSpPr>
            <p:nvPr/>
          </p:nvSpPr>
          <p:spPr bwMode="auto">
            <a:xfrm>
              <a:off x="6657975" y="5638800"/>
              <a:ext cx="1671638" cy="1219200"/>
            </a:xfrm>
            <a:prstGeom prst="triangle">
              <a:avLst>
                <a:gd name="adj" fmla="val 50000"/>
              </a:avLst>
            </a:prstGeom>
            <a:gradFill flip="none" rotWithShape="1">
              <a:gsLst>
                <a:gs pos="50000">
                  <a:sysClr val="window" lastClr="FFFFFF">
                    <a:lumMod val="95000"/>
                  </a:sysClr>
                </a:gs>
                <a:gs pos="100000">
                  <a:sysClr val="window" lastClr="FFFFFF">
                    <a:lumMod val="75000"/>
                  </a:sysClr>
                </a:gs>
                <a:gs pos="0">
                  <a:sysClr val="window" lastClr="FFFFFF"/>
                </a:gs>
              </a:gsLst>
              <a:lin ang="18900000" scaled="0"/>
              <a:tileRect/>
            </a:gradFill>
            <a:ln w="22225" cap="flat" cmpd="sng" algn="ctr">
              <a:gradFill>
                <a:gsLst>
                  <a:gs pos="100000">
                    <a:sysClr val="window" lastClr="FFFFFF">
                      <a:lumMod val="85000"/>
                    </a:sysClr>
                  </a:gs>
                  <a:gs pos="0">
                    <a:sysClr val="window" lastClr="FFFFFF"/>
                  </a:gs>
                </a:gsLst>
                <a:lin ang="8100000" scaled="0"/>
              </a:gradFill>
              <a:prstDash val="solid"/>
            </a:ln>
            <a:effectLst>
              <a:outerShdw blurRad="444500" dist="254000" dir="8100000" algn="tr"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fontAlgn="base">
                <a:spcBef>
                  <a:spcPct val="0"/>
                </a:spcBef>
                <a:spcAft>
                  <a:spcPct val="0"/>
                </a:spcAft>
              </a:pPr>
              <a:endParaRPr lang="zh-CN" altLang="zh-CN" sz="4400" b="1" kern="0">
                <a:solidFill>
                  <a:srgbClr val="FF0000"/>
                </a:solidFill>
                <a:sym typeface="宋体" pitchFamily="2" charset="-122"/>
              </a:endParaRPr>
            </a:p>
          </p:txBody>
        </p:sp>
        <p:sp>
          <p:nvSpPr>
            <p:cNvPr id="286" name="等腰三角形 91"/>
            <p:cNvSpPr>
              <a:spLocks noChangeArrowheads="1"/>
            </p:cNvSpPr>
            <p:nvPr/>
          </p:nvSpPr>
          <p:spPr bwMode="auto">
            <a:xfrm>
              <a:off x="7745413" y="5308600"/>
              <a:ext cx="4506912" cy="1549400"/>
            </a:xfrm>
            <a:prstGeom prst="triangle">
              <a:avLst>
                <a:gd name="adj" fmla="val 50000"/>
              </a:avLst>
            </a:prstGeom>
            <a:gradFill flip="none" rotWithShape="1">
              <a:gsLst>
                <a:gs pos="50000">
                  <a:sysClr val="window" lastClr="FFFFFF">
                    <a:lumMod val="95000"/>
                  </a:sysClr>
                </a:gs>
                <a:gs pos="100000">
                  <a:sysClr val="window" lastClr="FFFFFF">
                    <a:lumMod val="75000"/>
                  </a:sysClr>
                </a:gs>
                <a:gs pos="0">
                  <a:sysClr val="window" lastClr="FFFFFF"/>
                </a:gs>
              </a:gsLst>
              <a:lin ang="18900000" scaled="0"/>
              <a:tileRect/>
            </a:gradFill>
            <a:ln w="22225" cap="flat" cmpd="sng" algn="ctr">
              <a:gradFill>
                <a:gsLst>
                  <a:gs pos="100000">
                    <a:sysClr val="window" lastClr="FFFFFF">
                      <a:lumMod val="85000"/>
                    </a:sysClr>
                  </a:gs>
                  <a:gs pos="0">
                    <a:sysClr val="window" lastClr="FFFFFF"/>
                  </a:gs>
                </a:gsLst>
                <a:lin ang="8100000" scaled="0"/>
              </a:gradFill>
              <a:prstDash val="solid"/>
            </a:ln>
            <a:effectLst>
              <a:outerShdw blurRad="444500" dist="254000" dir="8100000" algn="tr"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fontAlgn="base">
                <a:spcBef>
                  <a:spcPct val="0"/>
                </a:spcBef>
                <a:spcAft>
                  <a:spcPct val="0"/>
                </a:spcAft>
              </a:pPr>
              <a:endParaRPr lang="zh-CN" altLang="zh-CN" sz="4400" b="1" kern="0">
                <a:solidFill>
                  <a:srgbClr val="FF0000"/>
                </a:solidFill>
                <a:sym typeface="宋体" pitchFamily="2" charset="-122"/>
              </a:endParaRPr>
            </a:p>
          </p:txBody>
        </p:sp>
      </p:gr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1020" y="2794654"/>
            <a:ext cx="3718480" cy="469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91550" y="2755156"/>
            <a:ext cx="3080594" cy="508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 name="矩形 89"/>
          <p:cNvSpPr/>
          <p:nvPr/>
        </p:nvSpPr>
        <p:spPr>
          <a:xfrm>
            <a:off x="3719224" y="1125790"/>
            <a:ext cx="4558665" cy="859155"/>
          </a:xfrm>
          <a:prstGeom prst="rect">
            <a:avLst/>
          </a:prstGeom>
        </p:spPr>
        <p:txBody>
          <a:bodyPr wrap="none" lIns="121917" tIns="60958" rIns="121917" bIns="60958">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4800" b="1" spc="50" dirty="0">
                <a:ln w="11430"/>
                <a:solidFill>
                  <a:schemeClr val="accent4"/>
                </a:solidFill>
                <a:effectLst>
                  <a:outerShdw blurRad="76200" dist="50800" dir="5400000" algn="tl" rotWithShape="0">
                    <a:srgbClr val="000000">
                      <a:alpha val="65000"/>
                    </a:srgbClr>
                  </a:outerShdw>
                </a:effectLst>
                <a:latin typeface="+mn-ea"/>
              </a:rPr>
              <a:t>软件分析与设计</a:t>
            </a:r>
            <a:endParaRPr lang="zh-CN" altLang="en-US" sz="4800" b="1" spc="50" dirty="0">
              <a:ln w="11430"/>
              <a:solidFill>
                <a:schemeClr val="accent4"/>
              </a:solidFill>
              <a:effectLst>
                <a:outerShdw blurRad="76200" dist="50800" dir="5400000" algn="tl" rotWithShape="0">
                  <a:srgbClr val="000000">
                    <a:alpha val="65000"/>
                  </a:srgbClr>
                </a:outerShdw>
              </a:effectLst>
              <a:latin typeface="+mn-ea"/>
            </a:endParaRPr>
          </a:p>
        </p:txBody>
      </p:sp>
      <p:sp>
        <p:nvSpPr>
          <p:cNvPr id="3" name="矩形 2"/>
          <p:cNvSpPr/>
          <p:nvPr/>
        </p:nvSpPr>
        <p:spPr>
          <a:xfrm>
            <a:off x="1342679" y="4004517"/>
            <a:ext cx="9389168" cy="829945"/>
          </a:xfrm>
          <a:prstGeom prst="rect">
            <a:avLst/>
          </a:prstGeom>
        </p:spPr>
        <p:txBody>
          <a:bodyPr wrap="square">
            <a:spAutoFit/>
          </a:bodyPr>
          <a:lstStyle/>
          <a:p>
            <a:endParaRPr lang="en-US" altLang="zh-CN" dirty="0" smtClean="0">
              <a:solidFill>
                <a:srgbClr val="FF0000"/>
              </a:solidFill>
            </a:endParaRPr>
          </a:p>
          <a:p>
            <a:endParaRPr lang="zh-CN" altLang="en-US" dirty="0">
              <a:solidFill>
                <a:srgbClr val="FF0000"/>
              </a:solidFill>
            </a:endParaRPr>
          </a:p>
        </p:txBody>
      </p:sp>
      <p:sp>
        <p:nvSpPr>
          <p:cNvPr id="4" name="TextBox 1"/>
          <p:cNvSpPr txBox="1"/>
          <p:nvPr>
            <p:custDataLst>
              <p:tags r:id="rId3"/>
            </p:custDataLst>
          </p:nvPr>
        </p:nvSpPr>
        <p:spPr>
          <a:xfrm>
            <a:off x="4214336" y="4404181"/>
            <a:ext cx="3760470" cy="1162050"/>
          </a:xfrm>
          <a:prstGeom prst="rect">
            <a:avLst/>
          </a:prstGeom>
          <a:noFill/>
        </p:spPr>
        <p:txBody>
          <a:bodyPr wrap="none" rtlCol="0">
            <a:spAutoFit/>
          </a:bodyPr>
          <a:p>
            <a:pPr algn="ctr"/>
            <a:r>
              <a:rPr lang="zh-CN" altLang="en-US" dirty="0" smtClean="0">
                <a:latin typeface="楷体" charset="0"/>
                <a:ea typeface="楷体" charset="0"/>
                <a:cs typeface="楷体" charset="0"/>
              </a:rPr>
              <a:t>授课教师：叶晓静   工程师</a:t>
            </a:r>
            <a:endParaRPr lang="zh-CN" altLang="en-US" dirty="0" smtClean="0">
              <a:latin typeface="楷体" charset="0"/>
              <a:ea typeface="楷体" charset="0"/>
              <a:cs typeface="楷体" charset="0"/>
            </a:endParaRPr>
          </a:p>
          <a:p>
            <a:pPr algn="ctr">
              <a:lnSpc>
                <a:spcPct val="190000"/>
              </a:lnSpc>
            </a:pPr>
            <a:r>
              <a:rPr lang="en-US" altLang="zh-CN" dirty="0" smtClean="0">
                <a:latin typeface="楷体" charset="0"/>
                <a:ea typeface="楷体" charset="0"/>
                <a:cs typeface="楷体" charset="0"/>
              </a:rPr>
              <a:t>2025 </a:t>
            </a:r>
            <a:r>
              <a:rPr lang="zh-CN" altLang="en-US" dirty="0" smtClean="0">
                <a:latin typeface="楷体" charset="0"/>
                <a:ea typeface="楷体" charset="0"/>
                <a:cs typeface="楷体" charset="0"/>
              </a:rPr>
              <a:t>年</a:t>
            </a:r>
            <a:r>
              <a:rPr lang="en-US" altLang="zh-CN" dirty="0" smtClean="0">
                <a:latin typeface="楷体" charset="0"/>
                <a:ea typeface="楷体" charset="0"/>
                <a:cs typeface="楷体" charset="0"/>
              </a:rPr>
              <a:t> 2 </a:t>
            </a:r>
            <a:r>
              <a:rPr lang="zh-CN" altLang="en-US" dirty="0" smtClean="0">
                <a:latin typeface="楷体" charset="0"/>
                <a:ea typeface="楷体" charset="0"/>
                <a:cs typeface="楷体" charset="0"/>
              </a:rPr>
              <a:t>月</a:t>
            </a:r>
            <a:endParaRPr lang="zh-CN" altLang="en-US" dirty="0" smtClean="0">
              <a:latin typeface="楷体" charset="0"/>
              <a:ea typeface="楷体" charset="0"/>
              <a:cs typeface="楷体" charset="0"/>
            </a:endParaRPr>
          </a:p>
        </p:txBody>
      </p:sp>
    </p:spTree>
  </p:cSld>
  <p:clrMapOvr>
    <a:masterClrMapping/>
  </p:clrMapOvr>
  <mc:AlternateContent xmlns:mc="http://schemas.openxmlformats.org/markup-compatibility/2006">
    <mc:Choice xmlns:p14="http://schemas.microsoft.com/office/powerpoint/2010/main" Requires="p14">
      <p:transition spd="slow" p14:dur="1500" advClick="0" advTm="2000">
        <p:random/>
      </p:transition>
    </mc:Choice>
    <mc:Fallback>
      <p:transition spd="slow" advClick="0" advTm="2000">
        <p:random/>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 name="组合 79"/>
          <p:cNvGrpSpPr/>
          <p:nvPr/>
        </p:nvGrpSpPr>
        <p:grpSpPr>
          <a:xfrm>
            <a:off x="3213837" y="261442"/>
            <a:ext cx="5761152" cy="609672"/>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3292081" y="261442"/>
            <a:ext cx="5219213" cy="583565"/>
          </a:xfrm>
          <a:prstGeom prst="rect">
            <a:avLst/>
          </a:prstGeom>
          <a:noFill/>
        </p:spPr>
        <p:txBody>
          <a:bodyPr wrap="square" rtlCol="0">
            <a:spAutoFit/>
          </a:bodyPr>
          <a:lstStyle/>
          <a:p>
            <a:pPr algn="ctr"/>
            <a:r>
              <a:rPr kumimoji="1" lang="en-US" altLang="zh-CN" sz="3200" b="1" dirty="0" smtClean="0">
                <a:ln w="11430"/>
                <a:solidFill>
                  <a:schemeClr val="tx2">
                    <a:lumMod val="75000"/>
                  </a:schemeClr>
                </a:solidFill>
                <a:effectLst>
                  <a:outerShdw blurRad="50800" dist="39000" dir="5460000" algn="tl">
                    <a:srgbClr val="000000">
                      <a:alpha val="38000"/>
                    </a:srgbClr>
                  </a:outerShdw>
                </a:effectLst>
                <a:sym typeface="+mn-ea"/>
              </a:rPr>
              <a:t>Class Outline</a:t>
            </a:r>
            <a:endParaRPr kumimoji="1" lang="en-US" altLang="zh-CN" sz="3200" b="1" dirty="0" smtClean="0">
              <a:ln w="11430"/>
              <a:solidFill>
                <a:schemeClr val="tx2">
                  <a:lumMod val="75000"/>
                </a:schemeClr>
              </a:solidFill>
              <a:effectLst>
                <a:outerShdw blurRad="50800" dist="39000" dir="5460000" algn="tl">
                  <a:srgbClr val="000000">
                    <a:alpha val="38000"/>
                  </a:srgbClr>
                </a:outerShdw>
              </a:effectLst>
              <a:latin typeface="黑体" panose="02010609060101010101" pitchFamily="49" charset="-122"/>
              <a:ea typeface="黑体" panose="02010609060101010101" pitchFamily="49" charset="-122"/>
              <a:sym typeface="+mn-ea"/>
            </a:endParaRPr>
          </a:p>
        </p:txBody>
      </p:sp>
      <p:sp>
        <p:nvSpPr>
          <p:cNvPr id="14" name="文本框 52"/>
          <p:cNvSpPr txBox="1"/>
          <p:nvPr/>
        </p:nvSpPr>
        <p:spPr>
          <a:xfrm>
            <a:off x="6656746" y="4407635"/>
            <a:ext cx="5497649" cy="460375"/>
          </a:xfrm>
          <a:prstGeom prst="rect">
            <a:avLst/>
          </a:prstGeom>
          <a:noFill/>
        </p:spPr>
        <p:txBody>
          <a:bodyPr wrap="square" rtlCol="0">
            <a:spAutoFit/>
          </a:bodyPr>
          <a:lstStyle/>
          <a:p>
            <a:r>
              <a:rPr kumimoji="1" lang="en-US" altLang="zh-CN" b="1" dirty="0">
                <a:solidFill>
                  <a:schemeClr val="bg1"/>
                </a:solidFill>
              </a:rPr>
              <a:t>Intro. To Software Engineering</a:t>
            </a:r>
            <a:endParaRPr kumimoji="1" lang="en-US" altLang="zh-CN" b="1" dirty="0">
              <a:solidFill>
                <a:schemeClr val="bg1"/>
              </a:solidFill>
            </a:endParaRPr>
          </a:p>
        </p:txBody>
      </p:sp>
      <p:sp>
        <p:nvSpPr>
          <p:cNvPr id="37" name="Rectangle 5"/>
          <p:cNvSpPr>
            <a:spLocks noChangeArrowheads="1"/>
          </p:cNvSpPr>
          <p:nvPr/>
        </p:nvSpPr>
        <p:spPr bwMode="auto">
          <a:xfrm>
            <a:off x="897723" y="1763062"/>
            <a:ext cx="774126" cy="929536"/>
          </a:xfrm>
          <a:prstGeom prst="rect">
            <a:avLst/>
          </a:prstGeom>
          <a:solidFill>
            <a:schemeClr val="tx2"/>
          </a:solidFill>
          <a:ln>
            <a:noFill/>
          </a:ln>
        </p:spPr>
        <p:txBody>
          <a:bodyPr vert="horz" wrap="square" lIns="91440" tIns="45720" rIns="91440" bIns="45720" numCol="1" anchor="t" anchorCtr="0" compatLnSpc="1"/>
          <a:lstStyle/>
          <a:p>
            <a:endParaRPr lang="zh-CN" altLang="en-US"/>
          </a:p>
        </p:txBody>
      </p:sp>
      <p:sp>
        <p:nvSpPr>
          <p:cNvPr id="38" name="Freeform 6"/>
          <p:cNvSpPr/>
          <p:nvPr/>
        </p:nvSpPr>
        <p:spPr bwMode="auto">
          <a:xfrm>
            <a:off x="1012273" y="1855917"/>
            <a:ext cx="590370" cy="743826"/>
          </a:xfrm>
          <a:custGeom>
            <a:avLst/>
            <a:gdLst>
              <a:gd name="T0" fmla="*/ 1131 w 1173"/>
              <a:gd name="T1" fmla="*/ 535 h 1472"/>
              <a:gd name="T2" fmla="*/ 1095 w 1173"/>
              <a:gd name="T3" fmla="*/ 47 h 1472"/>
              <a:gd name="T4" fmla="*/ 1067 w 1173"/>
              <a:gd name="T5" fmla="*/ 54 h 1472"/>
              <a:gd name="T6" fmla="*/ 1003 w 1173"/>
              <a:gd name="T7" fmla="*/ 68 h 1472"/>
              <a:gd name="T8" fmla="*/ 919 w 1173"/>
              <a:gd name="T9" fmla="*/ 54 h 1472"/>
              <a:gd name="T10" fmla="*/ 629 w 1173"/>
              <a:gd name="T11" fmla="*/ 5 h 1472"/>
              <a:gd name="T12" fmla="*/ 0 w 1173"/>
              <a:gd name="T13" fmla="*/ 768 h 1472"/>
              <a:gd name="T14" fmla="*/ 643 w 1173"/>
              <a:gd name="T15" fmla="*/ 1467 h 1472"/>
              <a:gd name="T16" fmla="*/ 1173 w 1173"/>
              <a:gd name="T17" fmla="*/ 1086 h 1472"/>
              <a:gd name="T18" fmla="*/ 1088 w 1173"/>
              <a:gd name="T19" fmla="*/ 1036 h 1472"/>
              <a:gd name="T20" fmla="*/ 692 w 1173"/>
              <a:gd name="T21" fmla="*/ 1369 h 1472"/>
              <a:gd name="T22" fmla="*/ 290 w 1173"/>
              <a:gd name="T23" fmla="*/ 725 h 1472"/>
              <a:gd name="T24" fmla="*/ 643 w 1173"/>
              <a:gd name="T25" fmla="*/ 104 h 1472"/>
              <a:gd name="T26" fmla="*/ 1046 w 1173"/>
              <a:gd name="T27" fmla="*/ 570 h 1472"/>
              <a:gd name="T28" fmla="*/ 1131 w 1173"/>
              <a:gd name="T29" fmla="*/ 535 h 1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73" h="1472">
                <a:moveTo>
                  <a:pt x="1131" y="535"/>
                </a:moveTo>
                <a:lnTo>
                  <a:pt x="1095" y="47"/>
                </a:lnTo>
                <a:cubicBezTo>
                  <a:pt x="1090" y="47"/>
                  <a:pt x="1081" y="49"/>
                  <a:pt x="1067" y="54"/>
                </a:cubicBezTo>
                <a:cubicBezTo>
                  <a:pt x="1043" y="64"/>
                  <a:pt x="1022" y="68"/>
                  <a:pt x="1003" y="68"/>
                </a:cubicBezTo>
                <a:cubicBezTo>
                  <a:pt x="975" y="68"/>
                  <a:pt x="947" y="64"/>
                  <a:pt x="919" y="54"/>
                </a:cubicBezTo>
                <a:cubicBezTo>
                  <a:pt x="810" y="17"/>
                  <a:pt x="714" y="0"/>
                  <a:pt x="629" y="5"/>
                </a:cubicBezTo>
                <a:cubicBezTo>
                  <a:pt x="214" y="24"/>
                  <a:pt x="5" y="278"/>
                  <a:pt x="0" y="768"/>
                </a:cubicBezTo>
                <a:cubicBezTo>
                  <a:pt x="5" y="1225"/>
                  <a:pt x="219" y="1458"/>
                  <a:pt x="643" y="1467"/>
                </a:cubicBezTo>
                <a:cubicBezTo>
                  <a:pt x="912" y="1472"/>
                  <a:pt x="1088" y="1345"/>
                  <a:pt x="1173" y="1086"/>
                </a:cubicBezTo>
                <a:lnTo>
                  <a:pt x="1088" y="1036"/>
                </a:lnTo>
                <a:cubicBezTo>
                  <a:pt x="999" y="1258"/>
                  <a:pt x="867" y="1369"/>
                  <a:pt x="692" y="1369"/>
                </a:cubicBezTo>
                <a:cubicBezTo>
                  <a:pt x="424" y="1359"/>
                  <a:pt x="290" y="1145"/>
                  <a:pt x="290" y="725"/>
                </a:cubicBezTo>
                <a:cubicBezTo>
                  <a:pt x="290" y="316"/>
                  <a:pt x="408" y="108"/>
                  <a:pt x="643" y="104"/>
                </a:cubicBezTo>
                <a:cubicBezTo>
                  <a:pt x="827" y="94"/>
                  <a:pt x="961" y="250"/>
                  <a:pt x="1046" y="570"/>
                </a:cubicBezTo>
                <a:lnTo>
                  <a:pt x="1131" y="53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7"/>
          <p:cNvSpPr>
            <a:spLocks noEditPoints="1"/>
          </p:cNvSpPr>
          <p:nvPr/>
        </p:nvSpPr>
        <p:spPr bwMode="auto">
          <a:xfrm>
            <a:off x="1764226" y="2441701"/>
            <a:ext cx="1105476" cy="224808"/>
          </a:xfrm>
          <a:custGeom>
            <a:avLst/>
            <a:gdLst>
              <a:gd name="T0" fmla="*/ 49 w 2195"/>
              <a:gd name="T1" fmla="*/ 278 h 445"/>
              <a:gd name="T2" fmla="*/ 252 w 2195"/>
              <a:gd name="T3" fmla="*/ 276 h 445"/>
              <a:gd name="T4" fmla="*/ 152 w 2195"/>
              <a:gd name="T5" fmla="*/ 443 h 445"/>
              <a:gd name="T6" fmla="*/ 156 w 2195"/>
              <a:gd name="T7" fmla="*/ 105 h 445"/>
              <a:gd name="T8" fmla="*/ 152 w 2195"/>
              <a:gd name="T9" fmla="*/ 443 h 445"/>
              <a:gd name="T10" fmla="*/ 665 w 2195"/>
              <a:gd name="T11" fmla="*/ 434 h 445"/>
              <a:gd name="T12" fmla="*/ 618 w 2195"/>
              <a:gd name="T13" fmla="*/ 234 h 445"/>
              <a:gd name="T14" fmla="*/ 446 w 2195"/>
              <a:gd name="T15" fmla="*/ 236 h 445"/>
              <a:gd name="T16" fmla="*/ 400 w 2195"/>
              <a:gd name="T17" fmla="*/ 436 h 445"/>
              <a:gd name="T18" fmla="*/ 446 w 2195"/>
              <a:gd name="T19" fmla="*/ 111 h 445"/>
              <a:gd name="T20" fmla="*/ 553 w 2195"/>
              <a:gd name="T21" fmla="*/ 102 h 445"/>
              <a:gd name="T22" fmla="*/ 897 w 2195"/>
              <a:gd name="T23" fmla="*/ 407 h 445"/>
              <a:gd name="T24" fmla="*/ 857 w 2195"/>
              <a:gd name="T25" fmla="*/ 441 h 445"/>
              <a:gd name="T26" fmla="*/ 790 w 2195"/>
              <a:gd name="T27" fmla="*/ 151 h 445"/>
              <a:gd name="T28" fmla="*/ 745 w 2195"/>
              <a:gd name="T29" fmla="*/ 111 h 445"/>
              <a:gd name="T30" fmla="*/ 790 w 2195"/>
              <a:gd name="T31" fmla="*/ 24 h 445"/>
              <a:gd name="T32" fmla="*/ 837 w 2195"/>
              <a:gd name="T33" fmla="*/ 111 h 445"/>
              <a:gd name="T34" fmla="*/ 897 w 2195"/>
              <a:gd name="T35" fmla="*/ 151 h 445"/>
              <a:gd name="T36" fmla="*/ 837 w 2195"/>
              <a:gd name="T37" fmla="*/ 370 h 445"/>
              <a:gd name="T38" fmla="*/ 897 w 2195"/>
              <a:gd name="T39" fmla="*/ 407 h 445"/>
              <a:gd name="T40" fmla="*/ 1214 w 2195"/>
              <a:gd name="T41" fmla="*/ 249 h 445"/>
              <a:gd name="T42" fmla="*/ 1020 w 2195"/>
              <a:gd name="T43" fmla="*/ 249 h 445"/>
              <a:gd name="T44" fmla="*/ 1263 w 2195"/>
              <a:gd name="T45" fmla="*/ 347 h 445"/>
              <a:gd name="T46" fmla="*/ 966 w 2195"/>
              <a:gd name="T47" fmla="*/ 278 h 445"/>
              <a:gd name="T48" fmla="*/ 1265 w 2195"/>
              <a:gd name="T49" fmla="*/ 278 h 445"/>
              <a:gd name="T50" fmla="*/ 1018 w 2195"/>
              <a:gd name="T51" fmla="*/ 289 h 445"/>
              <a:gd name="T52" fmla="*/ 1214 w 2195"/>
              <a:gd name="T53" fmla="*/ 334 h 445"/>
              <a:gd name="T54" fmla="*/ 1626 w 2195"/>
              <a:gd name="T55" fmla="*/ 434 h 445"/>
              <a:gd name="T56" fmla="*/ 1580 w 2195"/>
              <a:gd name="T57" fmla="*/ 234 h 445"/>
              <a:gd name="T58" fmla="*/ 1408 w 2195"/>
              <a:gd name="T59" fmla="*/ 236 h 445"/>
              <a:gd name="T60" fmla="*/ 1361 w 2195"/>
              <a:gd name="T61" fmla="*/ 436 h 445"/>
              <a:gd name="T62" fmla="*/ 1408 w 2195"/>
              <a:gd name="T63" fmla="*/ 111 h 445"/>
              <a:gd name="T64" fmla="*/ 1515 w 2195"/>
              <a:gd name="T65" fmla="*/ 102 h 445"/>
              <a:gd name="T66" fmla="*/ 1859 w 2195"/>
              <a:gd name="T67" fmla="*/ 407 h 445"/>
              <a:gd name="T68" fmla="*/ 1818 w 2195"/>
              <a:gd name="T69" fmla="*/ 441 h 445"/>
              <a:gd name="T70" fmla="*/ 1752 w 2195"/>
              <a:gd name="T71" fmla="*/ 151 h 445"/>
              <a:gd name="T72" fmla="*/ 1707 w 2195"/>
              <a:gd name="T73" fmla="*/ 111 h 445"/>
              <a:gd name="T74" fmla="*/ 1752 w 2195"/>
              <a:gd name="T75" fmla="*/ 24 h 445"/>
              <a:gd name="T76" fmla="*/ 1798 w 2195"/>
              <a:gd name="T77" fmla="*/ 111 h 445"/>
              <a:gd name="T78" fmla="*/ 1859 w 2195"/>
              <a:gd name="T79" fmla="*/ 151 h 445"/>
              <a:gd name="T80" fmla="*/ 1798 w 2195"/>
              <a:gd name="T81" fmla="*/ 370 h 445"/>
              <a:gd name="T82" fmla="*/ 1859 w 2195"/>
              <a:gd name="T83" fmla="*/ 407 h 445"/>
              <a:gd name="T84" fmla="*/ 2180 w 2195"/>
              <a:gd name="T85" fmla="*/ 189 h 445"/>
              <a:gd name="T86" fmla="*/ 1937 w 2195"/>
              <a:gd name="T87" fmla="*/ 194 h 445"/>
              <a:gd name="T88" fmla="*/ 2144 w 2195"/>
              <a:gd name="T89" fmla="*/ 352 h 445"/>
              <a:gd name="T90" fmla="*/ 1970 w 2195"/>
              <a:gd name="T91" fmla="*/ 334 h 445"/>
              <a:gd name="T92" fmla="*/ 2062 w 2195"/>
              <a:gd name="T93" fmla="*/ 443 h 445"/>
              <a:gd name="T94" fmla="*/ 2075 w 2195"/>
              <a:gd name="T95" fmla="*/ 252 h 445"/>
              <a:gd name="T96" fmla="*/ 2057 w 2195"/>
              <a:gd name="T97" fmla="*/ 1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195" h="445">
                <a:moveTo>
                  <a:pt x="154" y="142"/>
                </a:moveTo>
                <a:cubicBezTo>
                  <a:pt x="86" y="144"/>
                  <a:pt x="51" y="189"/>
                  <a:pt x="49" y="278"/>
                </a:cubicBezTo>
                <a:cubicBezTo>
                  <a:pt x="51" y="361"/>
                  <a:pt x="86" y="405"/>
                  <a:pt x="154" y="407"/>
                </a:cubicBezTo>
                <a:cubicBezTo>
                  <a:pt x="218" y="405"/>
                  <a:pt x="251" y="361"/>
                  <a:pt x="252" y="276"/>
                </a:cubicBezTo>
                <a:cubicBezTo>
                  <a:pt x="248" y="193"/>
                  <a:pt x="215" y="148"/>
                  <a:pt x="154" y="142"/>
                </a:cubicBezTo>
                <a:close/>
                <a:moveTo>
                  <a:pt x="152" y="443"/>
                </a:moveTo>
                <a:cubicBezTo>
                  <a:pt x="55" y="437"/>
                  <a:pt x="5" y="383"/>
                  <a:pt x="0" y="280"/>
                </a:cubicBezTo>
                <a:cubicBezTo>
                  <a:pt x="3" y="166"/>
                  <a:pt x="55" y="107"/>
                  <a:pt x="156" y="105"/>
                </a:cubicBezTo>
                <a:cubicBezTo>
                  <a:pt x="250" y="109"/>
                  <a:pt x="299" y="165"/>
                  <a:pt x="303" y="274"/>
                </a:cubicBezTo>
                <a:cubicBezTo>
                  <a:pt x="302" y="385"/>
                  <a:pt x="251" y="442"/>
                  <a:pt x="152" y="443"/>
                </a:cubicBezTo>
                <a:close/>
                <a:moveTo>
                  <a:pt x="665" y="227"/>
                </a:moveTo>
                <a:lnTo>
                  <a:pt x="665" y="434"/>
                </a:lnTo>
                <a:lnTo>
                  <a:pt x="618" y="434"/>
                </a:lnTo>
                <a:lnTo>
                  <a:pt x="618" y="234"/>
                </a:lnTo>
                <a:cubicBezTo>
                  <a:pt x="616" y="174"/>
                  <a:pt x="591" y="144"/>
                  <a:pt x="542" y="142"/>
                </a:cubicBezTo>
                <a:cubicBezTo>
                  <a:pt x="484" y="150"/>
                  <a:pt x="452" y="181"/>
                  <a:pt x="446" y="236"/>
                </a:cubicBezTo>
                <a:lnTo>
                  <a:pt x="446" y="434"/>
                </a:lnTo>
                <a:lnTo>
                  <a:pt x="400" y="436"/>
                </a:lnTo>
                <a:lnTo>
                  <a:pt x="400" y="111"/>
                </a:lnTo>
                <a:lnTo>
                  <a:pt x="446" y="111"/>
                </a:lnTo>
                <a:lnTo>
                  <a:pt x="446" y="160"/>
                </a:lnTo>
                <a:cubicBezTo>
                  <a:pt x="472" y="123"/>
                  <a:pt x="507" y="104"/>
                  <a:pt x="553" y="102"/>
                </a:cubicBezTo>
                <a:cubicBezTo>
                  <a:pt x="628" y="102"/>
                  <a:pt x="665" y="144"/>
                  <a:pt x="665" y="227"/>
                </a:cubicBezTo>
                <a:close/>
                <a:moveTo>
                  <a:pt x="897" y="407"/>
                </a:moveTo>
                <a:lnTo>
                  <a:pt x="906" y="432"/>
                </a:lnTo>
                <a:cubicBezTo>
                  <a:pt x="891" y="438"/>
                  <a:pt x="875" y="441"/>
                  <a:pt x="857" y="441"/>
                </a:cubicBezTo>
                <a:cubicBezTo>
                  <a:pt x="811" y="442"/>
                  <a:pt x="788" y="419"/>
                  <a:pt x="790" y="370"/>
                </a:cubicBezTo>
                <a:lnTo>
                  <a:pt x="790" y="151"/>
                </a:lnTo>
                <a:lnTo>
                  <a:pt x="745" y="151"/>
                </a:lnTo>
                <a:lnTo>
                  <a:pt x="745" y="111"/>
                </a:lnTo>
                <a:lnTo>
                  <a:pt x="790" y="111"/>
                </a:lnTo>
                <a:lnTo>
                  <a:pt x="790" y="24"/>
                </a:lnTo>
                <a:lnTo>
                  <a:pt x="837" y="0"/>
                </a:lnTo>
                <a:lnTo>
                  <a:pt x="837" y="111"/>
                </a:lnTo>
                <a:lnTo>
                  <a:pt x="897" y="111"/>
                </a:lnTo>
                <a:lnTo>
                  <a:pt x="897" y="151"/>
                </a:lnTo>
                <a:lnTo>
                  <a:pt x="837" y="151"/>
                </a:lnTo>
                <a:lnTo>
                  <a:pt x="837" y="370"/>
                </a:lnTo>
                <a:cubicBezTo>
                  <a:pt x="835" y="398"/>
                  <a:pt x="847" y="411"/>
                  <a:pt x="872" y="410"/>
                </a:cubicBezTo>
                <a:cubicBezTo>
                  <a:pt x="881" y="410"/>
                  <a:pt x="890" y="409"/>
                  <a:pt x="897" y="407"/>
                </a:cubicBezTo>
                <a:close/>
                <a:moveTo>
                  <a:pt x="1020" y="249"/>
                </a:moveTo>
                <a:lnTo>
                  <a:pt x="1214" y="249"/>
                </a:lnTo>
                <a:cubicBezTo>
                  <a:pt x="1211" y="184"/>
                  <a:pt x="1179" y="150"/>
                  <a:pt x="1118" y="147"/>
                </a:cubicBezTo>
                <a:cubicBezTo>
                  <a:pt x="1057" y="153"/>
                  <a:pt x="1024" y="187"/>
                  <a:pt x="1020" y="249"/>
                </a:cubicBezTo>
                <a:close/>
                <a:moveTo>
                  <a:pt x="1214" y="334"/>
                </a:moveTo>
                <a:lnTo>
                  <a:pt x="1263" y="347"/>
                </a:lnTo>
                <a:cubicBezTo>
                  <a:pt x="1245" y="413"/>
                  <a:pt x="1198" y="445"/>
                  <a:pt x="1120" y="443"/>
                </a:cubicBezTo>
                <a:cubicBezTo>
                  <a:pt x="1021" y="439"/>
                  <a:pt x="969" y="384"/>
                  <a:pt x="966" y="278"/>
                </a:cubicBezTo>
                <a:cubicBezTo>
                  <a:pt x="971" y="167"/>
                  <a:pt x="1021" y="109"/>
                  <a:pt x="1118" y="105"/>
                </a:cubicBezTo>
                <a:cubicBezTo>
                  <a:pt x="1213" y="107"/>
                  <a:pt x="1262" y="165"/>
                  <a:pt x="1265" y="278"/>
                </a:cubicBezTo>
                <a:cubicBezTo>
                  <a:pt x="1265" y="284"/>
                  <a:pt x="1265" y="288"/>
                  <a:pt x="1265" y="289"/>
                </a:cubicBezTo>
                <a:lnTo>
                  <a:pt x="1018" y="289"/>
                </a:lnTo>
                <a:cubicBezTo>
                  <a:pt x="1021" y="362"/>
                  <a:pt x="1054" y="401"/>
                  <a:pt x="1118" y="405"/>
                </a:cubicBezTo>
                <a:cubicBezTo>
                  <a:pt x="1169" y="405"/>
                  <a:pt x="1200" y="382"/>
                  <a:pt x="1214" y="334"/>
                </a:cubicBezTo>
                <a:close/>
                <a:moveTo>
                  <a:pt x="1626" y="227"/>
                </a:moveTo>
                <a:lnTo>
                  <a:pt x="1626" y="434"/>
                </a:lnTo>
                <a:lnTo>
                  <a:pt x="1580" y="434"/>
                </a:lnTo>
                <a:lnTo>
                  <a:pt x="1580" y="234"/>
                </a:lnTo>
                <a:cubicBezTo>
                  <a:pt x="1578" y="174"/>
                  <a:pt x="1553" y="144"/>
                  <a:pt x="1504" y="142"/>
                </a:cubicBezTo>
                <a:cubicBezTo>
                  <a:pt x="1446" y="150"/>
                  <a:pt x="1414" y="181"/>
                  <a:pt x="1408" y="236"/>
                </a:cubicBezTo>
                <a:lnTo>
                  <a:pt x="1408" y="434"/>
                </a:lnTo>
                <a:lnTo>
                  <a:pt x="1361" y="436"/>
                </a:lnTo>
                <a:lnTo>
                  <a:pt x="1361" y="111"/>
                </a:lnTo>
                <a:lnTo>
                  <a:pt x="1408" y="111"/>
                </a:lnTo>
                <a:lnTo>
                  <a:pt x="1408" y="160"/>
                </a:lnTo>
                <a:cubicBezTo>
                  <a:pt x="1433" y="123"/>
                  <a:pt x="1469" y="104"/>
                  <a:pt x="1515" y="102"/>
                </a:cubicBezTo>
                <a:cubicBezTo>
                  <a:pt x="1589" y="102"/>
                  <a:pt x="1626" y="144"/>
                  <a:pt x="1626" y="227"/>
                </a:cubicBezTo>
                <a:close/>
                <a:moveTo>
                  <a:pt x="1859" y="407"/>
                </a:moveTo>
                <a:lnTo>
                  <a:pt x="1868" y="432"/>
                </a:lnTo>
                <a:cubicBezTo>
                  <a:pt x="1853" y="438"/>
                  <a:pt x="1836" y="441"/>
                  <a:pt x="1818" y="441"/>
                </a:cubicBezTo>
                <a:cubicBezTo>
                  <a:pt x="1772" y="442"/>
                  <a:pt x="1750" y="419"/>
                  <a:pt x="1752" y="370"/>
                </a:cubicBezTo>
                <a:lnTo>
                  <a:pt x="1752" y="151"/>
                </a:lnTo>
                <a:lnTo>
                  <a:pt x="1707" y="151"/>
                </a:lnTo>
                <a:lnTo>
                  <a:pt x="1707" y="111"/>
                </a:lnTo>
                <a:lnTo>
                  <a:pt x="1752" y="111"/>
                </a:lnTo>
                <a:lnTo>
                  <a:pt x="1752" y="24"/>
                </a:lnTo>
                <a:lnTo>
                  <a:pt x="1798" y="0"/>
                </a:lnTo>
                <a:lnTo>
                  <a:pt x="1798" y="111"/>
                </a:lnTo>
                <a:lnTo>
                  <a:pt x="1859" y="111"/>
                </a:lnTo>
                <a:lnTo>
                  <a:pt x="1859" y="151"/>
                </a:lnTo>
                <a:lnTo>
                  <a:pt x="1798" y="151"/>
                </a:lnTo>
                <a:lnTo>
                  <a:pt x="1798" y="370"/>
                </a:lnTo>
                <a:cubicBezTo>
                  <a:pt x="1797" y="398"/>
                  <a:pt x="1809" y="411"/>
                  <a:pt x="1834" y="410"/>
                </a:cubicBezTo>
                <a:cubicBezTo>
                  <a:pt x="1843" y="410"/>
                  <a:pt x="1851" y="409"/>
                  <a:pt x="1859" y="407"/>
                </a:cubicBezTo>
                <a:close/>
                <a:moveTo>
                  <a:pt x="2131" y="203"/>
                </a:moveTo>
                <a:lnTo>
                  <a:pt x="2180" y="189"/>
                </a:lnTo>
                <a:cubicBezTo>
                  <a:pt x="2167" y="133"/>
                  <a:pt x="2125" y="104"/>
                  <a:pt x="2055" y="102"/>
                </a:cubicBezTo>
                <a:cubicBezTo>
                  <a:pt x="1982" y="105"/>
                  <a:pt x="1943" y="136"/>
                  <a:pt x="1937" y="194"/>
                </a:cubicBezTo>
                <a:cubicBezTo>
                  <a:pt x="1934" y="249"/>
                  <a:pt x="1976" y="281"/>
                  <a:pt x="2062" y="292"/>
                </a:cubicBezTo>
                <a:cubicBezTo>
                  <a:pt x="2118" y="302"/>
                  <a:pt x="2146" y="322"/>
                  <a:pt x="2144" y="352"/>
                </a:cubicBezTo>
                <a:cubicBezTo>
                  <a:pt x="2143" y="387"/>
                  <a:pt x="2115" y="406"/>
                  <a:pt x="2062" y="407"/>
                </a:cubicBezTo>
                <a:cubicBezTo>
                  <a:pt x="2013" y="409"/>
                  <a:pt x="1982" y="384"/>
                  <a:pt x="1970" y="334"/>
                </a:cubicBezTo>
                <a:lnTo>
                  <a:pt x="1924" y="347"/>
                </a:lnTo>
                <a:cubicBezTo>
                  <a:pt x="1941" y="413"/>
                  <a:pt x="1988" y="445"/>
                  <a:pt x="2062" y="443"/>
                </a:cubicBezTo>
                <a:cubicBezTo>
                  <a:pt x="2148" y="442"/>
                  <a:pt x="2192" y="410"/>
                  <a:pt x="2193" y="350"/>
                </a:cubicBezTo>
                <a:cubicBezTo>
                  <a:pt x="2195" y="298"/>
                  <a:pt x="2155" y="265"/>
                  <a:pt x="2075" y="252"/>
                </a:cubicBezTo>
                <a:cubicBezTo>
                  <a:pt x="2014" y="241"/>
                  <a:pt x="1985" y="222"/>
                  <a:pt x="1986" y="194"/>
                </a:cubicBezTo>
                <a:cubicBezTo>
                  <a:pt x="1990" y="162"/>
                  <a:pt x="2014" y="146"/>
                  <a:pt x="2057" y="145"/>
                </a:cubicBezTo>
                <a:cubicBezTo>
                  <a:pt x="2097" y="145"/>
                  <a:pt x="2122" y="164"/>
                  <a:pt x="2131" y="203"/>
                </a:cubicBezTo>
                <a:close/>
              </a:path>
            </a:pathLst>
          </a:custGeom>
          <a:solidFill>
            <a:schemeClr val="tx2">
              <a:lumMod val="50000"/>
            </a:schemeClr>
          </a:solidFill>
          <a:ln>
            <a:noFill/>
          </a:ln>
        </p:spPr>
        <p:txBody>
          <a:bodyPr vert="horz" wrap="square" lIns="91440" tIns="45720" rIns="91440" bIns="45720" numCol="1" anchor="t" anchorCtr="0" compatLnSpc="1"/>
          <a:lstStyle/>
          <a:p>
            <a:endParaRPr lang="zh-CN" altLang="en-US">
              <a:solidFill>
                <a:schemeClr val="tx2"/>
              </a:solidFill>
              <a:latin typeface="汉仪中黑简" pitchFamily="49" charset="-122"/>
              <a:ea typeface="汉仪中黑简" pitchFamily="49" charset="-122"/>
            </a:endParaRPr>
          </a:p>
        </p:txBody>
      </p:sp>
      <p:sp>
        <p:nvSpPr>
          <p:cNvPr id="40" name="Freeform 8"/>
          <p:cNvSpPr>
            <a:spLocks noEditPoints="1"/>
          </p:cNvSpPr>
          <p:nvPr/>
        </p:nvSpPr>
        <p:spPr bwMode="auto">
          <a:xfrm>
            <a:off x="1808212" y="1789020"/>
            <a:ext cx="1061490" cy="498490"/>
          </a:xfrm>
          <a:custGeom>
            <a:avLst/>
            <a:gdLst>
              <a:gd name="T0" fmla="*/ 764 w 2109"/>
              <a:gd name="T1" fmla="*/ 0 h 986"/>
              <a:gd name="T2" fmla="*/ 676 w 2109"/>
              <a:gd name="T3" fmla="*/ 986 h 986"/>
              <a:gd name="T4" fmla="*/ 84 w 2109"/>
              <a:gd name="T5" fmla="*/ 902 h 986"/>
              <a:gd name="T6" fmla="*/ 0 w 2109"/>
              <a:gd name="T7" fmla="*/ 986 h 986"/>
              <a:gd name="T8" fmla="*/ 84 w 2109"/>
              <a:gd name="T9" fmla="*/ 80 h 986"/>
              <a:gd name="T10" fmla="*/ 676 w 2109"/>
              <a:gd name="T11" fmla="*/ 279 h 986"/>
              <a:gd name="T12" fmla="*/ 84 w 2109"/>
              <a:gd name="T13" fmla="*/ 80 h 986"/>
              <a:gd name="T14" fmla="*/ 84 w 2109"/>
              <a:gd name="T15" fmla="*/ 831 h 986"/>
              <a:gd name="T16" fmla="*/ 676 w 2109"/>
              <a:gd name="T17" fmla="*/ 628 h 986"/>
              <a:gd name="T18" fmla="*/ 84 w 2109"/>
              <a:gd name="T19" fmla="*/ 354 h 986"/>
              <a:gd name="T20" fmla="*/ 676 w 2109"/>
              <a:gd name="T21" fmla="*/ 557 h 986"/>
              <a:gd name="T22" fmla="*/ 84 w 2109"/>
              <a:gd name="T23" fmla="*/ 354 h 986"/>
              <a:gd name="T24" fmla="*/ 2021 w 2109"/>
              <a:gd name="T25" fmla="*/ 553 h 986"/>
              <a:gd name="T26" fmla="*/ 1791 w 2109"/>
              <a:gd name="T27" fmla="*/ 694 h 986"/>
              <a:gd name="T28" fmla="*/ 2052 w 2109"/>
              <a:gd name="T29" fmla="*/ 915 h 986"/>
              <a:gd name="T30" fmla="*/ 1619 w 2109"/>
              <a:gd name="T31" fmla="*/ 818 h 986"/>
              <a:gd name="T32" fmla="*/ 1340 w 2109"/>
              <a:gd name="T33" fmla="*/ 973 h 986"/>
              <a:gd name="T34" fmla="*/ 1459 w 2109"/>
              <a:gd name="T35" fmla="*/ 889 h 986"/>
              <a:gd name="T36" fmla="*/ 1539 w 2109"/>
              <a:gd name="T37" fmla="*/ 447 h 986"/>
              <a:gd name="T38" fmla="*/ 1057 w 2109"/>
              <a:gd name="T39" fmla="*/ 376 h 986"/>
              <a:gd name="T40" fmla="*/ 1849 w 2109"/>
              <a:gd name="T41" fmla="*/ 261 h 986"/>
              <a:gd name="T42" fmla="*/ 1190 w 2109"/>
              <a:gd name="T43" fmla="*/ 190 h 986"/>
              <a:gd name="T44" fmla="*/ 1849 w 2109"/>
              <a:gd name="T45" fmla="*/ 75 h 986"/>
              <a:gd name="T46" fmla="*/ 1172 w 2109"/>
              <a:gd name="T47" fmla="*/ 5 h 986"/>
              <a:gd name="T48" fmla="*/ 1932 w 2109"/>
              <a:gd name="T49" fmla="*/ 376 h 986"/>
              <a:gd name="T50" fmla="*/ 2101 w 2109"/>
              <a:gd name="T51" fmla="*/ 447 h 986"/>
              <a:gd name="T52" fmla="*/ 1619 w 2109"/>
              <a:gd name="T53" fmla="*/ 482 h 986"/>
              <a:gd name="T54" fmla="*/ 1963 w 2109"/>
              <a:gd name="T55" fmla="*/ 482 h 986"/>
              <a:gd name="T56" fmla="*/ 1495 w 2109"/>
              <a:gd name="T57" fmla="*/ 646 h 986"/>
              <a:gd name="T58" fmla="*/ 1075 w 2109"/>
              <a:gd name="T59" fmla="*/ 889 h 986"/>
              <a:gd name="T60" fmla="*/ 1190 w 2109"/>
              <a:gd name="T61" fmla="*/ 473 h 986"/>
              <a:gd name="T62" fmla="*/ 1398 w 2109"/>
              <a:gd name="T63" fmla="*/ 610 h 986"/>
              <a:gd name="T64" fmla="*/ 1216 w 2109"/>
              <a:gd name="T65" fmla="*/ 588 h 986"/>
              <a:gd name="T66" fmla="*/ 1190 w 2109"/>
              <a:gd name="T67" fmla="*/ 473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09" h="986">
                <a:moveTo>
                  <a:pt x="0" y="0"/>
                </a:moveTo>
                <a:lnTo>
                  <a:pt x="764" y="0"/>
                </a:lnTo>
                <a:lnTo>
                  <a:pt x="764" y="986"/>
                </a:lnTo>
                <a:lnTo>
                  <a:pt x="676" y="986"/>
                </a:lnTo>
                <a:lnTo>
                  <a:pt x="676" y="902"/>
                </a:lnTo>
                <a:lnTo>
                  <a:pt x="84" y="902"/>
                </a:lnTo>
                <a:lnTo>
                  <a:pt x="84" y="986"/>
                </a:lnTo>
                <a:lnTo>
                  <a:pt x="0" y="986"/>
                </a:lnTo>
                <a:lnTo>
                  <a:pt x="0" y="0"/>
                </a:lnTo>
                <a:close/>
                <a:moveTo>
                  <a:pt x="84" y="80"/>
                </a:moveTo>
                <a:lnTo>
                  <a:pt x="84" y="279"/>
                </a:lnTo>
                <a:lnTo>
                  <a:pt x="676" y="279"/>
                </a:lnTo>
                <a:lnTo>
                  <a:pt x="676" y="80"/>
                </a:lnTo>
                <a:lnTo>
                  <a:pt x="84" y="80"/>
                </a:lnTo>
                <a:close/>
                <a:moveTo>
                  <a:pt x="84" y="628"/>
                </a:moveTo>
                <a:lnTo>
                  <a:pt x="84" y="831"/>
                </a:lnTo>
                <a:lnTo>
                  <a:pt x="676" y="831"/>
                </a:lnTo>
                <a:lnTo>
                  <a:pt x="676" y="628"/>
                </a:lnTo>
                <a:lnTo>
                  <a:pt x="84" y="628"/>
                </a:lnTo>
                <a:close/>
                <a:moveTo>
                  <a:pt x="84" y="354"/>
                </a:moveTo>
                <a:lnTo>
                  <a:pt x="84" y="557"/>
                </a:lnTo>
                <a:lnTo>
                  <a:pt x="676" y="557"/>
                </a:lnTo>
                <a:lnTo>
                  <a:pt x="676" y="354"/>
                </a:lnTo>
                <a:lnTo>
                  <a:pt x="84" y="354"/>
                </a:lnTo>
                <a:close/>
                <a:moveTo>
                  <a:pt x="1963" y="482"/>
                </a:moveTo>
                <a:lnTo>
                  <a:pt x="2021" y="553"/>
                </a:lnTo>
                <a:cubicBezTo>
                  <a:pt x="2000" y="568"/>
                  <a:pt x="1958" y="594"/>
                  <a:pt x="1893" y="632"/>
                </a:cubicBezTo>
                <a:cubicBezTo>
                  <a:pt x="1849" y="659"/>
                  <a:pt x="1815" y="679"/>
                  <a:pt x="1791" y="694"/>
                </a:cubicBezTo>
                <a:cubicBezTo>
                  <a:pt x="1859" y="753"/>
                  <a:pt x="1965" y="800"/>
                  <a:pt x="2109" y="836"/>
                </a:cubicBezTo>
                <a:cubicBezTo>
                  <a:pt x="2089" y="856"/>
                  <a:pt x="2070" y="883"/>
                  <a:pt x="2052" y="915"/>
                </a:cubicBezTo>
                <a:cubicBezTo>
                  <a:pt x="1849" y="856"/>
                  <a:pt x="1704" y="756"/>
                  <a:pt x="1619" y="615"/>
                </a:cubicBezTo>
                <a:lnTo>
                  <a:pt x="1619" y="818"/>
                </a:lnTo>
                <a:cubicBezTo>
                  <a:pt x="1624" y="924"/>
                  <a:pt x="1573" y="976"/>
                  <a:pt x="1464" y="973"/>
                </a:cubicBezTo>
                <a:cubicBezTo>
                  <a:pt x="1423" y="973"/>
                  <a:pt x="1381" y="973"/>
                  <a:pt x="1340" y="973"/>
                </a:cubicBezTo>
                <a:cubicBezTo>
                  <a:pt x="1337" y="937"/>
                  <a:pt x="1331" y="908"/>
                  <a:pt x="1322" y="884"/>
                </a:cubicBezTo>
                <a:cubicBezTo>
                  <a:pt x="1358" y="887"/>
                  <a:pt x="1403" y="889"/>
                  <a:pt x="1459" y="889"/>
                </a:cubicBezTo>
                <a:cubicBezTo>
                  <a:pt x="1515" y="892"/>
                  <a:pt x="1542" y="867"/>
                  <a:pt x="1539" y="814"/>
                </a:cubicBezTo>
                <a:lnTo>
                  <a:pt x="1539" y="447"/>
                </a:lnTo>
                <a:lnTo>
                  <a:pt x="1057" y="447"/>
                </a:lnTo>
                <a:lnTo>
                  <a:pt x="1057" y="376"/>
                </a:lnTo>
                <a:lnTo>
                  <a:pt x="1849" y="376"/>
                </a:lnTo>
                <a:lnTo>
                  <a:pt x="1849" y="261"/>
                </a:lnTo>
                <a:lnTo>
                  <a:pt x="1190" y="261"/>
                </a:lnTo>
                <a:lnTo>
                  <a:pt x="1190" y="190"/>
                </a:lnTo>
                <a:lnTo>
                  <a:pt x="1849" y="190"/>
                </a:lnTo>
                <a:lnTo>
                  <a:pt x="1849" y="75"/>
                </a:lnTo>
                <a:lnTo>
                  <a:pt x="1172" y="75"/>
                </a:lnTo>
                <a:lnTo>
                  <a:pt x="1172" y="5"/>
                </a:lnTo>
                <a:lnTo>
                  <a:pt x="1932" y="5"/>
                </a:lnTo>
                <a:lnTo>
                  <a:pt x="1932" y="376"/>
                </a:lnTo>
                <a:lnTo>
                  <a:pt x="2101" y="376"/>
                </a:lnTo>
                <a:lnTo>
                  <a:pt x="2101" y="447"/>
                </a:lnTo>
                <a:lnTo>
                  <a:pt x="1619" y="447"/>
                </a:lnTo>
                <a:lnTo>
                  <a:pt x="1619" y="482"/>
                </a:lnTo>
                <a:cubicBezTo>
                  <a:pt x="1654" y="544"/>
                  <a:pt x="1692" y="597"/>
                  <a:pt x="1733" y="641"/>
                </a:cubicBezTo>
                <a:cubicBezTo>
                  <a:pt x="1822" y="582"/>
                  <a:pt x="1899" y="529"/>
                  <a:pt x="1963" y="482"/>
                </a:cubicBezTo>
                <a:close/>
                <a:moveTo>
                  <a:pt x="1044" y="814"/>
                </a:moveTo>
                <a:cubicBezTo>
                  <a:pt x="1168" y="772"/>
                  <a:pt x="1318" y="716"/>
                  <a:pt x="1495" y="646"/>
                </a:cubicBezTo>
                <a:cubicBezTo>
                  <a:pt x="1501" y="672"/>
                  <a:pt x="1507" y="699"/>
                  <a:pt x="1513" y="725"/>
                </a:cubicBezTo>
                <a:cubicBezTo>
                  <a:pt x="1351" y="784"/>
                  <a:pt x="1205" y="839"/>
                  <a:pt x="1075" y="889"/>
                </a:cubicBezTo>
                <a:lnTo>
                  <a:pt x="1044" y="814"/>
                </a:lnTo>
                <a:close/>
                <a:moveTo>
                  <a:pt x="1190" y="473"/>
                </a:moveTo>
                <a:cubicBezTo>
                  <a:pt x="1202" y="482"/>
                  <a:pt x="1218" y="492"/>
                  <a:pt x="1238" y="504"/>
                </a:cubicBezTo>
                <a:cubicBezTo>
                  <a:pt x="1303" y="545"/>
                  <a:pt x="1356" y="581"/>
                  <a:pt x="1398" y="610"/>
                </a:cubicBezTo>
                <a:lnTo>
                  <a:pt x="1349" y="681"/>
                </a:lnTo>
                <a:cubicBezTo>
                  <a:pt x="1317" y="658"/>
                  <a:pt x="1272" y="627"/>
                  <a:pt x="1216" y="588"/>
                </a:cubicBezTo>
                <a:cubicBezTo>
                  <a:pt x="1184" y="565"/>
                  <a:pt x="1159" y="547"/>
                  <a:pt x="1141" y="535"/>
                </a:cubicBezTo>
                <a:lnTo>
                  <a:pt x="1190" y="473"/>
                </a:lnTo>
                <a:close/>
              </a:path>
            </a:pathLst>
          </a:custGeom>
          <a:solidFill>
            <a:schemeClr val="tx2">
              <a:lumMod val="50000"/>
            </a:schemeClr>
          </a:solidFill>
          <a:ln>
            <a:noFill/>
          </a:ln>
        </p:spPr>
        <p:txBody>
          <a:bodyPr vert="horz" wrap="square" lIns="91440" tIns="45720" rIns="91440" bIns="45720" numCol="1" anchor="t" anchorCtr="0" compatLnSpc="1"/>
          <a:lstStyle/>
          <a:p>
            <a:endParaRPr lang="zh-CN" altLang="en-US">
              <a:solidFill>
                <a:schemeClr val="tx2"/>
              </a:solidFill>
              <a:latin typeface="汉仪中黑简" pitchFamily="49" charset="-122"/>
              <a:ea typeface="汉仪中黑简" pitchFamily="49" charset="-122"/>
            </a:endParaRPr>
          </a:p>
        </p:txBody>
      </p:sp>
      <p:sp>
        <p:nvSpPr>
          <p:cNvPr id="41" name="Freeform 9"/>
          <p:cNvSpPr>
            <a:spLocks noEditPoints="1"/>
          </p:cNvSpPr>
          <p:nvPr/>
        </p:nvSpPr>
        <p:spPr bwMode="auto">
          <a:xfrm>
            <a:off x="3090785" y="1554243"/>
            <a:ext cx="115229" cy="5040000"/>
          </a:xfrm>
          <a:custGeom>
            <a:avLst/>
            <a:gdLst>
              <a:gd name="T0" fmla="*/ 0 w 153"/>
              <a:gd name="T1" fmla="*/ 0 h 6522"/>
              <a:gd name="T2" fmla="*/ 61 w 153"/>
              <a:gd name="T3" fmla="*/ 0 h 6522"/>
              <a:gd name="T4" fmla="*/ 61 w 153"/>
              <a:gd name="T5" fmla="*/ 6522 h 6522"/>
              <a:gd name="T6" fmla="*/ 0 w 153"/>
              <a:gd name="T7" fmla="*/ 6522 h 6522"/>
              <a:gd name="T8" fmla="*/ 0 w 153"/>
              <a:gd name="T9" fmla="*/ 0 h 6522"/>
              <a:gd name="T10" fmla="*/ 131 w 153"/>
              <a:gd name="T11" fmla="*/ 0 h 6522"/>
              <a:gd name="T12" fmla="*/ 153 w 153"/>
              <a:gd name="T13" fmla="*/ 0 h 6522"/>
              <a:gd name="T14" fmla="*/ 153 w 153"/>
              <a:gd name="T15" fmla="*/ 6522 h 6522"/>
              <a:gd name="T16" fmla="*/ 131 w 153"/>
              <a:gd name="T17" fmla="*/ 6522 h 6522"/>
              <a:gd name="T18" fmla="*/ 131 w 153"/>
              <a:gd name="T19" fmla="*/ 0 h 6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3" h="6522">
                <a:moveTo>
                  <a:pt x="0" y="0"/>
                </a:moveTo>
                <a:lnTo>
                  <a:pt x="61" y="0"/>
                </a:lnTo>
                <a:lnTo>
                  <a:pt x="61" y="6522"/>
                </a:lnTo>
                <a:lnTo>
                  <a:pt x="0" y="6522"/>
                </a:lnTo>
                <a:lnTo>
                  <a:pt x="0" y="0"/>
                </a:lnTo>
                <a:close/>
                <a:moveTo>
                  <a:pt x="131" y="0"/>
                </a:moveTo>
                <a:lnTo>
                  <a:pt x="153" y="0"/>
                </a:lnTo>
                <a:lnTo>
                  <a:pt x="153" y="6522"/>
                </a:lnTo>
                <a:lnTo>
                  <a:pt x="131" y="6522"/>
                </a:lnTo>
                <a:lnTo>
                  <a:pt x="131" y="0"/>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42" name="Freeform 10"/>
          <p:cNvSpPr/>
          <p:nvPr/>
        </p:nvSpPr>
        <p:spPr bwMode="auto">
          <a:xfrm>
            <a:off x="3369945" y="1833245"/>
            <a:ext cx="7890510" cy="768350"/>
          </a:xfrm>
          <a:custGeom>
            <a:avLst/>
            <a:gdLst>
              <a:gd name="T0" fmla="*/ 93 w 6425"/>
              <a:gd name="T1" fmla="*/ 0 h 911"/>
              <a:gd name="T2" fmla="*/ 6331 w 6425"/>
              <a:gd name="T3" fmla="*/ 0 h 911"/>
              <a:gd name="T4" fmla="*/ 6425 w 6425"/>
              <a:gd name="T5" fmla="*/ 93 h 911"/>
              <a:gd name="T6" fmla="*/ 6425 w 6425"/>
              <a:gd name="T7" fmla="*/ 818 h 911"/>
              <a:gd name="T8" fmla="*/ 6331 w 6425"/>
              <a:gd name="T9" fmla="*/ 911 h 911"/>
              <a:gd name="T10" fmla="*/ 93 w 6425"/>
              <a:gd name="T11" fmla="*/ 911 h 911"/>
              <a:gd name="T12" fmla="*/ 0 w 6425"/>
              <a:gd name="T13" fmla="*/ 818 h 911"/>
              <a:gd name="T14" fmla="*/ 0 w 6425"/>
              <a:gd name="T15" fmla="*/ 93 h 911"/>
              <a:gd name="T16" fmla="*/ 93 w 6425"/>
              <a:gd name="T17"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chemeClr val="accent1"/>
          </a:solidFill>
          <a:ln>
            <a:solidFill>
              <a:schemeClr val="accent1">
                <a:lumMod val="75000"/>
              </a:schemeClr>
            </a:solidFill>
          </a:ln>
        </p:spPr>
        <p:txBody>
          <a:bodyPr vert="horz" wrap="square" lIns="91440" tIns="45720" rIns="91440" bIns="45720" numCol="1" anchor="t" anchorCtr="0" compatLnSpc="1"/>
          <a:lstStyle/>
          <a:p>
            <a:endParaRPr lang="zh-CN" altLang="en-US">
              <a:solidFill>
                <a:schemeClr val="bg2"/>
              </a:solidFill>
            </a:endParaRPr>
          </a:p>
        </p:txBody>
      </p:sp>
      <p:grpSp>
        <p:nvGrpSpPr>
          <p:cNvPr id="43" name="组合 42"/>
          <p:cNvGrpSpPr/>
          <p:nvPr/>
        </p:nvGrpSpPr>
        <p:grpSpPr>
          <a:xfrm>
            <a:off x="3495743" y="1929630"/>
            <a:ext cx="604929" cy="613186"/>
            <a:chOff x="5667375" y="819046"/>
            <a:chExt cx="588963" cy="597002"/>
          </a:xfrm>
          <a:solidFill>
            <a:schemeClr val="bg1"/>
          </a:solidFill>
        </p:grpSpPr>
        <p:sp>
          <p:nvSpPr>
            <p:cNvPr id="44" name="Oval 16"/>
            <p:cNvSpPr>
              <a:spLocks noChangeArrowheads="1"/>
            </p:cNvSpPr>
            <p:nvPr/>
          </p:nvSpPr>
          <p:spPr bwMode="auto">
            <a:xfrm>
              <a:off x="5667375" y="819046"/>
              <a:ext cx="588963" cy="5905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schemeClr val="accent1"/>
                </a:solidFill>
              </a:endParaRPr>
            </a:p>
          </p:txBody>
        </p:sp>
        <p:sp>
          <p:nvSpPr>
            <p:cNvPr id="45" name="TextBox 44"/>
            <p:cNvSpPr txBox="1"/>
            <p:nvPr/>
          </p:nvSpPr>
          <p:spPr>
            <a:xfrm>
              <a:off x="5726856" y="846707"/>
              <a:ext cx="426381" cy="569341"/>
            </a:xfrm>
            <a:prstGeom prst="rect">
              <a:avLst/>
            </a:prstGeom>
            <a:noFill/>
          </p:spPr>
          <p:txBody>
            <a:bodyPr wrap="none" rtlCol="0">
              <a:spAutoFit/>
            </a:bodyPr>
            <a:lstStyle/>
            <a:p>
              <a:r>
                <a:rPr lang="en-US" altLang="zh-CN" sz="3200" b="1" dirty="0" smtClean="0">
                  <a:solidFill>
                    <a:schemeClr val="accent1"/>
                  </a:solidFill>
                  <a:latin typeface="+mn-ea"/>
                  <a:ea typeface="+mn-ea"/>
                </a:rPr>
                <a:t>1</a:t>
              </a:r>
              <a:endParaRPr lang="zh-CN" altLang="en-US" sz="3200" b="1" dirty="0">
                <a:solidFill>
                  <a:schemeClr val="accent1"/>
                </a:solidFill>
                <a:latin typeface="+mn-ea"/>
                <a:ea typeface="+mn-ea"/>
              </a:endParaRPr>
            </a:p>
          </p:txBody>
        </p:sp>
      </p:grpSp>
      <p:sp>
        <p:nvSpPr>
          <p:cNvPr id="46" name="Freeform 10"/>
          <p:cNvSpPr/>
          <p:nvPr/>
        </p:nvSpPr>
        <p:spPr bwMode="auto">
          <a:xfrm>
            <a:off x="3369945" y="3060700"/>
            <a:ext cx="7890510" cy="768350"/>
          </a:xfrm>
          <a:custGeom>
            <a:avLst/>
            <a:gdLst>
              <a:gd name="T0" fmla="*/ 93 w 6425"/>
              <a:gd name="T1" fmla="*/ 0 h 911"/>
              <a:gd name="T2" fmla="*/ 6331 w 6425"/>
              <a:gd name="T3" fmla="*/ 0 h 911"/>
              <a:gd name="T4" fmla="*/ 6425 w 6425"/>
              <a:gd name="T5" fmla="*/ 93 h 911"/>
              <a:gd name="T6" fmla="*/ 6425 w 6425"/>
              <a:gd name="T7" fmla="*/ 818 h 911"/>
              <a:gd name="T8" fmla="*/ 6331 w 6425"/>
              <a:gd name="T9" fmla="*/ 911 h 911"/>
              <a:gd name="T10" fmla="*/ 93 w 6425"/>
              <a:gd name="T11" fmla="*/ 911 h 911"/>
              <a:gd name="T12" fmla="*/ 0 w 6425"/>
              <a:gd name="T13" fmla="*/ 818 h 911"/>
              <a:gd name="T14" fmla="*/ 0 w 6425"/>
              <a:gd name="T15" fmla="*/ 93 h 911"/>
              <a:gd name="T16" fmla="*/ 93 w 6425"/>
              <a:gd name="T17"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chemeClr val="accent1"/>
          </a:solidFill>
          <a:ln>
            <a:solidFill>
              <a:schemeClr val="accent1">
                <a:lumMod val="75000"/>
              </a:schemeClr>
            </a:solidFill>
          </a:ln>
        </p:spPr>
        <p:txBody>
          <a:bodyPr vert="horz" wrap="square" lIns="91440" tIns="45720" rIns="91440" bIns="45720" numCol="1" anchor="t" anchorCtr="0" compatLnSpc="1"/>
          <a:lstStyle/>
          <a:p>
            <a:endParaRPr lang="zh-CN" altLang="en-US">
              <a:solidFill>
                <a:schemeClr val="bg2"/>
              </a:solidFill>
            </a:endParaRPr>
          </a:p>
        </p:txBody>
      </p:sp>
      <p:grpSp>
        <p:nvGrpSpPr>
          <p:cNvPr id="47" name="组合 46"/>
          <p:cNvGrpSpPr/>
          <p:nvPr/>
        </p:nvGrpSpPr>
        <p:grpSpPr>
          <a:xfrm>
            <a:off x="3495743" y="3156995"/>
            <a:ext cx="604929" cy="606559"/>
            <a:chOff x="5667375" y="819046"/>
            <a:chExt cx="588963" cy="590550"/>
          </a:xfrm>
          <a:solidFill>
            <a:schemeClr val="bg1"/>
          </a:solidFill>
        </p:grpSpPr>
        <p:sp>
          <p:nvSpPr>
            <p:cNvPr id="48" name="Oval 16"/>
            <p:cNvSpPr>
              <a:spLocks noChangeArrowheads="1"/>
            </p:cNvSpPr>
            <p:nvPr/>
          </p:nvSpPr>
          <p:spPr bwMode="auto">
            <a:xfrm>
              <a:off x="5667375" y="819046"/>
              <a:ext cx="588963" cy="5905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schemeClr val="accent1"/>
                </a:solidFill>
              </a:endParaRPr>
            </a:p>
          </p:txBody>
        </p:sp>
        <p:sp>
          <p:nvSpPr>
            <p:cNvPr id="49" name="TextBox 48"/>
            <p:cNvSpPr txBox="1"/>
            <p:nvPr/>
          </p:nvSpPr>
          <p:spPr>
            <a:xfrm>
              <a:off x="5726856" y="829649"/>
              <a:ext cx="426381" cy="569341"/>
            </a:xfrm>
            <a:prstGeom prst="rect">
              <a:avLst/>
            </a:prstGeom>
            <a:noFill/>
          </p:spPr>
          <p:txBody>
            <a:bodyPr wrap="none" rtlCol="0">
              <a:spAutoFit/>
            </a:bodyPr>
            <a:lstStyle/>
            <a:p>
              <a:r>
                <a:rPr lang="en-US" altLang="zh-CN" sz="3200" b="1" dirty="0" smtClean="0">
                  <a:solidFill>
                    <a:schemeClr val="accent1"/>
                  </a:solidFill>
                  <a:latin typeface="+mn-ea"/>
                  <a:ea typeface="+mn-ea"/>
                </a:rPr>
                <a:t>2</a:t>
              </a:r>
              <a:endParaRPr lang="zh-CN" altLang="en-US" sz="3200" b="1" dirty="0">
                <a:solidFill>
                  <a:schemeClr val="accent1"/>
                </a:solidFill>
                <a:latin typeface="+mn-ea"/>
                <a:ea typeface="+mn-ea"/>
              </a:endParaRPr>
            </a:p>
          </p:txBody>
        </p:sp>
      </p:grpSp>
      <p:sp>
        <p:nvSpPr>
          <p:cNvPr id="50" name="Freeform 10"/>
          <p:cNvSpPr/>
          <p:nvPr/>
        </p:nvSpPr>
        <p:spPr bwMode="auto">
          <a:xfrm>
            <a:off x="3369945" y="4301490"/>
            <a:ext cx="7890510" cy="768350"/>
          </a:xfrm>
          <a:custGeom>
            <a:avLst/>
            <a:gdLst>
              <a:gd name="T0" fmla="*/ 93 w 6425"/>
              <a:gd name="T1" fmla="*/ 0 h 911"/>
              <a:gd name="T2" fmla="*/ 6331 w 6425"/>
              <a:gd name="T3" fmla="*/ 0 h 911"/>
              <a:gd name="T4" fmla="*/ 6425 w 6425"/>
              <a:gd name="T5" fmla="*/ 93 h 911"/>
              <a:gd name="T6" fmla="*/ 6425 w 6425"/>
              <a:gd name="T7" fmla="*/ 818 h 911"/>
              <a:gd name="T8" fmla="*/ 6331 w 6425"/>
              <a:gd name="T9" fmla="*/ 911 h 911"/>
              <a:gd name="T10" fmla="*/ 93 w 6425"/>
              <a:gd name="T11" fmla="*/ 911 h 911"/>
              <a:gd name="T12" fmla="*/ 0 w 6425"/>
              <a:gd name="T13" fmla="*/ 818 h 911"/>
              <a:gd name="T14" fmla="*/ 0 w 6425"/>
              <a:gd name="T15" fmla="*/ 93 h 911"/>
              <a:gd name="T16" fmla="*/ 93 w 6425"/>
              <a:gd name="T17"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chemeClr val="accent1"/>
          </a:solidFill>
          <a:ln>
            <a:solidFill>
              <a:schemeClr val="accent1">
                <a:lumMod val="75000"/>
              </a:schemeClr>
            </a:solidFill>
          </a:ln>
        </p:spPr>
        <p:txBody>
          <a:bodyPr vert="horz" wrap="square" lIns="91440" tIns="45720" rIns="91440" bIns="45720" numCol="1" anchor="t" anchorCtr="0" compatLnSpc="1"/>
          <a:lstStyle/>
          <a:p>
            <a:endParaRPr lang="zh-CN" altLang="en-US">
              <a:solidFill>
                <a:schemeClr val="bg2"/>
              </a:solidFill>
            </a:endParaRPr>
          </a:p>
        </p:txBody>
      </p:sp>
      <p:grpSp>
        <p:nvGrpSpPr>
          <p:cNvPr id="51" name="组合 50"/>
          <p:cNvGrpSpPr/>
          <p:nvPr/>
        </p:nvGrpSpPr>
        <p:grpSpPr>
          <a:xfrm>
            <a:off x="3495743" y="4397812"/>
            <a:ext cx="604929" cy="606559"/>
            <a:chOff x="5667375" y="819046"/>
            <a:chExt cx="588963" cy="590550"/>
          </a:xfrm>
          <a:solidFill>
            <a:schemeClr val="bg1"/>
          </a:solidFill>
        </p:grpSpPr>
        <p:sp>
          <p:nvSpPr>
            <p:cNvPr id="52" name="Oval 16"/>
            <p:cNvSpPr>
              <a:spLocks noChangeArrowheads="1"/>
            </p:cNvSpPr>
            <p:nvPr/>
          </p:nvSpPr>
          <p:spPr bwMode="auto">
            <a:xfrm>
              <a:off x="5667375" y="819046"/>
              <a:ext cx="588963" cy="5905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schemeClr val="accent1"/>
                </a:solidFill>
              </a:endParaRPr>
            </a:p>
          </p:txBody>
        </p:sp>
        <p:sp>
          <p:nvSpPr>
            <p:cNvPr id="53" name="TextBox 52"/>
            <p:cNvSpPr txBox="1"/>
            <p:nvPr/>
          </p:nvSpPr>
          <p:spPr>
            <a:xfrm>
              <a:off x="5726856" y="829649"/>
              <a:ext cx="426381" cy="569341"/>
            </a:xfrm>
            <a:prstGeom prst="rect">
              <a:avLst/>
            </a:prstGeom>
            <a:noFill/>
          </p:spPr>
          <p:txBody>
            <a:bodyPr wrap="none" rtlCol="0">
              <a:spAutoFit/>
            </a:bodyPr>
            <a:lstStyle/>
            <a:p>
              <a:r>
                <a:rPr lang="en-US" altLang="zh-CN" sz="3200" b="1" dirty="0" smtClean="0">
                  <a:solidFill>
                    <a:schemeClr val="accent1"/>
                  </a:solidFill>
                  <a:latin typeface="+mn-ea"/>
                  <a:ea typeface="+mn-ea"/>
                </a:rPr>
                <a:t>3</a:t>
              </a:r>
              <a:endParaRPr lang="zh-CN" altLang="en-US" sz="3200" b="1" dirty="0">
                <a:solidFill>
                  <a:schemeClr val="accent1"/>
                </a:solidFill>
                <a:latin typeface="+mn-ea"/>
                <a:ea typeface="+mn-ea"/>
              </a:endParaRPr>
            </a:p>
          </p:txBody>
        </p:sp>
      </p:grpSp>
      <p:sp>
        <p:nvSpPr>
          <p:cNvPr id="54" name="Freeform 10"/>
          <p:cNvSpPr/>
          <p:nvPr/>
        </p:nvSpPr>
        <p:spPr bwMode="auto">
          <a:xfrm>
            <a:off x="3369945" y="5501005"/>
            <a:ext cx="7890510" cy="767715"/>
          </a:xfrm>
          <a:custGeom>
            <a:avLst/>
            <a:gdLst>
              <a:gd name="T0" fmla="*/ 93 w 6425"/>
              <a:gd name="T1" fmla="*/ 0 h 911"/>
              <a:gd name="T2" fmla="*/ 6331 w 6425"/>
              <a:gd name="T3" fmla="*/ 0 h 911"/>
              <a:gd name="T4" fmla="*/ 6425 w 6425"/>
              <a:gd name="T5" fmla="*/ 93 h 911"/>
              <a:gd name="T6" fmla="*/ 6425 w 6425"/>
              <a:gd name="T7" fmla="*/ 818 h 911"/>
              <a:gd name="T8" fmla="*/ 6331 w 6425"/>
              <a:gd name="T9" fmla="*/ 911 h 911"/>
              <a:gd name="T10" fmla="*/ 93 w 6425"/>
              <a:gd name="T11" fmla="*/ 911 h 911"/>
              <a:gd name="T12" fmla="*/ 0 w 6425"/>
              <a:gd name="T13" fmla="*/ 818 h 911"/>
              <a:gd name="T14" fmla="*/ 0 w 6425"/>
              <a:gd name="T15" fmla="*/ 93 h 911"/>
              <a:gd name="T16" fmla="*/ 93 w 6425"/>
              <a:gd name="T17"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chemeClr val="accent1"/>
          </a:solidFill>
          <a:ln>
            <a:solidFill>
              <a:schemeClr val="accent1">
                <a:lumMod val="75000"/>
              </a:schemeClr>
            </a:solidFill>
          </a:ln>
        </p:spPr>
        <p:txBody>
          <a:bodyPr vert="horz" wrap="square" lIns="91440" tIns="45720" rIns="91440" bIns="45720" numCol="1" anchor="t" anchorCtr="0" compatLnSpc="1"/>
          <a:lstStyle/>
          <a:p>
            <a:endParaRPr lang="zh-CN" altLang="en-US">
              <a:solidFill>
                <a:schemeClr val="bg2"/>
              </a:solidFill>
            </a:endParaRPr>
          </a:p>
        </p:txBody>
      </p:sp>
      <p:grpSp>
        <p:nvGrpSpPr>
          <p:cNvPr id="55" name="组合 54"/>
          <p:cNvGrpSpPr/>
          <p:nvPr/>
        </p:nvGrpSpPr>
        <p:grpSpPr>
          <a:xfrm>
            <a:off x="3495743" y="5597036"/>
            <a:ext cx="604929" cy="606559"/>
            <a:chOff x="5667375" y="819046"/>
            <a:chExt cx="588963" cy="590550"/>
          </a:xfrm>
          <a:solidFill>
            <a:schemeClr val="bg1"/>
          </a:solidFill>
        </p:grpSpPr>
        <p:sp>
          <p:nvSpPr>
            <p:cNvPr id="56" name="Oval 16"/>
            <p:cNvSpPr>
              <a:spLocks noChangeArrowheads="1"/>
            </p:cNvSpPr>
            <p:nvPr/>
          </p:nvSpPr>
          <p:spPr bwMode="auto">
            <a:xfrm>
              <a:off x="5667375" y="819046"/>
              <a:ext cx="588963" cy="5905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schemeClr val="accent1"/>
                </a:solidFill>
              </a:endParaRPr>
            </a:p>
          </p:txBody>
        </p:sp>
        <p:sp>
          <p:nvSpPr>
            <p:cNvPr id="57" name="TextBox 56"/>
            <p:cNvSpPr txBox="1"/>
            <p:nvPr/>
          </p:nvSpPr>
          <p:spPr>
            <a:xfrm>
              <a:off x="5726856" y="829649"/>
              <a:ext cx="426381" cy="569341"/>
            </a:xfrm>
            <a:prstGeom prst="rect">
              <a:avLst/>
            </a:prstGeom>
            <a:noFill/>
          </p:spPr>
          <p:txBody>
            <a:bodyPr wrap="none" rtlCol="0">
              <a:spAutoFit/>
            </a:bodyPr>
            <a:lstStyle/>
            <a:p>
              <a:r>
                <a:rPr lang="en-US" altLang="zh-CN" sz="3200" b="1" dirty="0" smtClean="0">
                  <a:solidFill>
                    <a:schemeClr val="accent1"/>
                  </a:solidFill>
                  <a:latin typeface="+mn-ea"/>
                  <a:ea typeface="+mn-ea"/>
                </a:rPr>
                <a:t>4</a:t>
              </a:r>
              <a:endParaRPr lang="zh-CN" altLang="en-US" sz="3200" b="1" dirty="0">
                <a:solidFill>
                  <a:schemeClr val="accent1"/>
                </a:solidFill>
                <a:latin typeface="+mn-ea"/>
                <a:ea typeface="+mn-ea"/>
              </a:endParaRPr>
            </a:p>
          </p:txBody>
        </p:sp>
      </p:grpSp>
      <p:sp>
        <p:nvSpPr>
          <p:cNvPr id="62" name="TextBox 61"/>
          <p:cNvSpPr txBox="1"/>
          <p:nvPr/>
        </p:nvSpPr>
        <p:spPr>
          <a:xfrm>
            <a:off x="4153535" y="1986915"/>
            <a:ext cx="6892290" cy="1076325"/>
          </a:xfrm>
          <a:prstGeom prst="rect">
            <a:avLst/>
          </a:prstGeom>
          <a:noFill/>
        </p:spPr>
        <p:txBody>
          <a:bodyPr wrap="squar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课程概述</a:t>
            </a:r>
            <a:r>
              <a:rPr kumimoji="1" lang="zh-CN" altLang="en-US" sz="3200" b="1" dirty="0">
                <a:solidFill>
                  <a:schemeClr val="bg1"/>
                </a:solidFill>
                <a:sym typeface="+mn-ea"/>
              </a:rPr>
              <a:t> </a:t>
            </a:r>
            <a:r>
              <a:rPr kumimoji="1" lang="en-US" altLang="zh-CN" sz="3200" b="1" dirty="0">
                <a:solidFill>
                  <a:schemeClr val="bg1"/>
                </a:solidFill>
                <a:sym typeface="+mn-ea"/>
              </a:rPr>
              <a:t>Course Overview</a:t>
            </a:r>
            <a:endParaRPr kumimoji="1" lang="en-US" altLang="zh-CN" sz="3200" b="1" dirty="0">
              <a:solidFill>
                <a:schemeClr val="bg1"/>
              </a:solidFill>
            </a:endParaRPr>
          </a:p>
          <a:p>
            <a:endParaRPr lang="zh-CN" altLang="en-US" sz="3200" b="1" dirty="0">
              <a:solidFill>
                <a:schemeClr val="tx2"/>
              </a:solidFill>
              <a:latin typeface="微软雅黑" panose="020B0503020204020204" pitchFamily="34" charset="-122"/>
              <a:ea typeface="微软雅黑" panose="020B0503020204020204" pitchFamily="34" charset="-122"/>
            </a:endParaRPr>
          </a:p>
        </p:txBody>
      </p:sp>
      <p:sp>
        <p:nvSpPr>
          <p:cNvPr id="63" name="TextBox 62"/>
          <p:cNvSpPr txBox="1"/>
          <p:nvPr/>
        </p:nvSpPr>
        <p:spPr>
          <a:xfrm>
            <a:off x="4153535" y="3211830"/>
            <a:ext cx="6892290" cy="583565"/>
          </a:xfrm>
          <a:prstGeom prst="rect">
            <a:avLst/>
          </a:prstGeom>
          <a:noFill/>
        </p:spPr>
        <p:txBody>
          <a:bodyPr wrap="square" rtlCol="0">
            <a:spAutoFit/>
          </a:bodyPr>
          <a:lstStyle>
            <a:defPPr>
              <a:defRPr lang="zh-CN"/>
            </a:defPPr>
            <a:lvl1pPr>
              <a:defRPr sz="2800" b="1">
                <a:solidFill>
                  <a:schemeClr val="bg2"/>
                </a:solidFill>
                <a:latin typeface="微软雅黑" panose="020B0503020204020204" pitchFamily="34" charset="-122"/>
                <a:ea typeface="微软雅黑" panose="020B0503020204020204" pitchFamily="34" charset="-122"/>
              </a:defRPr>
            </a:lvl1pPr>
          </a:lstStyle>
          <a:p>
            <a:r>
              <a:rPr lang="zh-CN" altLang="en-US" sz="3200" dirty="0">
                <a:solidFill>
                  <a:schemeClr val="bg1"/>
                </a:solidFill>
              </a:rPr>
              <a:t>教学大纲 </a:t>
            </a:r>
            <a:r>
              <a:rPr lang="en-US" altLang="zh-CN" sz="3200" dirty="0">
                <a:solidFill>
                  <a:schemeClr val="bg1"/>
                </a:solidFill>
                <a:latin typeface="Arial Bold" panose="020B0604020202090204" charset="0"/>
                <a:cs typeface="Arial Bold" panose="020B0604020202090204" charset="0"/>
              </a:rPr>
              <a:t>Course Syllabus</a:t>
            </a:r>
            <a:endParaRPr lang="en-US" altLang="zh-CN" sz="3200" dirty="0">
              <a:solidFill>
                <a:schemeClr val="bg1"/>
              </a:solidFill>
              <a:latin typeface="Arial Bold" panose="020B0604020202090204" charset="0"/>
              <a:cs typeface="Arial Bold" panose="020B0604020202090204" charset="0"/>
            </a:endParaRPr>
          </a:p>
        </p:txBody>
      </p:sp>
      <p:sp>
        <p:nvSpPr>
          <p:cNvPr id="64" name="TextBox 63"/>
          <p:cNvSpPr txBox="1"/>
          <p:nvPr/>
        </p:nvSpPr>
        <p:spPr>
          <a:xfrm>
            <a:off x="4153535" y="4415155"/>
            <a:ext cx="6892290" cy="1076325"/>
          </a:xfrm>
          <a:prstGeom prst="rect">
            <a:avLst/>
          </a:prstGeom>
          <a:noFill/>
        </p:spPr>
        <p:txBody>
          <a:bodyPr wrap="square" rtlCol="0">
            <a:spAutoFit/>
          </a:bodyPr>
          <a:lstStyle>
            <a:defPPr>
              <a:defRPr lang="zh-CN"/>
            </a:defPPr>
            <a:lvl1pPr>
              <a:defRPr sz="2800" b="1">
                <a:solidFill>
                  <a:schemeClr val="bg2"/>
                </a:solidFill>
                <a:latin typeface="微软雅黑" panose="020B0503020204020204" pitchFamily="34" charset="-122"/>
                <a:ea typeface="微软雅黑" panose="020B0503020204020204" pitchFamily="34" charset="-122"/>
              </a:defRPr>
            </a:lvl1pPr>
          </a:lstStyle>
          <a:p>
            <a:r>
              <a:rPr lang="zh-CN" altLang="en-US" sz="3200" dirty="0">
                <a:solidFill>
                  <a:schemeClr val="bg1"/>
                </a:solidFill>
              </a:rPr>
              <a:t>教学要求</a:t>
            </a:r>
            <a:r>
              <a:rPr lang="zh-CN" altLang="en-US" sz="3200" dirty="0">
                <a:solidFill>
                  <a:schemeClr val="tx2"/>
                </a:solidFill>
              </a:rPr>
              <a:t> </a:t>
            </a:r>
            <a:r>
              <a:rPr lang="en-US" altLang="zh-CN" sz="3200" dirty="0">
                <a:solidFill>
                  <a:schemeClr val="bg1"/>
                </a:solidFill>
                <a:latin typeface="Arial Bold" panose="020B0604020202090204" charset="0"/>
                <a:cs typeface="Arial Bold" panose="020B0604020202090204" charset="0"/>
              </a:rPr>
              <a:t>Requirement</a:t>
            </a:r>
            <a:r>
              <a:rPr kumimoji="1" lang="en-US" altLang="zh-CN" sz="3200" dirty="0">
                <a:solidFill>
                  <a:schemeClr val="bg1"/>
                </a:solidFill>
                <a:latin typeface="Arial Bold" panose="020B0604020202090204" charset="0"/>
                <a:cs typeface="Arial Bold" panose="020B0604020202090204" charset="0"/>
                <a:sym typeface="+mn-ea"/>
              </a:rPr>
              <a:t>s</a:t>
            </a:r>
            <a:endParaRPr kumimoji="1" lang="en-US" altLang="zh-CN" sz="3200" dirty="0">
              <a:solidFill>
                <a:schemeClr val="bg1"/>
              </a:solidFill>
              <a:latin typeface="Arial Bold" panose="020B0604020202090204" charset="0"/>
              <a:cs typeface="Arial Bold" panose="020B0604020202090204" charset="0"/>
            </a:endParaRPr>
          </a:p>
          <a:p>
            <a:endParaRPr lang="zh-CN" altLang="en-US" sz="3200" dirty="0">
              <a:solidFill>
                <a:schemeClr val="tx2"/>
              </a:solidFill>
              <a:latin typeface="Arial Bold" panose="020B0604020202090204" charset="0"/>
              <a:cs typeface="Arial Bold" panose="020B0604020202090204" charset="0"/>
            </a:endParaRPr>
          </a:p>
        </p:txBody>
      </p:sp>
      <p:sp>
        <p:nvSpPr>
          <p:cNvPr id="65" name="TextBox 64"/>
          <p:cNvSpPr txBox="1"/>
          <p:nvPr/>
        </p:nvSpPr>
        <p:spPr>
          <a:xfrm>
            <a:off x="4153535" y="5631815"/>
            <a:ext cx="6892290" cy="583565"/>
          </a:xfrm>
          <a:prstGeom prst="rect">
            <a:avLst/>
          </a:prstGeom>
          <a:noFill/>
        </p:spPr>
        <p:txBody>
          <a:bodyPr wrap="square" rtlCol="0">
            <a:spAutoFit/>
          </a:bodyPr>
          <a:lstStyle>
            <a:defPPr>
              <a:defRPr lang="zh-CN"/>
            </a:defPPr>
            <a:lvl1pPr>
              <a:defRPr sz="2800" b="1">
                <a:solidFill>
                  <a:schemeClr val="bg2"/>
                </a:solidFill>
                <a:latin typeface="微软雅黑" panose="020B0503020204020204" pitchFamily="34" charset="-122"/>
                <a:ea typeface="微软雅黑" panose="020B0503020204020204" pitchFamily="34" charset="-122"/>
              </a:defRPr>
            </a:lvl1pPr>
          </a:lstStyle>
          <a:p>
            <a:r>
              <a:rPr lang="zh-CN" altLang="en-US" sz="3200" dirty="0">
                <a:solidFill>
                  <a:schemeClr val="bg1">
                    <a:lumMod val="95000"/>
                  </a:schemeClr>
                </a:solidFill>
                <a:latin typeface="Arial Bold" panose="020B0604020202090204" charset="0"/>
                <a:cs typeface="Arial Bold" panose="020B0604020202090204" charset="0"/>
              </a:rPr>
              <a:t>上升到面向对象</a:t>
            </a:r>
            <a:endParaRPr lang="zh-CN" altLang="en-US" sz="3200" dirty="0">
              <a:solidFill>
                <a:schemeClr val="bg1">
                  <a:lumMod val="95000"/>
                </a:schemeClr>
              </a:solidFill>
              <a:latin typeface="Arial Bold" panose="020B0604020202090204" charset="0"/>
              <a:cs typeface="Arial Bold" panose="020B0604020202090204" charset="0"/>
            </a:endParaRPr>
          </a:p>
        </p:txBody>
      </p:sp>
      <p:pic>
        <p:nvPicPr>
          <p:cNvPr id="4" name="图片 3"/>
          <p:cNvPicPr>
            <a:picLocks noChangeAspect="1"/>
          </p:cNvPicPr>
          <p:nvPr/>
        </p:nvPicPr>
        <p:blipFill rotWithShape="1">
          <a:blip r:embed="rId1" cstate="print">
            <a:extLst>
              <a:ext uri="{28A0092B-C50C-407E-A947-70E740481C1C}">
                <a14:useLocalDpi xmlns:a14="http://schemas.microsoft.com/office/drawing/2010/main" val="0"/>
              </a:ext>
            </a:extLst>
          </a:blip>
          <a:srcRect b="11569"/>
          <a:stretch>
            <a:fillRect/>
          </a:stretch>
        </p:blipFill>
        <p:spPr>
          <a:xfrm>
            <a:off x="663833" y="4235968"/>
            <a:ext cx="2288758" cy="2247634"/>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300" fill="hold"/>
                                        <p:tgtEl>
                                          <p:spTgt spid="37"/>
                                        </p:tgtEl>
                                        <p:attrNameLst>
                                          <p:attrName>ppt_w</p:attrName>
                                        </p:attrNameLst>
                                      </p:cBhvr>
                                      <p:tavLst>
                                        <p:tav tm="0">
                                          <p:val>
                                            <p:fltVal val="0"/>
                                          </p:val>
                                        </p:tav>
                                        <p:tav tm="100000">
                                          <p:val>
                                            <p:strVal val="#ppt_w"/>
                                          </p:val>
                                        </p:tav>
                                      </p:tavLst>
                                    </p:anim>
                                    <p:anim calcmode="lin" valueType="num">
                                      <p:cBhvr>
                                        <p:cTn id="8" dur="300" fill="hold"/>
                                        <p:tgtEl>
                                          <p:spTgt spid="37"/>
                                        </p:tgtEl>
                                        <p:attrNameLst>
                                          <p:attrName>ppt_h</p:attrName>
                                        </p:attrNameLst>
                                      </p:cBhvr>
                                      <p:tavLst>
                                        <p:tav tm="0">
                                          <p:val>
                                            <p:fltVal val="0"/>
                                          </p:val>
                                        </p:tav>
                                        <p:tav tm="100000">
                                          <p:val>
                                            <p:strVal val="#ppt_h"/>
                                          </p:val>
                                        </p:tav>
                                      </p:tavLst>
                                    </p:anim>
                                    <p:anim calcmode="lin" valueType="num">
                                      <p:cBhvr>
                                        <p:cTn id="9" dur="300" fill="hold"/>
                                        <p:tgtEl>
                                          <p:spTgt spid="37"/>
                                        </p:tgtEl>
                                        <p:attrNameLst>
                                          <p:attrName>style.rotation</p:attrName>
                                        </p:attrNameLst>
                                      </p:cBhvr>
                                      <p:tavLst>
                                        <p:tav tm="0">
                                          <p:val>
                                            <p:fltVal val="90"/>
                                          </p:val>
                                        </p:tav>
                                        <p:tav tm="100000">
                                          <p:val>
                                            <p:fltVal val="0"/>
                                          </p:val>
                                        </p:tav>
                                      </p:tavLst>
                                    </p:anim>
                                    <p:animEffect transition="in" filter="fade">
                                      <p:cBhvr>
                                        <p:cTn id="10" dur="300"/>
                                        <p:tgtEl>
                                          <p:spTgt spid="37"/>
                                        </p:tgtEl>
                                      </p:cBhvr>
                                    </p:animEffect>
                                  </p:childTnLst>
                                </p:cTn>
                              </p:par>
                            </p:childTnLst>
                          </p:cTn>
                        </p:par>
                        <p:par>
                          <p:cTn id="11" fill="hold">
                            <p:stCondLst>
                              <p:cond delay="500"/>
                            </p:stCondLst>
                            <p:childTnLst>
                              <p:par>
                                <p:cTn id="12" presetID="42" presetClass="entr" presetSubtype="0" fill="hold" grpId="0" nodeType="after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fade">
                                      <p:cBhvr>
                                        <p:cTn id="14" dur="400"/>
                                        <p:tgtEl>
                                          <p:spTgt spid="38"/>
                                        </p:tgtEl>
                                      </p:cBhvr>
                                    </p:animEffect>
                                    <p:anim calcmode="lin" valueType="num">
                                      <p:cBhvr>
                                        <p:cTn id="15" dur="400" fill="hold"/>
                                        <p:tgtEl>
                                          <p:spTgt spid="38"/>
                                        </p:tgtEl>
                                        <p:attrNameLst>
                                          <p:attrName>ppt_x</p:attrName>
                                        </p:attrNameLst>
                                      </p:cBhvr>
                                      <p:tavLst>
                                        <p:tav tm="0">
                                          <p:val>
                                            <p:strVal val="#ppt_x"/>
                                          </p:val>
                                        </p:tav>
                                        <p:tav tm="100000">
                                          <p:val>
                                            <p:strVal val="#ppt_x"/>
                                          </p:val>
                                        </p:tav>
                                      </p:tavLst>
                                    </p:anim>
                                    <p:anim calcmode="lin" valueType="num">
                                      <p:cBhvr>
                                        <p:cTn id="16" dur="400" fill="hold"/>
                                        <p:tgtEl>
                                          <p:spTgt spid="38"/>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wipe(left)">
                                      <p:cBhvr>
                                        <p:cTn id="20" dur="500"/>
                                        <p:tgtEl>
                                          <p:spTgt spid="39"/>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wipe(left)">
                                      <p:cBhvr>
                                        <p:cTn id="23" dur="500"/>
                                        <p:tgtEl>
                                          <p:spTgt spid="40"/>
                                        </p:tgtEl>
                                      </p:cBhvr>
                                    </p:animEffect>
                                  </p:childTnLst>
                                </p:cTn>
                              </p:par>
                            </p:childTnLst>
                          </p:cTn>
                        </p:par>
                        <p:par>
                          <p:cTn id="24" fill="hold">
                            <p:stCondLst>
                              <p:cond delay="1500"/>
                            </p:stCondLst>
                            <p:childTnLst>
                              <p:par>
                                <p:cTn id="25" presetID="22" presetClass="entr" presetSubtype="1" fill="hold" grpId="0" nodeType="after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wipe(up)">
                                      <p:cBhvr>
                                        <p:cTn id="2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bldLvl="0" animBg="1"/>
      <p:bldP spid="38" grpId="0" bldLvl="0" animBg="1"/>
      <p:bldP spid="39" grpId="0" bldLvl="0" animBg="1"/>
      <p:bldP spid="40" grpId="0" bldLvl="0" animBg="1"/>
      <p:bldP spid="41"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6DCAE4"/>
        </a:solidFill>
        <a:effectLst/>
      </p:bgPr>
    </p:bg>
    <p:spTree>
      <p:nvGrpSpPr>
        <p:cNvPr id="1" name=""/>
        <p:cNvGrpSpPr/>
        <p:nvPr/>
      </p:nvGrpSpPr>
      <p:grpSpPr>
        <a:xfrm>
          <a:off x="0" y="0"/>
          <a:ext cx="0" cy="0"/>
          <a:chOff x="0" y="0"/>
          <a:chExt cx="0" cy="0"/>
        </a:xfrm>
      </p:grpSpPr>
      <p:grpSp>
        <p:nvGrpSpPr>
          <p:cNvPr id="3" name="组合 2"/>
          <p:cNvGrpSpPr/>
          <p:nvPr/>
        </p:nvGrpSpPr>
        <p:grpSpPr>
          <a:xfrm>
            <a:off x="635" y="1629410"/>
            <a:ext cx="12189460" cy="3361055"/>
            <a:chOff x="2396" y="2566"/>
            <a:chExt cx="14403" cy="5400"/>
          </a:xfrm>
        </p:grpSpPr>
        <p:sp>
          <p:nvSpPr>
            <p:cNvPr id="7" name="Freeform 5"/>
            <p:cNvSpPr/>
            <p:nvPr/>
          </p:nvSpPr>
          <p:spPr bwMode="auto">
            <a:xfrm>
              <a:off x="5773" y="2566"/>
              <a:ext cx="11026" cy="5400"/>
            </a:xfrm>
            <a:custGeom>
              <a:avLst/>
              <a:gdLst>
                <a:gd name="T0" fmla="*/ 2137 w 12249"/>
                <a:gd name="T1" fmla="*/ 0 h 5952"/>
                <a:gd name="T2" fmla="*/ 12249 w 12249"/>
                <a:gd name="T3" fmla="*/ 0 h 5952"/>
                <a:gd name="T4" fmla="*/ 12249 w 12249"/>
                <a:gd name="T5" fmla="*/ 5952 h 5952"/>
                <a:gd name="T6" fmla="*/ 0 w 12249"/>
                <a:gd name="T7" fmla="*/ 5952 h 5952"/>
                <a:gd name="T8" fmla="*/ 2137 w 12249"/>
                <a:gd name="T9" fmla="*/ 0 h 5952"/>
              </a:gdLst>
              <a:ahLst/>
              <a:cxnLst>
                <a:cxn ang="0">
                  <a:pos x="T0" y="T1"/>
                </a:cxn>
                <a:cxn ang="0">
                  <a:pos x="T2" y="T3"/>
                </a:cxn>
                <a:cxn ang="0">
                  <a:pos x="T4" y="T5"/>
                </a:cxn>
                <a:cxn ang="0">
                  <a:pos x="T6" y="T7"/>
                </a:cxn>
                <a:cxn ang="0">
                  <a:pos x="T8" y="T9"/>
                </a:cxn>
              </a:cxnLst>
              <a:rect l="0" t="0" r="r" b="b"/>
              <a:pathLst>
                <a:path w="12249" h="5952">
                  <a:moveTo>
                    <a:pt x="2137" y="0"/>
                  </a:moveTo>
                  <a:lnTo>
                    <a:pt x="12249" y="0"/>
                  </a:lnTo>
                  <a:lnTo>
                    <a:pt x="12249" y="5952"/>
                  </a:lnTo>
                  <a:lnTo>
                    <a:pt x="0" y="5952"/>
                  </a:lnTo>
                  <a:lnTo>
                    <a:pt x="2137" y="0"/>
                  </a:lnTo>
                  <a:close/>
                </a:path>
              </a:pathLst>
            </a:custGeom>
            <a:solidFill>
              <a:srgbClr val="EFF2F4"/>
            </a:solidFill>
            <a:ln>
              <a:noFill/>
            </a:ln>
            <a:extLst>
              <a:ext uri="{91240B29-F687-4F45-9708-019B960494DF}">
                <a14:hiddenLine xmlns:a14="http://schemas.microsoft.com/office/drawing/2010/main" w="9525">
                  <a:solidFill>
                    <a:srgbClr val="000000"/>
                  </a:solidFill>
                  <a:round/>
                </a14:hiddenLine>
              </a:ext>
            </a:extLst>
          </p:spPr>
          <p:txBody>
            <a:bodyPr vert="horz" wrap="square" lIns="91456" tIns="45728" rIns="91456" bIns="45728" numCol="1" anchor="t" anchorCtr="0" compatLnSpc="1"/>
            <a:lstStyle/>
            <a:p>
              <a:endParaRPr lang="zh-CN" altLang="en-US"/>
            </a:p>
          </p:txBody>
        </p:sp>
        <p:sp>
          <p:nvSpPr>
            <p:cNvPr id="8" name="Freeform 6"/>
            <p:cNvSpPr/>
            <p:nvPr/>
          </p:nvSpPr>
          <p:spPr bwMode="auto">
            <a:xfrm>
              <a:off x="2396" y="2566"/>
              <a:ext cx="5285" cy="5400"/>
            </a:xfrm>
            <a:custGeom>
              <a:avLst/>
              <a:gdLst>
                <a:gd name="T0" fmla="*/ 0 w 5872"/>
                <a:gd name="T1" fmla="*/ 0 h 5952"/>
                <a:gd name="T2" fmla="*/ 5872 w 5872"/>
                <a:gd name="T3" fmla="*/ 0 h 5952"/>
                <a:gd name="T4" fmla="*/ 3735 w 5872"/>
                <a:gd name="T5" fmla="*/ 5952 h 5952"/>
                <a:gd name="T6" fmla="*/ 0 w 5872"/>
                <a:gd name="T7" fmla="*/ 5952 h 5952"/>
                <a:gd name="T8" fmla="*/ 0 w 5872"/>
                <a:gd name="T9" fmla="*/ 0 h 5952"/>
              </a:gdLst>
              <a:ahLst/>
              <a:cxnLst>
                <a:cxn ang="0">
                  <a:pos x="T0" y="T1"/>
                </a:cxn>
                <a:cxn ang="0">
                  <a:pos x="T2" y="T3"/>
                </a:cxn>
                <a:cxn ang="0">
                  <a:pos x="T4" y="T5"/>
                </a:cxn>
                <a:cxn ang="0">
                  <a:pos x="T6" y="T7"/>
                </a:cxn>
                <a:cxn ang="0">
                  <a:pos x="T8" y="T9"/>
                </a:cxn>
              </a:cxnLst>
              <a:rect l="0" t="0" r="r" b="b"/>
              <a:pathLst>
                <a:path w="5872" h="5952">
                  <a:moveTo>
                    <a:pt x="0" y="0"/>
                  </a:moveTo>
                  <a:lnTo>
                    <a:pt x="5872" y="0"/>
                  </a:lnTo>
                  <a:lnTo>
                    <a:pt x="3735" y="5952"/>
                  </a:lnTo>
                  <a:lnTo>
                    <a:pt x="0" y="5952"/>
                  </a:lnTo>
                  <a:lnTo>
                    <a:pt x="0" y="0"/>
                  </a:lnTo>
                  <a:close/>
                </a:path>
              </a:pathLst>
            </a:custGeom>
            <a:solidFill>
              <a:srgbClr val="2B5063"/>
            </a:solidFill>
            <a:ln>
              <a:noFill/>
            </a:ln>
            <a:extLst>
              <a:ext uri="{91240B29-F687-4F45-9708-019B960494DF}">
                <a14:hiddenLine xmlns:a14="http://schemas.microsoft.com/office/drawing/2010/main" w="9525">
                  <a:solidFill>
                    <a:srgbClr val="000000"/>
                  </a:solidFill>
                  <a:round/>
                </a14:hiddenLine>
              </a:ext>
            </a:extLst>
          </p:spPr>
          <p:txBody>
            <a:bodyPr vert="horz" wrap="square" lIns="91456" tIns="45728" rIns="91456" bIns="45728" numCol="1" anchor="t" anchorCtr="0" compatLnSpc="1"/>
            <a:lstStyle/>
            <a:p>
              <a:endParaRPr lang="zh-CN" altLang="en-US"/>
            </a:p>
          </p:txBody>
        </p:sp>
        <p:sp>
          <p:nvSpPr>
            <p:cNvPr id="10" name="TextBox 9"/>
            <p:cNvSpPr txBox="1"/>
            <p:nvPr/>
          </p:nvSpPr>
          <p:spPr>
            <a:xfrm>
              <a:off x="3772" y="3586"/>
              <a:ext cx="2290" cy="4104"/>
            </a:xfrm>
            <a:prstGeom prst="rect">
              <a:avLst/>
            </a:prstGeom>
            <a:noFill/>
          </p:spPr>
          <p:txBody>
            <a:bodyPr wrap="square" rtlCol="0">
              <a:spAutoFit/>
            </a:bodyPr>
            <a:lstStyle/>
            <a:p>
              <a:r>
                <a:rPr lang="en-US" altLang="zh-CN" sz="16005" b="1" dirty="0" smtClean="0">
                  <a:solidFill>
                    <a:schemeClr val="bg1"/>
                  </a:solidFill>
                  <a:latin typeface="+mj-ea"/>
                  <a:ea typeface="+mj-ea"/>
                </a:rPr>
                <a:t>1</a:t>
              </a:r>
              <a:endParaRPr lang="en-US" altLang="zh-CN" sz="16005" b="1" dirty="0" smtClean="0">
                <a:solidFill>
                  <a:schemeClr val="bg1"/>
                </a:solidFill>
                <a:latin typeface="+mj-ea"/>
                <a:ea typeface="+mj-ea"/>
              </a:endParaRPr>
            </a:p>
          </p:txBody>
        </p:sp>
        <p:sp>
          <p:nvSpPr>
            <p:cNvPr id="11" name="TextBox 10"/>
            <p:cNvSpPr txBox="1"/>
            <p:nvPr/>
          </p:nvSpPr>
          <p:spPr>
            <a:xfrm>
              <a:off x="2907" y="5186"/>
              <a:ext cx="1315" cy="839"/>
            </a:xfrm>
            <a:prstGeom prst="rect">
              <a:avLst/>
            </a:prstGeom>
            <a:noFill/>
          </p:spPr>
          <p:txBody>
            <a:bodyPr wrap="square" rtlCol="0">
              <a:spAutoFit/>
            </a:bodyPr>
            <a:lstStyle/>
            <a:p>
              <a:r>
                <a:rPr lang="en-US" altLang="zh-CN" sz="2800" dirty="0" smtClean="0">
                  <a:solidFill>
                    <a:schemeClr val="bg1"/>
                  </a:solidFill>
                </a:rPr>
                <a:t>Part</a:t>
              </a:r>
              <a:endParaRPr lang="en-US" altLang="zh-CN" sz="2800" dirty="0" smtClean="0">
                <a:solidFill>
                  <a:schemeClr val="bg1"/>
                </a:solidFill>
              </a:endParaRPr>
            </a:p>
          </p:txBody>
        </p:sp>
        <p:sp>
          <p:nvSpPr>
            <p:cNvPr id="171" name="TextBox 170"/>
            <p:cNvSpPr txBox="1"/>
            <p:nvPr/>
          </p:nvSpPr>
          <p:spPr>
            <a:xfrm>
              <a:off x="7681" y="3703"/>
              <a:ext cx="8945" cy="3114"/>
            </a:xfrm>
            <a:prstGeom prst="rect">
              <a:avLst/>
            </a:prstGeom>
            <a:noFill/>
          </p:spPr>
          <p:txBody>
            <a:bodyPr wrap="square" rtlCol="0">
              <a:spAutoFit/>
            </a:bodyPr>
            <a:lstStyle/>
            <a:p>
              <a:r>
                <a:rPr lang="zh-CN" altLang="en-US" sz="6000" b="1" dirty="0" smtClean="0">
                  <a:solidFill>
                    <a:schemeClr val="tx2"/>
                  </a:solidFill>
                  <a:latin typeface="微软雅黑" panose="020B0503020204020204" pitchFamily="34" charset="-122"/>
                  <a:ea typeface="微软雅黑" panose="020B0503020204020204" pitchFamily="34" charset="-122"/>
                </a:rPr>
                <a:t>课程概述</a:t>
              </a:r>
              <a:endParaRPr lang="zh-CN" altLang="en-US" sz="6000" b="1" dirty="0" smtClean="0">
                <a:solidFill>
                  <a:schemeClr val="tx2"/>
                </a:solidFill>
                <a:latin typeface="微软雅黑" panose="020B0503020204020204" pitchFamily="34" charset="-122"/>
                <a:ea typeface="微软雅黑" panose="020B0503020204020204" pitchFamily="34" charset="-122"/>
              </a:endParaRPr>
            </a:p>
            <a:p>
              <a:r>
                <a:rPr lang="en-US" altLang="zh-CN" sz="6000" b="1" dirty="0" smtClean="0">
                  <a:solidFill>
                    <a:schemeClr val="tx2"/>
                  </a:solidFill>
                  <a:latin typeface="Arial Bold" panose="020B0604020202090204" charset="0"/>
                  <a:ea typeface="微软雅黑" panose="020B0503020204020204" pitchFamily="34" charset="-122"/>
                  <a:cs typeface="Arial Bold" panose="020B0604020202090204" charset="0"/>
                </a:rPr>
                <a:t>Course Overview</a:t>
              </a:r>
              <a:endParaRPr lang="en-US" altLang="zh-CN" sz="6000" b="1" dirty="0" smtClean="0">
                <a:solidFill>
                  <a:schemeClr val="tx2"/>
                </a:solidFill>
                <a:latin typeface="Arial Bold" panose="020B0604020202090204" charset="0"/>
                <a:ea typeface="微软雅黑" panose="020B0503020204020204" pitchFamily="34" charset="-122"/>
                <a:cs typeface="Arial Bold" panose="020B0604020202090204" charset="0"/>
              </a:endParaRPr>
            </a:p>
          </p:txBody>
        </p:sp>
      </p:grpSp>
    </p:spTree>
  </p:cSld>
  <p:clrMapOvr>
    <a:masterClrMapping/>
  </p:clrMapOvr>
  <mc:AlternateContent xmlns:mc="http://schemas.openxmlformats.org/markup-compatibility/2006">
    <mc:Choice xmlns:p14="http://schemas.microsoft.com/office/powerpoint/2010/main" Requires="p14">
      <p:transition spd="slow" p14:dur="1600" advTm="6184">
        <p:blinds dir="vert"/>
      </p:transition>
    </mc:Choice>
    <mc:Fallback>
      <p:transition spd="slow" advTm="6184">
        <p:blinds dir="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Course Overview</a:t>
              </a:r>
              <a:endParaRPr lang="en-US" altLang="zh-CN" sz="3200" b="1" dirty="0">
                <a:solidFill>
                  <a:schemeClr val="tx2">
                    <a:lumMod val="75000"/>
                  </a:schemeClr>
                </a:solidFill>
                <a:latin typeface="+mj-lt"/>
                <a:ea typeface="黑体" panose="02010609060101010101" pitchFamily="49" charset="-122"/>
                <a:cs typeface="+mj-lt"/>
              </a:endParaRPr>
            </a:p>
          </p:txBody>
        </p:sp>
      </p:grpSp>
      <p:sp>
        <p:nvSpPr>
          <p:cNvPr id="15" name="椭圆 37"/>
          <p:cNvSpPr/>
          <p:nvPr/>
        </p:nvSpPr>
        <p:spPr>
          <a:xfrm>
            <a:off x="595630" y="1376045"/>
            <a:ext cx="10997565" cy="4916170"/>
          </a:xfrm>
          <a:prstGeom prst="rect">
            <a:avLst/>
          </a:prstGeom>
        </p:spPr>
        <p:txBody>
          <a:bodyPr wrap="square">
            <a:spAutoFit/>
          </a:bodyPr>
          <a:lstStyle/>
          <a:p>
            <a:pPr algn="just">
              <a:lnSpc>
                <a:spcPct val="160000"/>
              </a:lnSpc>
              <a:defRPr/>
            </a:pPr>
            <a:r>
              <a:rPr lang="en-US" sz="2800" dirty="0">
                <a:latin typeface="+mn-ea"/>
              </a:rPr>
              <a:t>     </a:t>
            </a:r>
            <a:r>
              <a:rPr sz="2800" dirty="0">
                <a:latin typeface="+mn-ea"/>
              </a:rPr>
              <a:t>《软件分析与设计》是软件工程的一门</a:t>
            </a:r>
            <a:r>
              <a:rPr sz="2800" dirty="0">
                <a:solidFill>
                  <a:srgbClr val="2104FA"/>
                </a:solidFill>
                <a:latin typeface="+mn-ea"/>
              </a:rPr>
              <a:t>专业核心</a:t>
            </a:r>
            <a:r>
              <a:rPr sz="2800" dirty="0">
                <a:latin typeface="+mn-ea"/>
              </a:rPr>
              <a:t>课程，课程结合</a:t>
            </a:r>
            <a:r>
              <a:rPr sz="2800" dirty="0">
                <a:solidFill>
                  <a:srgbClr val="2104FA"/>
                </a:solidFill>
                <a:latin typeface="+mn-ea"/>
              </a:rPr>
              <a:t>统一建模语言UML</a:t>
            </a:r>
            <a:r>
              <a:rPr sz="2800" dirty="0">
                <a:latin typeface="+mn-ea"/>
              </a:rPr>
              <a:t>和项目实例，探讨了软件建模的基础知识以及分析方法理论，讲授了从获取软件业务范围、定义系统边界到建立业务用例模型和系统用例模型的需求分析方法，讲授了软件分析模型和软件设计模型的设计建模方法，介绍了软件架构、软件框架和构件设计的基础知识，并注重从</a:t>
            </a:r>
            <a:r>
              <a:rPr sz="2800" dirty="0">
                <a:solidFill>
                  <a:srgbClr val="2104FA"/>
                </a:solidFill>
                <a:latin typeface="+mn-ea"/>
              </a:rPr>
              <a:t>工程化角度</a:t>
            </a:r>
            <a:r>
              <a:rPr sz="2800" dirty="0">
                <a:latin typeface="+mn-ea"/>
              </a:rPr>
              <a:t>培养学生在整个软件生命周期的</a:t>
            </a:r>
            <a:r>
              <a:rPr sz="2800" dirty="0">
                <a:solidFill>
                  <a:srgbClr val="2104FA"/>
                </a:solidFill>
                <a:latin typeface="+mn-ea"/>
              </a:rPr>
              <a:t>需求分析和设计建模能力</a:t>
            </a:r>
            <a:r>
              <a:rPr sz="2800" dirty="0">
                <a:latin typeface="+mn-ea"/>
              </a:rPr>
              <a:t>。</a:t>
            </a:r>
            <a:endParaRPr sz="2800" dirty="0">
              <a:latin typeface="+mn-ea"/>
            </a:endParaRPr>
          </a:p>
        </p:txBody>
      </p:sp>
    </p:spTree>
  </p:cSld>
  <p:clrMapOvr>
    <a:masterClrMapping/>
  </p:clrMapOvr>
  <p:transition spd="slow">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DCAE4"/>
        </a:solidFill>
        <a:effectLst/>
      </p:bgPr>
    </p:bg>
    <p:spTree>
      <p:nvGrpSpPr>
        <p:cNvPr id="1" name=""/>
        <p:cNvGrpSpPr/>
        <p:nvPr/>
      </p:nvGrpSpPr>
      <p:grpSpPr>
        <a:xfrm>
          <a:off x="0" y="0"/>
          <a:ext cx="0" cy="0"/>
          <a:chOff x="0" y="0"/>
          <a:chExt cx="0" cy="0"/>
        </a:xfrm>
      </p:grpSpPr>
      <p:grpSp>
        <p:nvGrpSpPr>
          <p:cNvPr id="3" name="组合 2"/>
          <p:cNvGrpSpPr/>
          <p:nvPr/>
        </p:nvGrpSpPr>
        <p:grpSpPr>
          <a:xfrm>
            <a:off x="635" y="1629410"/>
            <a:ext cx="12189460" cy="3361055"/>
            <a:chOff x="2396" y="2566"/>
            <a:chExt cx="14403" cy="5400"/>
          </a:xfrm>
        </p:grpSpPr>
        <p:sp>
          <p:nvSpPr>
            <p:cNvPr id="7" name="Freeform 5"/>
            <p:cNvSpPr/>
            <p:nvPr/>
          </p:nvSpPr>
          <p:spPr bwMode="auto">
            <a:xfrm>
              <a:off x="5773" y="2566"/>
              <a:ext cx="11026" cy="5400"/>
            </a:xfrm>
            <a:custGeom>
              <a:avLst/>
              <a:gdLst>
                <a:gd name="T0" fmla="*/ 2137 w 12249"/>
                <a:gd name="T1" fmla="*/ 0 h 5952"/>
                <a:gd name="T2" fmla="*/ 12249 w 12249"/>
                <a:gd name="T3" fmla="*/ 0 h 5952"/>
                <a:gd name="T4" fmla="*/ 12249 w 12249"/>
                <a:gd name="T5" fmla="*/ 5952 h 5952"/>
                <a:gd name="T6" fmla="*/ 0 w 12249"/>
                <a:gd name="T7" fmla="*/ 5952 h 5952"/>
                <a:gd name="T8" fmla="*/ 2137 w 12249"/>
                <a:gd name="T9" fmla="*/ 0 h 5952"/>
              </a:gdLst>
              <a:ahLst/>
              <a:cxnLst>
                <a:cxn ang="0">
                  <a:pos x="T0" y="T1"/>
                </a:cxn>
                <a:cxn ang="0">
                  <a:pos x="T2" y="T3"/>
                </a:cxn>
                <a:cxn ang="0">
                  <a:pos x="T4" y="T5"/>
                </a:cxn>
                <a:cxn ang="0">
                  <a:pos x="T6" y="T7"/>
                </a:cxn>
                <a:cxn ang="0">
                  <a:pos x="T8" y="T9"/>
                </a:cxn>
              </a:cxnLst>
              <a:rect l="0" t="0" r="r" b="b"/>
              <a:pathLst>
                <a:path w="12249" h="5952">
                  <a:moveTo>
                    <a:pt x="2137" y="0"/>
                  </a:moveTo>
                  <a:lnTo>
                    <a:pt x="12249" y="0"/>
                  </a:lnTo>
                  <a:lnTo>
                    <a:pt x="12249" y="5952"/>
                  </a:lnTo>
                  <a:lnTo>
                    <a:pt x="0" y="5952"/>
                  </a:lnTo>
                  <a:lnTo>
                    <a:pt x="2137" y="0"/>
                  </a:lnTo>
                  <a:close/>
                </a:path>
              </a:pathLst>
            </a:custGeom>
            <a:solidFill>
              <a:srgbClr val="EFF2F4"/>
            </a:solidFill>
            <a:ln>
              <a:noFill/>
            </a:ln>
            <a:extLst>
              <a:ext uri="{91240B29-F687-4F45-9708-019B960494DF}">
                <a14:hiddenLine xmlns:a14="http://schemas.microsoft.com/office/drawing/2010/main" w="9525">
                  <a:solidFill>
                    <a:srgbClr val="000000"/>
                  </a:solidFill>
                  <a:round/>
                </a14:hiddenLine>
              </a:ext>
            </a:extLst>
          </p:spPr>
          <p:txBody>
            <a:bodyPr vert="horz" wrap="square" lIns="91456" tIns="45728" rIns="91456" bIns="45728" numCol="1" anchor="t" anchorCtr="0" compatLnSpc="1"/>
            <a:lstStyle/>
            <a:p>
              <a:endParaRPr lang="zh-CN" altLang="en-US"/>
            </a:p>
          </p:txBody>
        </p:sp>
        <p:sp>
          <p:nvSpPr>
            <p:cNvPr id="8" name="Freeform 6"/>
            <p:cNvSpPr/>
            <p:nvPr/>
          </p:nvSpPr>
          <p:spPr bwMode="auto">
            <a:xfrm>
              <a:off x="2396" y="2566"/>
              <a:ext cx="5285" cy="5400"/>
            </a:xfrm>
            <a:custGeom>
              <a:avLst/>
              <a:gdLst>
                <a:gd name="T0" fmla="*/ 0 w 5872"/>
                <a:gd name="T1" fmla="*/ 0 h 5952"/>
                <a:gd name="T2" fmla="*/ 5872 w 5872"/>
                <a:gd name="T3" fmla="*/ 0 h 5952"/>
                <a:gd name="T4" fmla="*/ 3735 w 5872"/>
                <a:gd name="T5" fmla="*/ 5952 h 5952"/>
                <a:gd name="T6" fmla="*/ 0 w 5872"/>
                <a:gd name="T7" fmla="*/ 5952 h 5952"/>
                <a:gd name="T8" fmla="*/ 0 w 5872"/>
                <a:gd name="T9" fmla="*/ 0 h 5952"/>
              </a:gdLst>
              <a:ahLst/>
              <a:cxnLst>
                <a:cxn ang="0">
                  <a:pos x="T0" y="T1"/>
                </a:cxn>
                <a:cxn ang="0">
                  <a:pos x="T2" y="T3"/>
                </a:cxn>
                <a:cxn ang="0">
                  <a:pos x="T4" y="T5"/>
                </a:cxn>
                <a:cxn ang="0">
                  <a:pos x="T6" y="T7"/>
                </a:cxn>
                <a:cxn ang="0">
                  <a:pos x="T8" y="T9"/>
                </a:cxn>
              </a:cxnLst>
              <a:rect l="0" t="0" r="r" b="b"/>
              <a:pathLst>
                <a:path w="5872" h="5952">
                  <a:moveTo>
                    <a:pt x="0" y="0"/>
                  </a:moveTo>
                  <a:lnTo>
                    <a:pt x="5872" y="0"/>
                  </a:lnTo>
                  <a:lnTo>
                    <a:pt x="3735" y="5952"/>
                  </a:lnTo>
                  <a:lnTo>
                    <a:pt x="0" y="5952"/>
                  </a:lnTo>
                  <a:lnTo>
                    <a:pt x="0" y="0"/>
                  </a:lnTo>
                  <a:close/>
                </a:path>
              </a:pathLst>
            </a:custGeom>
            <a:solidFill>
              <a:srgbClr val="2B5063"/>
            </a:solidFill>
            <a:ln>
              <a:noFill/>
            </a:ln>
            <a:extLst>
              <a:ext uri="{91240B29-F687-4F45-9708-019B960494DF}">
                <a14:hiddenLine xmlns:a14="http://schemas.microsoft.com/office/drawing/2010/main" w="9525">
                  <a:solidFill>
                    <a:srgbClr val="000000"/>
                  </a:solidFill>
                  <a:round/>
                </a14:hiddenLine>
              </a:ext>
            </a:extLst>
          </p:spPr>
          <p:txBody>
            <a:bodyPr vert="horz" wrap="square" lIns="91456" tIns="45728" rIns="91456" bIns="45728" numCol="1" anchor="t" anchorCtr="0" compatLnSpc="1"/>
            <a:lstStyle/>
            <a:p>
              <a:endParaRPr lang="zh-CN" altLang="en-US"/>
            </a:p>
          </p:txBody>
        </p:sp>
        <p:sp>
          <p:nvSpPr>
            <p:cNvPr id="10" name="TextBox 9"/>
            <p:cNvSpPr txBox="1"/>
            <p:nvPr/>
          </p:nvSpPr>
          <p:spPr>
            <a:xfrm>
              <a:off x="3772" y="3586"/>
              <a:ext cx="2290" cy="4104"/>
            </a:xfrm>
            <a:prstGeom prst="rect">
              <a:avLst/>
            </a:prstGeom>
            <a:noFill/>
          </p:spPr>
          <p:txBody>
            <a:bodyPr wrap="square" rtlCol="0">
              <a:spAutoFit/>
            </a:bodyPr>
            <a:lstStyle/>
            <a:p>
              <a:r>
                <a:rPr lang="en-US" altLang="zh-CN" sz="16005" b="1" dirty="0" smtClean="0">
                  <a:solidFill>
                    <a:schemeClr val="bg1"/>
                  </a:solidFill>
                  <a:latin typeface="+mj-ea"/>
                  <a:ea typeface="+mj-ea"/>
                </a:rPr>
                <a:t>2</a:t>
              </a:r>
              <a:endParaRPr lang="en-US" altLang="zh-CN" sz="16005" b="1" dirty="0" smtClean="0">
                <a:solidFill>
                  <a:schemeClr val="bg1"/>
                </a:solidFill>
                <a:latin typeface="+mj-ea"/>
                <a:ea typeface="+mj-ea"/>
              </a:endParaRPr>
            </a:p>
          </p:txBody>
        </p:sp>
        <p:sp>
          <p:nvSpPr>
            <p:cNvPr id="11" name="TextBox 10"/>
            <p:cNvSpPr txBox="1"/>
            <p:nvPr/>
          </p:nvSpPr>
          <p:spPr>
            <a:xfrm>
              <a:off x="2907" y="5186"/>
              <a:ext cx="1315" cy="839"/>
            </a:xfrm>
            <a:prstGeom prst="rect">
              <a:avLst/>
            </a:prstGeom>
            <a:noFill/>
          </p:spPr>
          <p:txBody>
            <a:bodyPr wrap="square" rtlCol="0">
              <a:spAutoFit/>
            </a:bodyPr>
            <a:lstStyle/>
            <a:p>
              <a:r>
                <a:rPr lang="en-US" altLang="zh-CN" sz="2800" dirty="0" smtClean="0">
                  <a:solidFill>
                    <a:schemeClr val="bg1"/>
                  </a:solidFill>
                </a:rPr>
                <a:t>Part</a:t>
              </a:r>
              <a:endParaRPr lang="en-US" altLang="zh-CN" sz="2800" dirty="0" smtClean="0">
                <a:solidFill>
                  <a:schemeClr val="bg1"/>
                </a:solidFill>
              </a:endParaRPr>
            </a:p>
          </p:txBody>
        </p:sp>
        <p:sp>
          <p:nvSpPr>
            <p:cNvPr id="171" name="TextBox 170"/>
            <p:cNvSpPr txBox="1"/>
            <p:nvPr/>
          </p:nvSpPr>
          <p:spPr>
            <a:xfrm>
              <a:off x="7681" y="3703"/>
              <a:ext cx="8945" cy="3114"/>
            </a:xfrm>
            <a:prstGeom prst="rect">
              <a:avLst/>
            </a:prstGeom>
            <a:noFill/>
          </p:spPr>
          <p:txBody>
            <a:bodyPr wrap="square" rtlCol="0">
              <a:spAutoFit/>
            </a:bodyPr>
            <a:lstStyle/>
            <a:p>
              <a:r>
                <a:rPr lang="zh-CN" altLang="en-US" sz="6000" b="1" dirty="0" smtClean="0">
                  <a:solidFill>
                    <a:schemeClr val="tx2"/>
                  </a:solidFill>
                  <a:latin typeface="微软雅黑" panose="020B0503020204020204" pitchFamily="34" charset="-122"/>
                  <a:ea typeface="微软雅黑" panose="020B0503020204020204" pitchFamily="34" charset="-122"/>
                </a:rPr>
                <a:t>教学大纲</a:t>
              </a:r>
              <a:endParaRPr lang="zh-CN" altLang="en-US" sz="6000" b="1" dirty="0" smtClean="0">
                <a:solidFill>
                  <a:schemeClr val="tx2"/>
                </a:solidFill>
                <a:latin typeface="微软雅黑" panose="020B0503020204020204" pitchFamily="34" charset="-122"/>
                <a:ea typeface="微软雅黑" panose="020B0503020204020204" pitchFamily="34" charset="-122"/>
              </a:endParaRPr>
            </a:p>
            <a:p>
              <a:r>
                <a:rPr lang="en-US" altLang="zh-CN" sz="6000" b="1" dirty="0" smtClean="0">
                  <a:solidFill>
                    <a:schemeClr val="tx2"/>
                  </a:solidFill>
                  <a:latin typeface="Arial Bold" panose="020B0604020202090204" charset="0"/>
                  <a:ea typeface="微软雅黑" panose="020B0503020204020204" pitchFamily="34" charset="-122"/>
                  <a:cs typeface="Arial Bold" panose="020B0604020202090204" charset="0"/>
                </a:rPr>
                <a:t>Course Syllabus</a:t>
              </a:r>
              <a:endParaRPr lang="en-US" altLang="zh-CN" sz="6000" b="1" dirty="0" smtClean="0">
                <a:solidFill>
                  <a:schemeClr val="tx2"/>
                </a:solidFill>
                <a:latin typeface="Arial Bold" panose="020B0604020202090204" charset="0"/>
                <a:ea typeface="微软雅黑" panose="020B0503020204020204" pitchFamily="34" charset="-122"/>
                <a:cs typeface="Arial Bold" panose="020B0604020202090204" charset="0"/>
              </a:endParaRPr>
            </a:p>
          </p:txBody>
        </p:sp>
      </p:grpSp>
    </p:spTree>
  </p:cSld>
  <p:clrMapOvr>
    <a:masterClrMapping/>
  </p:clrMapOvr>
  <mc:AlternateContent xmlns:mc="http://schemas.openxmlformats.org/markup-compatibility/2006">
    <mc:Choice xmlns:p14="http://schemas.microsoft.com/office/powerpoint/2010/main" Requires="p14">
      <p:transition spd="slow" p14:dur="1600" advTm="6184">
        <p:blinds dir="vert"/>
      </p:transition>
    </mc:Choice>
    <mc:Fallback>
      <p:transition spd="slow" advTm="6184">
        <p:blinds dir="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Course Syllabus</a:t>
              </a:r>
              <a:endParaRPr lang="en-US" altLang="zh-CN" sz="3200" b="1" dirty="0">
                <a:solidFill>
                  <a:schemeClr val="tx2">
                    <a:lumMod val="75000"/>
                  </a:schemeClr>
                </a:solidFill>
                <a:latin typeface="+mj-lt"/>
                <a:ea typeface="黑体" panose="02010609060101010101" pitchFamily="49" charset="-122"/>
                <a:cs typeface="+mj-lt"/>
              </a:endParaRPr>
            </a:p>
          </p:txBody>
        </p:sp>
      </p:grpSp>
      <p:graphicFrame>
        <p:nvGraphicFramePr>
          <p:cNvPr id="4" name="表格 3"/>
          <p:cNvGraphicFramePr/>
          <p:nvPr>
            <p:custDataLst>
              <p:tags r:id="rId1"/>
            </p:custDataLst>
          </p:nvPr>
        </p:nvGraphicFramePr>
        <p:xfrm>
          <a:off x="1336040" y="965200"/>
          <a:ext cx="9116060" cy="5692140"/>
        </p:xfrm>
        <a:graphic>
          <a:graphicData uri="http://schemas.openxmlformats.org/drawingml/2006/table">
            <a:tbl>
              <a:tblPr firstRow="1" bandRow="1">
                <a:tableStyleId>{5940675A-B579-460E-94D1-54222C63F5DA}</a:tableStyleId>
              </a:tblPr>
              <a:tblGrid>
                <a:gridCol w="1651635"/>
                <a:gridCol w="1385570"/>
                <a:gridCol w="1283335"/>
                <a:gridCol w="236220"/>
                <a:gridCol w="2249170"/>
                <a:gridCol w="1202055"/>
                <a:gridCol w="136525"/>
                <a:gridCol w="971550"/>
              </a:tblGrid>
              <a:tr h="440055">
                <a:tc>
                  <a:txBody>
                    <a:bodyPr/>
                    <a:p>
                      <a:pPr indent="0" algn="ctr">
                        <a:buNone/>
                      </a:pPr>
                      <a:r>
                        <a:rPr lang="en-US" sz="1000" b="1">
                          <a:latin typeface="Times New Roman" panose="02020603050405020304" charset="0"/>
                          <a:cs typeface="Times New Roman" panose="02020603050405020304" charset="0"/>
                        </a:rPr>
                        <a:t>课程编号</a:t>
                      </a:r>
                      <a:endParaRPr lang="en-US" altLang="en-US" sz="1000" b="1">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DD9C4"/>
                    </a:solidFill>
                  </a:tcPr>
                </a:tc>
                <a:tc>
                  <a:txBody>
                    <a:bodyPr/>
                    <a:p>
                      <a:pPr indent="0">
                        <a:buNone/>
                      </a:pPr>
                      <a:r>
                        <a:rPr lang="en-US" sz="1000" b="0">
                          <a:latin typeface="Times New Roman" panose="02020603050405020304" charset="0"/>
                          <a:cs typeface="Times New Roman" panose="02020603050405020304" charset="0"/>
                        </a:rPr>
                        <a:t>A2130600</a:t>
                      </a:r>
                      <a:endParaRPr lang="en-US" altLang="en-US" sz="1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00" b="1">
                          <a:latin typeface="Times New Roman" panose="02020603050405020304" charset="0"/>
                          <a:cs typeface="Times New Roman" panose="02020603050405020304" charset="0"/>
                        </a:rPr>
                        <a:t>课程类别</a:t>
                      </a:r>
                      <a:endParaRPr lang="en-US" altLang="en-US" sz="1000" b="1">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DD9C4"/>
                    </a:solidFill>
                  </a:tcPr>
                </a:tc>
                <a:tc gridSpan="2">
                  <a:txBody>
                    <a:bodyPr/>
                    <a:p>
                      <a:pPr indent="0">
                        <a:buNone/>
                      </a:pPr>
                      <a:r>
                        <a:rPr lang="en-US" sz="1000" b="0">
                          <a:latin typeface="Times New Roman" panose="02020603050405020304" charset="0"/>
                          <a:cs typeface="Times New Roman" panose="02020603050405020304" charset="0"/>
                        </a:rPr>
                        <a:t>■必修 □选修 </a:t>
                      </a:r>
                      <a:endParaRPr lang="en-US" altLang="en-US" sz="1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indent="0" algn="ctr">
                        <a:buNone/>
                      </a:pPr>
                      <a:r>
                        <a:rPr lang="en-US" sz="1000" b="1">
                          <a:latin typeface="Times New Roman" panose="02020603050405020304" charset="0"/>
                          <a:cs typeface="Times New Roman" panose="02020603050405020304" charset="0"/>
                        </a:rPr>
                        <a:t>学时/学分</a:t>
                      </a:r>
                      <a:endParaRPr lang="en-US" altLang="en-US" sz="1000" b="1">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DD9C4"/>
                    </a:solid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p>
                      <a:pPr indent="0">
                        <a:buNone/>
                      </a:pPr>
                      <a:r>
                        <a:rPr lang="en-US" sz="1000" b="0">
                          <a:latin typeface="Times New Roman" panose="02020603050405020304" charset="0"/>
                          <a:cs typeface="Times New Roman" panose="02020603050405020304" charset="0"/>
                        </a:rPr>
                        <a:t>48/3</a:t>
                      </a:r>
                      <a:endParaRPr lang="en-US" altLang="en-US" sz="1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39420">
                <a:tc rowSpan="2">
                  <a:txBody>
                    <a:bodyPr/>
                    <a:p>
                      <a:pPr indent="0" algn="ctr">
                        <a:buNone/>
                      </a:pPr>
                      <a:r>
                        <a:rPr lang="en-US" sz="1000" b="1">
                          <a:latin typeface="Times New Roman" panose="02020603050405020304" charset="0"/>
                          <a:cs typeface="Times New Roman" panose="02020603050405020304" charset="0"/>
                        </a:rPr>
                        <a:t>课程名称</a:t>
                      </a:r>
                      <a:endParaRPr lang="en-US" altLang="en-US" sz="1000" b="1">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DD9C4"/>
                    </a:solidFill>
                  </a:tcPr>
                </a:tc>
                <a:tc gridSpan="7">
                  <a:txBody>
                    <a:bodyPr/>
                    <a:p>
                      <a:pPr indent="0">
                        <a:buNone/>
                      </a:pPr>
                      <a:r>
                        <a:rPr lang="en-US" sz="1000" b="0">
                          <a:latin typeface="宋体" charset="0"/>
                          <a:cs typeface="宋体" charset="0"/>
                        </a:rPr>
                        <a:t>（中文）软件分析与设计</a:t>
                      </a:r>
                      <a:endParaRPr lang="en-US" altLang="en-US" sz="1000" b="0">
                        <a:latin typeface="宋体" charset="0"/>
                        <a:ea typeface="宋体" charset="0"/>
                        <a:cs typeface="宋体"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311150">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gridSpan="7">
                  <a:txBody>
                    <a:bodyPr/>
                    <a:p>
                      <a:pPr indent="0">
                        <a:buNone/>
                      </a:pPr>
                      <a:r>
                        <a:rPr lang="en-US" sz="1000" b="0">
                          <a:latin typeface="宋体" charset="0"/>
                          <a:cs typeface="宋体" charset="0"/>
                        </a:rPr>
                        <a:t>（英文）</a:t>
                      </a:r>
                      <a:r>
                        <a:rPr lang="en-US" sz="1000" b="0">
                          <a:solidFill>
                            <a:srgbClr val="000000"/>
                          </a:solidFill>
                          <a:latin typeface="Times New Roman" panose="02020603050405020304" charset="0"/>
                          <a:cs typeface="Times New Roman" panose="02020603050405020304" charset="0"/>
                        </a:rPr>
                        <a:t>Software Analysis and Design</a:t>
                      </a:r>
                      <a:endParaRPr lang="en-US" altLang="en-US" sz="1000" b="0">
                        <a:latin typeface="宋体" charset="0"/>
                        <a:ea typeface="宋体" charset="0"/>
                        <a:cs typeface="宋体"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465455">
                <a:tc rowSpan="6">
                  <a:txBody>
                    <a:bodyPr/>
                    <a:p>
                      <a:pPr indent="0" algn="ctr">
                        <a:buNone/>
                      </a:pPr>
                      <a:r>
                        <a:rPr lang="en-US" sz="1000" b="1">
                          <a:latin typeface="Times New Roman" panose="02020603050405020304" charset="0"/>
                          <a:cs typeface="Times New Roman" panose="02020603050405020304" charset="0"/>
                        </a:rPr>
                        <a:t>课程学时及其分配</a:t>
                      </a:r>
                      <a:endParaRPr lang="en-US" altLang="en-US" sz="1000" b="1">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DD9C4"/>
                    </a:solidFill>
                  </a:tcPr>
                </a:tc>
                <a:tc>
                  <a:txBody>
                    <a:bodyPr/>
                    <a:p>
                      <a:pPr indent="0" algn="ctr">
                        <a:buNone/>
                      </a:pPr>
                      <a:r>
                        <a:rPr lang="en-US" sz="1000" b="1">
                          <a:latin typeface="Times New Roman" panose="02020603050405020304" charset="0"/>
                          <a:cs typeface="Times New Roman" panose="02020603050405020304" charset="0"/>
                        </a:rPr>
                        <a:t>课内总学时</a:t>
                      </a:r>
                      <a:endParaRPr lang="en-US" altLang="en-US" sz="1000" b="1">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DD9C4"/>
                    </a:solidFill>
                  </a:tcPr>
                </a:tc>
                <a:tc gridSpan="3">
                  <a:txBody>
                    <a:bodyPr/>
                    <a:p>
                      <a:pPr indent="0" algn="ctr">
                        <a:buNone/>
                      </a:pPr>
                      <a:r>
                        <a:rPr lang="en-US" sz="1000" b="1">
                          <a:latin typeface="Times New Roman" panose="02020603050405020304" charset="0"/>
                          <a:cs typeface="Times New Roman" panose="02020603050405020304" charset="0"/>
                        </a:rPr>
                        <a:t>课内学时分配</a:t>
                      </a:r>
                      <a:endParaRPr lang="en-US" altLang="en-US" sz="1000" b="1">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DD9C4"/>
                    </a:solid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3">
                  <a:txBody>
                    <a:bodyPr/>
                    <a:p>
                      <a:pPr indent="0" algn="ctr">
                        <a:buNone/>
                      </a:pPr>
                      <a:r>
                        <a:rPr lang="en-US" sz="1000" b="1">
                          <a:latin typeface="Times New Roman" panose="02020603050405020304" charset="0"/>
                          <a:cs typeface="Times New Roman" panose="02020603050405020304" charset="0"/>
                        </a:rPr>
                        <a:t>课外学时分配</a:t>
                      </a:r>
                      <a:endParaRPr lang="en-US" altLang="en-US" sz="1000" b="1">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DD9C4"/>
                    </a:solid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309880">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rowSpan="5">
                  <a:txBody>
                    <a:bodyPr/>
                    <a:p>
                      <a:pPr indent="0" algn="ctr">
                        <a:buNone/>
                      </a:pPr>
                      <a:r>
                        <a:rPr lang="en-US" sz="1000" b="0">
                          <a:latin typeface="Times New Roman" panose="02020603050405020304" charset="0"/>
                          <a:cs typeface="Times New Roman" panose="02020603050405020304" charset="0"/>
                        </a:rPr>
                        <a:t>48</a:t>
                      </a:r>
                      <a:endParaRPr lang="en-US" altLang="en-US" sz="1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p>
                      <a:pPr indent="0" algn="ctr">
                        <a:buNone/>
                      </a:pPr>
                      <a:r>
                        <a:rPr lang="en-US" sz="1000" b="1">
                          <a:latin typeface="Times New Roman" panose="02020603050405020304" charset="0"/>
                          <a:cs typeface="Times New Roman" panose="02020603050405020304" charset="0"/>
                        </a:rPr>
                        <a:t>课堂讲课</a:t>
                      </a:r>
                      <a:endParaRPr lang="en-US" altLang="en-US" sz="1000" b="1">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DD9C4"/>
                    </a:solid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p>
                      <a:pPr indent="0">
                        <a:buNone/>
                      </a:pPr>
                      <a:r>
                        <a:rPr lang="en-US" sz="1000" b="0">
                          <a:latin typeface="宋体" charset="0"/>
                          <a:cs typeface="宋体" charset="0"/>
                        </a:rPr>
                        <a:t>32</a:t>
                      </a:r>
                      <a:endParaRPr lang="en-US" altLang="en-US" sz="1000" b="0">
                        <a:latin typeface="宋体" charset="0"/>
                        <a:ea typeface="宋体" charset="0"/>
                        <a:cs typeface="宋体"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00" b="1">
                          <a:latin typeface="Times New Roman" panose="02020603050405020304" charset="0"/>
                          <a:cs typeface="Times New Roman" panose="02020603050405020304" charset="0"/>
                        </a:rPr>
                        <a:t>课后复习</a:t>
                      </a:r>
                      <a:endParaRPr lang="en-US" altLang="en-US" sz="1000" b="1">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DD9C4"/>
                    </a:solidFill>
                  </a:tcPr>
                </a:tc>
                <a:tc gridSpan="2">
                  <a:txBody>
                    <a:bodyPr/>
                    <a:p>
                      <a:pPr indent="0">
                        <a:buNone/>
                      </a:pPr>
                      <a:r>
                        <a:rPr lang="en-US" sz="1000" b="0">
                          <a:latin typeface="宋体" charset="0"/>
                          <a:cs typeface="宋体" charset="0"/>
                        </a:rPr>
                        <a:t>1</a:t>
                      </a:r>
                      <a:r>
                        <a:rPr lang="en-US" sz="1000" b="0">
                          <a:latin typeface="Times New Roman" panose="02020603050405020304" charset="0"/>
                          <a:cs typeface="Times New Roman" panose="02020603050405020304" charset="0"/>
                        </a:rPr>
                        <a:t>6</a:t>
                      </a:r>
                      <a:endParaRPr lang="en-US" altLang="en-US" sz="1000" b="0">
                        <a:latin typeface="宋体" charset="0"/>
                        <a:ea typeface="宋体" charset="0"/>
                        <a:cs typeface="宋体"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310515">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gridSpan="2">
                  <a:txBody>
                    <a:bodyPr/>
                    <a:p>
                      <a:pPr indent="0" algn="ctr">
                        <a:buNone/>
                      </a:pPr>
                      <a:r>
                        <a:rPr lang="en-US" sz="1000" b="1">
                          <a:latin typeface="Times New Roman" panose="02020603050405020304" charset="0"/>
                          <a:cs typeface="Times New Roman" panose="02020603050405020304" charset="0"/>
                        </a:rPr>
                        <a:t>自学交流</a:t>
                      </a:r>
                      <a:endParaRPr lang="en-US" altLang="en-US" sz="1000" b="1">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DD9C4"/>
                    </a:solid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p>
                      <a:pPr indent="0">
                        <a:buNone/>
                      </a:pPr>
                      <a:r>
                        <a:rPr lang="en-US" sz="1000" b="0">
                          <a:latin typeface="Times New Roman" panose="02020603050405020304" charset="0"/>
                          <a:cs typeface="Times New Roman" panose="02020603050405020304" charset="0"/>
                        </a:rPr>
                        <a:t> </a:t>
                      </a:r>
                      <a:endParaRPr lang="en-US" altLang="en-US" sz="1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00" b="1">
                          <a:latin typeface="Times New Roman" panose="02020603050405020304" charset="0"/>
                          <a:cs typeface="Times New Roman" panose="02020603050405020304" charset="0"/>
                        </a:rPr>
                        <a:t>课外自学</a:t>
                      </a:r>
                      <a:endParaRPr lang="en-US" altLang="en-US" sz="1000" b="1">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DD9C4"/>
                    </a:solidFill>
                  </a:tcPr>
                </a:tc>
                <a:tc gridSpan="2">
                  <a:txBody>
                    <a:bodyPr/>
                    <a:p>
                      <a:pPr indent="0">
                        <a:buNone/>
                      </a:pPr>
                      <a:r>
                        <a:rPr lang="en-US" sz="1000" b="0">
                          <a:latin typeface="Times New Roman" panose="02020603050405020304" charset="0"/>
                          <a:cs typeface="Times New Roman" panose="02020603050405020304" charset="0"/>
                        </a:rPr>
                        <a:t> </a:t>
                      </a:r>
                      <a:endParaRPr lang="en-US" altLang="en-US" sz="1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311150">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gridSpan="2">
                  <a:txBody>
                    <a:bodyPr/>
                    <a:p>
                      <a:pPr indent="0" algn="ctr">
                        <a:buNone/>
                      </a:pPr>
                      <a:r>
                        <a:rPr lang="en-US" sz="1000" b="1">
                          <a:latin typeface="Times New Roman" panose="02020603050405020304" charset="0"/>
                          <a:cs typeface="Times New Roman" panose="02020603050405020304" charset="0"/>
                        </a:rPr>
                        <a:t>课堂讨论</a:t>
                      </a:r>
                      <a:endParaRPr lang="en-US" altLang="en-US" sz="1000" b="1">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DD9C4"/>
                    </a:solid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p>
                      <a:pPr indent="0">
                        <a:buNone/>
                      </a:pPr>
                      <a:r>
                        <a:rPr lang="en-US" sz="1000" b="0">
                          <a:latin typeface="Times New Roman" panose="02020603050405020304" charset="0"/>
                          <a:cs typeface="Times New Roman" panose="02020603050405020304" charset="0"/>
                        </a:rPr>
                        <a:t> </a:t>
                      </a:r>
                      <a:endParaRPr lang="en-US" altLang="en-US" sz="1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00" b="1">
                          <a:latin typeface="Times New Roman" panose="02020603050405020304" charset="0"/>
                          <a:cs typeface="Times New Roman" panose="02020603050405020304" charset="0"/>
                        </a:rPr>
                        <a:t>讨论准备</a:t>
                      </a:r>
                      <a:endParaRPr lang="en-US" altLang="en-US" sz="1000" b="1">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DD9C4"/>
                    </a:solidFill>
                  </a:tcPr>
                </a:tc>
                <a:tc gridSpan="2">
                  <a:txBody>
                    <a:bodyPr/>
                    <a:p>
                      <a:pPr indent="0">
                        <a:buNone/>
                      </a:pPr>
                      <a:r>
                        <a:rPr lang="en-US" sz="1000" b="0">
                          <a:latin typeface="Times New Roman" panose="02020603050405020304" charset="0"/>
                          <a:cs typeface="Times New Roman" panose="02020603050405020304" charset="0"/>
                        </a:rPr>
                        <a:t> </a:t>
                      </a:r>
                      <a:endParaRPr lang="en-US" altLang="en-US" sz="1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310515">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gridSpan="2">
                  <a:txBody>
                    <a:bodyPr/>
                    <a:p>
                      <a:pPr indent="0" algn="ctr">
                        <a:buNone/>
                      </a:pPr>
                      <a:r>
                        <a:rPr lang="en-US" sz="1000" b="1">
                          <a:latin typeface="宋体" charset="0"/>
                          <a:cs typeface="宋体" charset="0"/>
                        </a:rPr>
                        <a:t>实验</a:t>
                      </a:r>
                      <a:r>
                        <a:rPr lang="en-US" sz="1000" b="1">
                          <a:latin typeface="Times New Roman" panose="02020603050405020304" charset="0"/>
                          <a:cs typeface="Times New Roman" panose="02020603050405020304" charset="0"/>
                        </a:rPr>
                        <a:t>辅导</a:t>
                      </a:r>
                      <a:endParaRPr lang="en-US" altLang="en-US" sz="1000" b="1">
                        <a:latin typeface="宋体" charset="0"/>
                        <a:ea typeface="宋体" charset="0"/>
                        <a:cs typeface="宋体"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DD9C4"/>
                    </a:solid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p>
                      <a:pPr indent="0">
                        <a:buNone/>
                      </a:pPr>
                      <a:r>
                        <a:rPr lang="en-US" sz="1000" b="0">
                          <a:latin typeface="Times New Roman" panose="02020603050405020304" charset="0"/>
                          <a:cs typeface="Times New Roman" panose="02020603050405020304" charset="0"/>
                        </a:rPr>
                        <a:t> </a:t>
                      </a:r>
                      <a:endParaRPr lang="en-US" altLang="en-US" sz="1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00" b="1">
                          <a:latin typeface="Times New Roman" panose="02020603050405020304" charset="0"/>
                          <a:cs typeface="Times New Roman" panose="02020603050405020304" charset="0"/>
                        </a:rPr>
                        <a:t>实验预习</a:t>
                      </a:r>
                      <a:endParaRPr lang="en-US" altLang="en-US" sz="1000" b="1">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DD9C4"/>
                    </a:solidFill>
                  </a:tcPr>
                </a:tc>
                <a:tc gridSpan="2">
                  <a:txBody>
                    <a:bodyPr/>
                    <a:p>
                      <a:pPr indent="0">
                        <a:buNone/>
                      </a:pPr>
                      <a:r>
                        <a:rPr lang="en-US" sz="1000" b="0">
                          <a:latin typeface="Times New Roman" panose="02020603050405020304" charset="0"/>
                          <a:cs typeface="Times New Roman" panose="02020603050405020304" charset="0"/>
                        </a:rPr>
                        <a:t> </a:t>
                      </a:r>
                      <a:endParaRPr lang="en-US" altLang="en-US" sz="1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310515">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gridSpan="2">
                  <a:txBody>
                    <a:bodyPr/>
                    <a:p>
                      <a:pPr indent="0" algn="ctr">
                        <a:buNone/>
                      </a:pPr>
                      <a:r>
                        <a:rPr lang="en-US" sz="1000" b="1">
                          <a:latin typeface="Times New Roman" panose="02020603050405020304" charset="0"/>
                          <a:cs typeface="Times New Roman" panose="02020603050405020304" charset="0"/>
                        </a:rPr>
                        <a:t>课内</a:t>
                      </a:r>
                      <a:r>
                        <a:rPr lang="en-US" sz="1000" b="1">
                          <a:latin typeface="宋体" charset="0"/>
                          <a:cs typeface="宋体" charset="0"/>
                        </a:rPr>
                        <a:t>实验</a:t>
                      </a:r>
                      <a:endParaRPr lang="en-US" altLang="en-US" sz="1000" b="1">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DD9C4"/>
                    </a:solid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p>
                      <a:pPr indent="0">
                        <a:buNone/>
                      </a:pPr>
                      <a:r>
                        <a:rPr lang="en-US" sz="1000" b="0">
                          <a:latin typeface="宋体" charset="0"/>
                          <a:cs typeface="宋体" charset="0"/>
                        </a:rPr>
                        <a:t>1</a:t>
                      </a:r>
                      <a:r>
                        <a:rPr lang="en-US" sz="1000" b="0">
                          <a:latin typeface="Times New Roman" panose="02020603050405020304" charset="0"/>
                          <a:cs typeface="Times New Roman" panose="02020603050405020304" charset="0"/>
                        </a:rPr>
                        <a:t>6</a:t>
                      </a:r>
                      <a:endParaRPr lang="en-US" altLang="en-US" sz="1000" b="0">
                        <a:latin typeface="宋体" charset="0"/>
                        <a:ea typeface="宋体" charset="0"/>
                        <a:cs typeface="宋体"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00" b="1">
                          <a:latin typeface="Times New Roman" panose="02020603050405020304" charset="0"/>
                          <a:cs typeface="Times New Roman" panose="02020603050405020304" charset="0"/>
                        </a:rPr>
                        <a:t>课外实验</a:t>
                      </a:r>
                      <a:endParaRPr lang="en-US" altLang="en-US" sz="1000" b="1">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DD9C4"/>
                    </a:solidFill>
                  </a:tcPr>
                </a:tc>
                <a:tc gridSpan="2">
                  <a:txBody>
                    <a:bodyPr/>
                    <a:p>
                      <a:pPr indent="0">
                        <a:buNone/>
                      </a:pPr>
                      <a:r>
                        <a:rPr lang="en-US" sz="1000" b="0">
                          <a:latin typeface="Times New Roman" panose="02020603050405020304" charset="0"/>
                          <a:cs typeface="Times New Roman" panose="02020603050405020304" charset="0"/>
                        </a:rPr>
                        <a:t> </a:t>
                      </a:r>
                      <a:endParaRPr lang="en-US" altLang="en-US" sz="1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620395">
                <a:tc>
                  <a:txBody>
                    <a:bodyPr/>
                    <a:p>
                      <a:pPr indent="0" algn="ctr">
                        <a:buNone/>
                      </a:pPr>
                      <a:r>
                        <a:rPr lang="en-US" sz="1000" b="1">
                          <a:latin typeface="Times New Roman" panose="02020603050405020304" charset="0"/>
                          <a:cs typeface="Times New Roman" panose="02020603050405020304" charset="0"/>
                        </a:rPr>
                        <a:t>适用院系适用专业</a:t>
                      </a:r>
                      <a:endParaRPr lang="en-US" altLang="en-US" sz="1000" b="1">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DD9C4"/>
                    </a:solidFill>
                  </a:tcPr>
                </a:tc>
                <a:tc gridSpan="7">
                  <a:txBody>
                    <a:bodyPr/>
                    <a:p>
                      <a:pPr indent="0">
                        <a:buNone/>
                      </a:pPr>
                      <a:r>
                        <a:rPr lang="en-US" sz="1000" b="0">
                          <a:latin typeface="Times New Roman" panose="02020603050405020304" charset="0"/>
                          <a:cs typeface="Times New Roman" panose="02020603050405020304" charset="0"/>
                        </a:rPr>
                        <a:t>软件工程学院 软件工程专业</a:t>
                      </a:r>
                      <a:endParaRPr lang="en-US" altLang="en-US" sz="1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931545">
                <a:tc>
                  <a:txBody>
                    <a:bodyPr/>
                    <a:p>
                      <a:pPr indent="0" algn="ctr">
                        <a:buNone/>
                      </a:pPr>
                      <a:r>
                        <a:rPr lang="en-US" sz="1000" b="1">
                          <a:latin typeface="Times New Roman" panose="02020603050405020304" charset="0"/>
                          <a:cs typeface="Times New Roman" panose="02020603050405020304" charset="0"/>
                        </a:rPr>
                        <a:t>先修课程预备知识</a:t>
                      </a:r>
                      <a:endParaRPr lang="en-US" altLang="en-US" sz="1000" b="1">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DD9C4"/>
                    </a:solidFill>
                  </a:tcPr>
                </a:tc>
                <a:tc gridSpan="7">
                  <a:txBody>
                    <a:bodyPr/>
                    <a:p>
                      <a:pPr indent="0">
                        <a:buNone/>
                      </a:pPr>
                      <a:r>
                        <a:rPr lang="en-US" sz="1000" b="0">
                          <a:latin typeface="Times New Roman" panose="02020603050405020304" charset="0"/>
                          <a:cs typeface="Times New Roman" panose="02020603050405020304" charset="0"/>
                        </a:rPr>
                        <a:t>《编程基础（1）面向过程》、《编程基础（2）面向对象》、《软件工程导论》</a:t>
                      </a:r>
                      <a:endParaRPr lang="en-US" altLang="en-US" sz="1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931545">
                <a:tc>
                  <a:txBody>
                    <a:bodyPr/>
                    <a:p>
                      <a:pPr indent="0" algn="ctr">
                        <a:buNone/>
                      </a:pPr>
                      <a:r>
                        <a:rPr lang="en-US" sz="1000" b="1">
                          <a:latin typeface="宋体" charset="0"/>
                          <a:cs typeface="宋体" charset="0"/>
                        </a:rPr>
                        <a:t>课程所用软件</a:t>
                      </a:r>
                      <a:r>
                        <a:rPr lang="en-US" sz="1000" b="1">
                          <a:latin typeface="Times New Roman" panose="02020603050405020304" charset="0"/>
                          <a:cs typeface="Times New Roman" panose="02020603050405020304" charset="0"/>
                        </a:rPr>
                        <a:t>工具</a:t>
                      </a:r>
                      <a:r>
                        <a:rPr lang="en-US" sz="1000" b="1">
                          <a:latin typeface="宋体" charset="0"/>
                          <a:cs typeface="宋体" charset="0"/>
                        </a:rPr>
                        <a:t>和环境</a:t>
                      </a:r>
                      <a:endParaRPr lang="en-US" altLang="en-US" sz="1000" b="1">
                        <a:latin typeface="宋体" charset="0"/>
                        <a:ea typeface="宋体" charset="0"/>
                        <a:cs typeface="宋体"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DD9C4"/>
                    </a:solidFill>
                  </a:tcPr>
                </a:tc>
                <a:tc gridSpan="7">
                  <a:txBody>
                    <a:bodyPr/>
                    <a:p>
                      <a:pPr indent="0">
                        <a:buNone/>
                      </a:pPr>
                      <a:r>
                        <a:rPr lang="en-US" sz="1000" b="0">
                          <a:latin typeface="Times New Roman" panose="02020603050405020304" charset="0"/>
                          <a:cs typeface="Times New Roman" panose="02020603050405020304" charset="0"/>
                        </a:rPr>
                        <a:t>UML工具</a:t>
                      </a:r>
                      <a:endParaRPr lang="en-US" altLang="en-US" sz="1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bl>
          </a:graphicData>
        </a:graphic>
      </p:graphicFrame>
    </p:spTree>
  </p:cSld>
  <p:clrMapOvr>
    <a:masterClrMapping/>
  </p:clrMapOvr>
  <p:transition spd="slow">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Course goals</a:t>
              </a:r>
              <a:endParaRPr lang="en-US" altLang="zh-CN" sz="3200" b="1" dirty="0">
                <a:solidFill>
                  <a:schemeClr val="tx2">
                    <a:lumMod val="75000"/>
                  </a:schemeClr>
                </a:solidFill>
                <a:latin typeface="+mj-lt"/>
                <a:ea typeface="黑体" panose="02010609060101010101" pitchFamily="49" charset="-122"/>
                <a:cs typeface="+mj-lt"/>
              </a:endParaRPr>
            </a:p>
          </p:txBody>
        </p:sp>
      </p:grpSp>
      <p:sp>
        <p:nvSpPr>
          <p:cNvPr id="9" name="椭圆 8"/>
          <p:cNvSpPr/>
          <p:nvPr/>
        </p:nvSpPr>
        <p:spPr>
          <a:xfrm>
            <a:off x="1178938" y="3408341"/>
            <a:ext cx="828000" cy="828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98"/>
          <p:cNvSpPr/>
          <p:nvPr/>
        </p:nvSpPr>
        <p:spPr bwMode="auto">
          <a:xfrm>
            <a:off x="1431807" y="3660416"/>
            <a:ext cx="322263" cy="323850"/>
          </a:xfrm>
          <a:custGeom>
            <a:avLst/>
            <a:gdLst>
              <a:gd name="T0" fmla="*/ 580 w 1017"/>
              <a:gd name="T1" fmla="*/ 688 h 1018"/>
              <a:gd name="T2" fmla="*/ 668 w 1017"/>
              <a:gd name="T3" fmla="*/ 640 h 1018"/>
              <a:gd name="T4" fmla="*/ 738 w 1017"/>
              <a:gd name="T5" fmla="*/ 559 h 1018"/>
              <a:gd name="T6" fmla="*/ 782 w 1017"/>
              <a:gd name="T7" fmla="*/ 453 h 1018"/>
              <a:gd name="T8" fmla="*/ 795 w 1017"/>
              <a:gd name="T9" fmla="*/ 349 h 1018"/>
              <a:gd name="T10" fmla="*/ 778 w 1017"/>
              <a:gd name="T11" fmla="*/ 229 h 1018"/>
              <a:gd name="T12" fmla="*/ 730 w 1017"/>
              <a:gd name="T13" fmla="*/ 127 h 1018"/>
              <a:gd name="T14" fmla="*/ 657 w 1017"/>
              <a:gd name="T15" fmla="*/ 51 h 1018"/>
              <a:gd name="T16" fmla="*/ 567 w 1017"/>
              <a:gd name="T17" fmla="*/ 7 h 1018"/>
              <a:gd name="T18" fmla="*/ 480 w 1017"/>
              <a:gd name="T19" fmla="*/ 2 h 1018"/>
              <a:gd name="T20" fmla="*/ 384 w 1017"/>
              <a:gd name="T21" fmla="*/ 34 h 1018"/>
              <a:gd name="T22" fmla="*/ 304 w 1017"/>
              <a:gd name="T23" fmla="*/ 105 h 1018"/>
              <a:gd name="T24" fmla="*/ 255 w 1017"/>
              <a:gd name="T25" fmla="*/ 187 h 1018"/>
              <a:gd name="T26" fmla="*/ 225 w 1017"/>
              <a:gd name="T27" fmla="*/ 299 h 1018"/>
              <a:gd name="T28" fmla="*/ 225 w 1017"/>
              <a:gd name="T29" fmla="*/ 403 h 1018"/>
              <a:gd name="T30" fmla="*/ 256 w 1017"/>
              <a:gd name="T31" fmla="*/ 517 h 1018"/>
              <a:gd name="T32" fmla="*/ 317 w 1017"/>
              <a:gd name="T33" fmla="*/ 609 h 1018"/>
              <a:gd name="T34" fmla="*/ 397 w 1017"/>
              <a:gd name="T35" fmla="*/ 672 h 1018"/>
              <a:gd name="T36" fmla="*/ 494 w 1017"/>
              <a:gd name="T37" fmla="*/ 699 h 1018"/>
              <a:gd name="T38" fmla="*/ 543 w 1017"/>
              <a:gd name="T39" fmla="*/ 67 h 1018"/>
              <a:gd name="T40" fmla="*/ 633 w 1017"/>
              <a:gd name="T41" fmla="*/ 112 h 1018"/>
              <a:gd name="T42" fmla="*/ 721 w 1017"/>
              <a:gd name="T43" fmla="*/ 265 h 1018"/>
              <a:gd name="T44" fmla="*/ 721 w 1017"/>
              <a:gd name="T45" fmla="*/ 435 h 1018"/>
              <a:gd name="T46" fmla="*/ 633 w 1017"/>
              <a:gd name="T47" fmla="*/ 588 h 1018"/>
              <a:gd name="T48" fmla="*/ 543 w 1017"/>
              <a:gd name="T49" fmla="*/ 633 h 1018"/>
              <a:gd name="T50" fmla="*/ 474 w 1017"/>
              <a:gd name="T51" fmla="*/ 633 h 1018"/>
              <a:gd name="T52" fmla="*/ 384 w 1017"/>
              <a:gd name="T53" fmla="*/ 588 h 1018"/>
              <a:gd name="T54" fmla="*/ 296 w 1017"/>
              <a:gd name="T55" fmla="*/ 435 h 1018"/>
              <a:gd name="T56" fmla="*/ 296 w 1017"/>
              <a:gd name="T57" fmla="*/ 265 h 1018"/>
              <a:gd name="T58" fmla="*/ 384 w 1017"/>
              <a:gd name="T59" fmla="*/ 112 h 1018"/>
              <a:gd name="T60" fmla="*/ 474 w 1017"/>
              <a:gd name="T61" fmla="*/ 67 h 1018"/>
              <a:gd name="T62" fmla="*/ 725 w 1017"/>
              <a:gd name="T63" fmla="*/ 637 h 1018"/>
              <a:gd name="T64" fmla="*/ 700 w 1017"/>
              <a:gd name="T65" fmla="*/ 668 h 1018"/>
              <a:gd name="T66" fmla="*/ 719 w 1017"/>
              <a:gd name="T67" fmla="*/ 697 h 1018"/>
              <a:gd name="T68" fmla="*/ 818 w 1017"/>
              <a:gd name="T69" fmla="*/ 717 h 1018"/>
              <a:gd name="T70" fmla="*/ 927 w 1017"/>
              <a:gd name="T71" fmla="*/ 816 h 1018"/>
              <a:gd name="T72" fmla="*/ 953 w 1017"/>
              <a:gd name="T73" fmla="*/ 929 h 1018"/>
              <a:gd name="T74" fmla="*/ 922 w 1017"/>
              <a:gd name="T75" fmla="*/ 954 h 1018"/>
              <a:gd name="T76" fmla="*/ 69 w 1017"/>
              <a:gd name="T77" fmla="*/ 941 h 1018"/>
              <a:gd name="T78" fmla="*/ 73 w 1017"/>
              <a:gd name="T79" fmla="*/ 856 h 1018"/>
              <a:gd name="T80" fmla="*/ 162 w 1017"/>
              <a:gd name="T81" fmla="*/ 738 h 1018"/>
              <a:gd name="T82" fmla="*/ 285 w 1017"/>
              <a:gd name="T83" fmla="*/ 700 h 1018"/>
              <a:gd name="T84" fmla="*/ 318 w 1017"/>
              <a:gd name="T85" fmla="*/ 674 h 1018"/>
              <a:gd name="T86" fmla="*/ 304 w 1017"/>
              <a:gd name="T87" fmla="*/ 641 h 1018"/>
              <a:gd name="T88" fmla="*/ 243 w 1017"/>
              <a:gd name="T89" fmla="*/ 639 h 1018"/>
              <a:gd name="T90" fmla="*/ 149 w 1017"/>
              <a:gd name="T91" fmla="*/ 670 h 1018"/>
              <a:gd name="T92" fmla="*/ 74 w 1017"/>
              <a:gd name="T93" fmla="*/ 730 h 1018"/>
              <a:gd name="T94" fmla="*/ 23 w 1017"/>
              <a:gd name="T95" fmla="*/ 811 h 1018"/>
              <a:gd name="T96" fmla="*/ 0 w 1017"/>
              <a:gd name="T97" fmla="*/ 907 h 1018"/>
              <a:gd name="T98" fmla="*/ 11 w 1017"/>
              <a:gd name="T99" fmla="*/ 967 h 1018"/>
              <a:gd name="T100" fmla="*/ 58 w 1017"/>
              <a:gd name="T101" fmla="*/ 1010 h 1018"/>
              <a:gd name="T102" fmla="*/ 931 w 1017"/>
              <a:gd name="T103" fmla="*/ 1017 h 1018"/>
              <a:gd name="T104" fmla="*/ 989 w 1017"/>
              <a:gd name="T105" fmla="*/ 990 h 1018"/>
              <a:gd name="T106" fmla="*/ 1017 w 1017"/>
              <a:gd name="T107" fmla="*/ 932 h 1018"/>
              <a:gd name="T108" fmla="*/ 1009 w 1017"/>
              <a:gd name="T109" fmla="*/ 850 h 1018"/>
              <a:gd name="T110" fmla="*/ 969 w 1017"/>
              <a:gd name="T111" fmla="*/ 762 h 1018"/>
              <a:gd name="T112" fmla="*/ 902 w 1017"/>
              <a:gd name="T113" fmla="*/ 693 h 1018"/>
              <a:gd name="T114" fmla="*/ 817 w 1017"/>
              <a:gd name="T115" fmla="*/ 649 h 1018"/>
              <a:gd name="T116" fmla="*/ 731 w 1017"/>
              <a:gd name="T117" fmla="*/ 636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7" h="1018">
                <a:moveTo>
                  <a:pt x="509" y="700"/>
                </a:moveTo>
                <a:lnTo>
                  <a:pt x="509" y="700"/>
                </a:lnTo>
                <a:lnTo>
                  <a:pt x="524" y="699"/>
                </a:lnTo>
                <a:lnTo>
                  <a:pt x="538" y="698"/>
                </a:lnTo>
                <a:lnTo>
                  <a:pt x="553" y="696"/>
                </a:lnTo>
                <a:lnTo>
                  <a:pt x="567" y="693"/>
                </a:lnTo>
                <a:lnTo>
                  <a:pt x="580" y="688"/>
                </a:lnTo>
                <a:lnTo>
                  <a:pt x="593" y="684"/>
                </a:lnTo>
                <a:lnTo>
                  <a:pt x="607" y="679"/>
                </a:lnTo>
                <a:lnTo>
                  <a:pt x="620" y="672"/>
                </a:lnTo>
                <a:lnTo>
                  <a:pt x="633" y="665"/>
                </a:lnTo>
                <a:lnTo>
                  <a:pt x="645" y="657"/>
                </a:lnTo>
                <a:lnTo>
                  <a:pt x="657" y="649"/>
                </a:lnTo>
                <a:lnTo>
                  <a:pt x="668" y="640"/>
                </a:lnTo>
                <a:lnTo>
                  <a:pt x="680" y="630"/>
                </a:lnTo>
                <a:lnTo>
                  <a:pt x="691" y="620"/>
                </a:lnTo>
                <a:lnTo>
                  <a:pt x="701" y="609"/>
                </a:lnTo>
                <a:lnTo>
                  <a:pt x="711" y="597"/>
                </a:lnTo>
                <a:lnTo>
                  <a:pt x="720" y="585"/>
                </a:lnTo>
                <a:lnTo>
                  <a:pt x="730" y="573"/>
                </a:lnTo>
                <a:lnTo>
                  <a:pt x="738" y="559"/>
                </a:lnTo>
                <a:lnTo>
                  <a:pt x="746" y="546"/>
                </a:lnTo>
                <a:lnTo>
                  <a:pt x="753" y="531"/>
                </a:lnTo>
                <a:lnTo>
                  <a:pt x="761" y="517"/>
                </a:lnTo>
                <a:lnTo>
                  <a:pt x="766" y="502"/>
                </a:lnTo>
                <a:lnTo>
                  <a:pt x="773" y="486"/>
                </a:lnTo>
                <a:lnTo>
                  <a:pt x="778" y="470"/>
                </a:lnTo>
                <a:lnTo>
                  <a:pt x="782" y="453"/>
                </a:lnTo>
                <a:lnTo>
                  <a:pt x="785" y="437"/>
                </a:lnTo>
                <a:lnTo>
                  <a:pt x="789" y="420"/>
                </a:lnTo>
                <a:lnTo>
                  <a:pt x="792" y="403"/>
                </a:lnTo>
                <a:lnTo>
                  <a:pt x="793" y="386"/>
                </a:lnTo>
                <a:lnTo>
                  <a:pt x="794" y="368"/>
                </a:lnTo>
                <a:lnTo>
                  <a:pt x="795" y="349"/>
                </a:lnTo>
                <a:lnTo>
                  <a:pt x="795" y="349"/>
                </a:lnTo>
                <a:lnTo>
                  <a:pt x="794" y="332"/>
                </a:lnTo>
                <a:lnTo>
                  <a:pt x="793" y="314"/>
                </a:lnTo>
                <a:lnTo>
                  <a:pt x="792" y="297"/>
                </a:lnTo>
                <a:lnTo>
                  <a:pt x="789" y="280"/>
                </a:lnTo>
                <a:lnTo>
                  <a:pt x="785" y="262"/>
                </a:lnTo>
                <a:lnTo>
                  <a:pt x="782" y="246"/>
                </a:lnTo>
                <a:lnTo>
                  <a:pt x="778" y="229"/>
                </a:lnTo>
                <a:lnTo>
                  <a:pt x="773" y="214"/>
                </a:lnTo>
                <a:lnTo>
                  <a:pt x="766" y="198"/>
                </a:lnTo>
                <a:lnTo>
                  <a:pt x="761" y="183"/>
                </a:lnTo>
                <a:lnTo>
                  <a:pt x="753" y="168"/>
                </a:lnTo>
                <a:lnTo>
                  <a:pt x="746" y="154"/>
                </a:lnTo>
                <a:lnTo>
                  <a:pt x="738" y="140"/>
                </a:lnTo>
                <a:lnTo>
                  <a:pt x="730" y="127"/>
                </a:lnTo>
                <a:lnTo>
                  <a:pt x="720" y="114"/>
                </a:lnTo>
                <a:lnTo>
                  <a:pt x="711" y="103"/>
                </a:lnTo>
                <a:lnTo>
                  <a:pt x="701" y="91"/>
                </a:lnTo>
                <a:lnTo>
                  <a:pt x="691" y="80"/>
                </a:lnTo>
                <a:lnTo>
                  <a:pt x="679" y="69"/>
                </a:lnTo>
                <a:lnTo>
                  <a:pt x="668" y="60"/>
                </a:lnTo>
                <a:lnTo>
                  <a:pt x="657" y="51"/>
                </a:lnTo>
                <a:lnTo>
                  <a:pt x="645" y="43"/>
                </a:lnTo>
                <a:lnTo>
                  <a:pt x="633" y="35"/>
                </a:lnTo>
                <a:lnTo>
                  <a:pt x="620" y="27"/>
                </a:lnTo>
                <a:lnTo>
                  <a:pt x="607" y="21"/>
                </a:lnTo>
                <a:lnTo>
                  <a:pt x="593" y="16"/>
                </a:lnTo>
                <a:lnTo>
                  <a:pt x="580" y="11"/>
                </a:lnTo>
                <a:lnTo>
                  <a:pt x="567" y="7"/>
                </a:lnTo>
                <a:lnTo>
                  <a:pt x="553" y="4"/>
                </a:lnTo>
                <a:lnTo>
                  <a:pt x="538" y="2"/>
                </a:lnTo>
                <a:lnTo>
                  <a:pt x="524" y="1"/>
                </a:lnTo>
                <a:lnTo>
                  <a:pt x="509" y="0"/>
                </a:lnTo>
                <a:lnTo>
                  <a:pt x="509" y="0"/>
                </a:lnTo>
                <a:lnTo>
                  <a:pt x="494" y="1"/>
                </a:lnTo>
                <a:lnTo>
                  <a:pt x="480" y="2"/>
                </a:lnTo>
                <a:lnTo>
                  <a:pt x="466" y="4"/>
                </a:lnTo>
                <a:lnTo>
                  <a:pt x="452" y="7"/>
                </a:lnTo>
                <a:lnTo>
                  <a:pt x="438" y="10"/>
                </a:lnTo>
                <a:lnTo>
                  <a:pt x="424" y="16"/>
                </a:lnTo>
                <a:lnTo>
                  <a:pt x="411" y="21"/>
                </a:lnTo>
                <a:lnTo>
                  <a:pt x="397" y="27"/>
                </a:lnTo>
                <a:lnTo>
                  <a:pt x="384" y="34"/>
                </a:lnTo>
                <a:lnTo>
                  <a:pt x="372" y="43"/>
                </a:lnTo>
                <a:lnTo>
                  <a:pt x="359" y="51"/>
                </a:lnTo>
                <a:lnTo>
                  <a:pt x="348" y="60"/>
                </a:lnTo>
                <a:lnTo>
                  <a:pt x="336" y="70"/>
                </a:lnTo>
                <a:lnTo>
                  <a:pt x="325" y="81"/>
                </a:lnTo>
                <a:lnTo>
                  <a:pt x="314" y="93"/>
                </a:lnTo>
                <a:lnTo>
                  <a:pt x="304" y="105"/>
                </a:lnTo>
                <a:lnTo>
                  <a:pt x="304" y="105"/>
                </a:lnTo>
                <a:lnTo>
                  <a:pt x="294" y="118"/>
                </a:lnTo>
                <a:lnTo>
                  <a:pt x="285" y="130"/>
                </a:lnTo>
                <a:lnTo>
                  <a:pt x="277" y="144"/>
                </a:lnTo>
                <a:lnTo>
                  <a:pt x="269" y="158"/>
                </a:lnTo>
                <a:lnTo>
                  <a:pt x="262" y="172"/>
                </a:lnTo>
                <a:lnTo>
                  <a:pt x="255" y="187"/>
                </a:lnTo>
                <a:lnTo>
                  <a:pt x="249" y="202"/>
                </a:lnTo>
                <a:lnTo>
                  <a:pt x="244" y="217"/>
                </a:lnTo>
                <a:lnTo>
                  <a:pt x="238" y="233"/>
                </a:lnTo>
                <a:lnTo>
                  <a:pt x="234" y="250"/>
                </a:lnTo>
                <a:lnTo>
                  <a:pt x="231" y="266"/>
                </a:lnTo>
                <a:lnTo>
                  <a:pt x="227" y="282"/>
                </a:lnTo>
                <a:lnTo>
                  <a:pt x="225" y="299"/>
                </a:lnTo>
                <a:lnTo>
                  <a:pt x="223" y="315"/>
                </a:lnTo>
                <a:lnTo>
                  <a:pt x="223" y="332"/>
                </a:lnTo>
                <a:lnTo>
                  <a:pt x="222" y="349"/>
                </a:lnTo>
                <a:lnTo>
                  <a:pt x="222" y="349"/>
                </a:lnTo>
                <a:lnTo>
                  <a:pt x="223" y="368"/>
                </a:lnTo>
                <a:lnTo>
                  <a:pt x="224" y="386"/>
                </a:lnTo>
                <a:lnTo>
                  <a:pt x="225" y="403"/>
                </a:lnTo>
                <a:lnTo>
                  <a:pt x="229" y="420"/>
                </a:lnTo>
                <a:lnTo>
                  <a:pt x="232" y="437"/>
                </a:lnTo>
                <a:lnTo>
                  <a:pt x="235" y="453"/>
                </a:lnTo>
                <a:lnTo>
                  <a:pt x="239" y="470"/>
                </a:lnTo>
                <a:lnTo>
                  <a:pt x="245" y="486"/>
                </a:lnTo>
                <a:lnTo>
                  <a:pt x="251" y="502"/>
                </a:lnTo>
                <a:lnTo>
                  <a:pt x="256" y="517"/>
                </a:lnTo>
                <a:lnTo>
                  <a:pt x="264" y="531"/>
                </a:lnTo>
                <a:lnTo>
                  <a:pt x="271" y="546"/>
                </a:lnTo>
                <a:lnTo>
                  <a:pt x="279" y="559"/>
                </a:lnTo>
                <a:lnTo>
                  <a:pt x="288" y="573"/>
                </a:lnTo>
                <a:lnTo>
                  <a:pt x="297" y="585"/>
                </a:lnTo>
                <a:lnTo>
                  <a:pt x="306" y="597"/>
                </a:lnTo>
                <a:lnTo>
                  <a:pt x="317" y="609"/>
                </a:lnTo>
                <a:lnTo>
                  <a:pt x="326" y="620"/>
                </a:lnTo>
                <a:lnTo>
                  <a:pt x="337" y="630"/>
                </a:lnTo>
                <a:lnTo>
                  <a:pt x="349" y="640"/>
                </a:lnTo>
                <a:lnTo>
                  <a:pt x="361" y="649"/>
                </a:lnTo>
                <a:lnTo>
                  <a:pt x="372" y="657"/>
                </a:lnTo>
                <a:lnTo>
                  <a:pt x="384" y="665"/>
                </a:lnTo>
                <a:lnTo>
                  <a:pt x="397" y="672"/>
                </a:lnTo>
                <a:lnTo>
                  <a:pt x="410" y="679"/>
                </a:lnTo>
                <a:lnTo>
                  <a:pt x="424" y="684"/>
                </a:lnTo>
                <a:lnTo>
                  <a:pt x="437" y="688"/>
                </a:lnTo>
                <a:lnTo>
                  <a:pt x="451" y="693"/>
                </a:lnTo>
                <a:lnTo>
                  <a:pt x="465" y="696"/>
                </a:lnTo>
                <a:lnTo>
                  <a:pt x="480" y="698"/>
                </a:lnTo>
                <a:lnTo>
                  <a:pt x="494" y="699"/>
                </a:lnTo>
                <a:lnTo>
                  <a:pt x="509" y="700"/>
                </a:lnTo>
                <a:lnTo>
                  <a:pt x="509" y="700"/>
                </a:lnTo>
                <a:close/>
                <a:moveTo>
                  <a:pt x="509" y="64"/>
                </a:moveTo>
                <a:lnTo>
                  <a:pt x="509" y="64"/>
                </a:lnTo>
                <a:lnTo>
                  <a:pt x="520" y="64"/>
                </a:lnTo>
                <a:lnTo>
                  <a:pt x="531" y="65"/>
                </a:lnTo>
                <a:lnTo>
                  <a:pt x="543" y="67"/>
                </a:lnTo>
                <a:lnTo>
                  <a:pt x="554" y="69"/>
                </a:lnTo>
                <a:lnTo>
                  <a:pt x="564" y="73"/>
                </a:lnTo>
                <a:lnTo>
                  <a:pt x="575" y="77"/>
                </a:lnTo>
                <a:lnTo>
                  <a:pt x="585" y="81"/>
                </a:lnTo>
                <a:lnTo>
                  <a:pt x="596" y="87"/>
                </a:lnTo>
                <a:lnTo>
                  <a:pt x="615" y="98"/>
                </a:lnTo>
                <a:lnTo>
                  <a:pt x="633" y="112"/>
                </a:lnTo>
                <a:lnTo>
                  <a:pt x="650" y="129"/>
                </a:lnTo>
                <a:lnTo>
                  <a:pt x="666" y="148"/>
                </a:lnTo>
                <a:lnTo>
                  <a:pt x="680" y="168"/>
                </a:lnTo>
                <a:lnTo>
                  <a:pt x="693" y="190"/>
                </a:lnTo>
                <a:lnTo>
                  <a:pt x="704" y="213"/>
                </a:lnTo>
                <a:lnTo>
                  <a:pt x="714" y="239"/>
                </a:lnTo>
                <a:lnTo>
                  <a:pt x="721" y="265"/>
                </a:lnTo>
                <a:lnTo>
                  <a:pt x="726" y="293"/>
                </a:lnTo>
                <a:lnTo>
                  <a:pt x="730" y="320"/>
                </a:lnTo>
                <a:lnTo>
                  <a:pt x="731" y="349"/>
                </a:lnTo>
                <a:lnTo>
                  <a:pt x="731" y="349"/>
                </a:lnTo>
                <a:lnTo>
                  <a:pt x="730" y="379"/>
                </a:lnTo>
                <a:lnTo>
                  <a:pt x="726" y="407"/>
                </a:lnTo>
                <a:lnTo>
                  <a:pt x="721" y="435"/>
                </a:lnTo>
                <a:lnTo>
                  <a:pt x="714" y="461"/>
                </a:lnTo>
                <a:lnTo>
                  <a:pt x="704" y="486"/>
                </a:lnTo>
                <a:lnTo>
                  <a:pt x="693" y="509"/>
                </a:lnTo>
                <a:lnTo>
                  <a:pt x="680" y="532"/>
                </a:lnTo>
                <a:lnTo>
                  <a:pt x="666" y="552"/>
                </a:lnTo>
                <a:lnTo>
                  <a:pt x="650" y="570"/>
                </a:lnTo>
                <a:lnTo>
                  <a:pt x="633" y="588"/>
                </a:lnTo>
                <a:lnTo>
                  <a:pt x="615" y="602"/>
                </a:lnTo>
                <a:lnTo>
                  <a:pt x="596" y="613"/>
                </a:lnTo>
                <a:lnTo>
                  <a:pt x="585" y="619"/>
                </a:lnTo>
                <a:lnTo>
                  <a:pt x="575" y="623"/>
                </a:lnTo>
                <a:lnTo>
                  <a:pt x="564" y="627"/>
                </a:lnTo>
                <a:lnTo>
                  <a:pt x="554" y="630"/>
                </a:lnTo>
                <a:lnTo>
                  <a:pt x="543" y="633"/>
                </a:lnTo>
                <a:lnTo>
                  <a:pt x="531" y="635"/>
                </a:lnTo>
                <a:lnTo>
                  <a:pt x="520" y="636"/>
                </a:lnTo>
                <a:lnTo>
                  <a:pt x="509" y="636"/>
                </a:lnTo>
                <a:lnTo>
                  <a:pt x="509" y="636"/>
                </a:lnTo>
                <a:lnTo>
                  <a:pt x="497" y="636"/>
                </a:lnTo>
                <a:lnTo>
                  <a:pt x="486" y="635"/>
                </a:lnTo>
                <a:lnTo>
                  <a:pt x="474" y="633"/>
                </a:lnTo>
                <a:lnTo>
                  <a:pt x="464" y="630"/>
                </a:lnTo>
                <a:lnTo>
                  <a:pt x="453" y="627"/>
                </a:lnTo>
                <a:lnTo>
                  <a:pt x="442" y="623"/>
                </a:lnTo>
                <a:lnTo>
                  <a:pt x="432" y="619"/>
                </a:lnTo>
                <a:lnTo>
                  <a:pt x="422" y="613"/>
                </a:lnTo>
                <a:lnTo>
                  <a:pt x="402" y="602"/>
                </a:lnTo>
                <a:lnTo>
                  <a:pt x="384" y="588"/>
                </a:lnTo>
                <a:lnTo>
                  <a:pt x="367" y="570"/>
                </a:lnTo>
                <a:lnTo>
                  <a:pt x="351" y="552"/>
                </a:lnTo>
                <a:lnTo>
                  <a:pt x="337" y="532"/>
                </a:lnTo>
                <a:lnTo>
                  <a:pt x="324" y="509"/>
                </a:lnTo>
                <a:lnTo>
                  <a:pt x="313" y="486"/>
                </a:lnTo>
                <a:lnTo>
                  <a:pt x="304" y="461"/>
                </a:lnTo>
                <a:lnTo>
                  <a:pt x="296" y="435"/>
                </a:lnTo>
                <a:lnTo>
                  <a:pt x="291" y="407"/>
                </a:lnTo>
                <a:lnTo>
                  <a:pt x="288" y="379"/>
                </a:lnTo>
                <a:lnTo>
                  <a:pt x="285" y="349"/>
                </a:lnTo>
                <a:lnTo>
                  <a:pt x="285" y="349"/>
                </a:lnTo>
                <a:lnTo>
                  <a:pt x="288" y="320"/>
                </a:lnTo>
                <a:lnTo>
                  <a:pt x="291" y="293"/>
                </a:lnTo>
                <a:lnTo>
                  <a:pt x="296" y="265"/>
                </a:lnTo>
                <a:lnTo>
                  <a:pt x="304" y="239"/>
                </a:lnTo>
                <a:lnTo>
                  <a:pt x="313" y="213"/>
                </a:lnTo>
                <a:lnTo>
                  <a:pt x="324" y="190"/>
                </a:lnTo>
                <a:lnTo>
                  <a:pt x="337" y="168"/>
                </a:lnTo>
                <a:lnTo>
                  <a:pt x="351" y="148"/>
                </a:lnTo>
                <a:lnTo>
                  <a:pt x="367" y="129"/>
                </a:lnTo>
                <a:lnTo>
                  <a:pt x="384" y="112"/>
                </a:lnTo>
                <a:lnTo>
                  <a:pt x="402" y="98"/>
                </a:lnTo>
                <a:lnTo>
                  <a:pt x="422" y="87"/>
                </a:lnTo>
                <a:lnTo>
                  <a:pt x="432" y="81"/>
                </a:lnTo>
                <a:lnTo>
                  <a:pt x="442" y="77"/>
                </a:lnTo>
                <a:lnTo>
                  <a:pt x="453" y="73"/>
                </a:lnTo>
                <a:lnTo>
                  <a:pt x="464" y="69"/>
                </a:lnTo>
                <a:lnTo>
                  <a:pt x="474" y="67"/>
                </a:lnTo>
                <a:lnTo>
                  <a:pt x="486" y="65"/>
                </a:lnTo>
                <a:lnTo>
                  <a:pt x="497" y="64"/>
                </a:lnTo>
                <a:lnTo>
                  <a:pt x="509" y="64"/>
                </a:lnTo>
                <a:lnTo>
                  <a:pt x="509" y="64"/>
                </a:lnTo>
                <a:close/>
                <a:moveTo>
                  <a:pt x="731" y="636"/>
                </a:moveTo>
                <a:lnTo>
                  <a:pt x="731" y="636"/>
                </a:lnTo>
                <a:lnTo>
                  <a:pt x="725" y="637"/>
                </a:lnTo>
                <a:lnTo>
                  <a:pt x="719" y="639"/>
                </a:lnTo>
                <a:lnTo>
                  <a:pt x="714" y="641"/>
                </a:lnTo>
                <a:lnTo>
                  <a:pt x="709" y="645"/>
                </a:lnTo>
                <a:lnTo>
                  <a:pt x="705" y="650"/>
                </a:lnTo>
                <a:lnTo>
                  <a:pt x="702" y="655"/>
                </a:lnTo>
                <a:lnTo>
                  <a:pt x="700" y="662"/>
                </a:lnTo>
                <a:lnTo>
                  <a:pt x="700" y="668"/>
                </a:lnTo>
                <a:lnTo>
                  <a:pt x="700" y="668"/>
                </a:lnTo>
                <a:lnTo>
                  <a:pt x="700" y="674"/>
                </a:lnTo>
                <a:lnTo>
                  <a:pt x="702" y="680"/>
                </a:lnTo>
                <a:lnTo>
                  <a:pt x="705" y="685"/>
                </a:lnTo>
                <a:lnTo>
                  <a:pt x="709" y="691"/>
                </a:lnTo>
                <a:lnTo>
                  <a:pt x="714" y="694"/>
                </a:lnTo>
                <a:lnTo>
                  <a:pt x="719" y="697"/>
                </a:lnTo>
                <a:lnTo>
                  <a:pt x="725" y="699"/>
                </a:lnTo>
                <a:lnTo>
                  <a:pt x="731" y="700"/>
                </a:lnTo>
                <a:lnTo>
                  <a:pt x="731" y="700"/>
                </a:lnTo>
                <a:lnTo>
                  <a:pt x="754" y="701"/>
                </a:lnTo>
                <a:lnTo>
                  <a:pt x="776" y="705"/>
                </a:lnTo>
                <a:lnTo>
                  <a:pt x="797" y="710"/>
                </a:lnTo>
                <a:lnTo>
                  <a:pt x="818" y="717"/>
                </a:lnTo>
                <a:lnTo>
                  <a:pt x="837" y="727"/>
                </a:lnTo>
                <a:lnTo>
                  <a:pt x="855" y="738"/>
                </a:lnTo>
                <a:lnTo>
                  <a:pt x="872" y="751"/>
                </a:lnTo>
                <a:lnTo>
                  <a:pt x="888" y="765"/>
                </a:lnTo>
                <a:lnTo>
                  <a:pt x="903" y="781"/>
                </a:lnTo>
                <a:lnTo>
                  <a:pt x="915" y="798"/>
                </a:lnTo>
                <a:lnTo>
                  <a:pt x="927" y="816"/>
                </a:lnTo>
                <a:lnTo>
                  <a:pt x="937" y="835"/>
                </a:lnTo>
                <a:lnTo>
                  <a:pt x="944" y="856"/>
                </a:lnTo>
                <a:lnTo>
                  <a:pt x="950" y="877"/>
                </a:lnTo>
                <a:lnTo>
                  <a:pt x="953" y="900"/>
                </a:lnTo>
                <a:lnTo>
                  <a:pt x="954" y="922"/>
                </a:lnTo>
                <a:lnTo>
                  <a:pt x="954" y="922"/>
                </a:lnTo>
                <a:lnTo>
                  <a:pt x="953" y="929"/>
                </a:lnTo>
                <a:lnTo>
                  <a:pt x="952" y="935"/>
                </a:lnTo>
                <a:lnTo>
                  <a:pt x="949" y="941"/>
                </a:lnTo>
                <a:lnTo>
                  <a:pt x="944" y="945"/>
                </a:lnTo>
                <a:lnTo>
                  <a:pt x="940" y="949"/>
                </a:lnTo>
                <a:lnTo>
                  <a:pt x="935" y="951"/>
                </a:lnTo>
                <a:lnTo>
                  <a:pt x="928" y="953"/>
                </a:lnTo>
                <a:lnTo>
                  <a:pt x="922" y="954"/>
                </a:lnTo>
                <a:lnTo>
                  <a:pt x="96" y="954"/>
                </a:lnTo>
                <a:lnTo>
                  <a:pt x="96" y="954"/>
                </a:lnTo>
                <a:lnTo>
                  <a:pt x="89" y="953"/>
                </a:lnTo>
                <a:lnTo>
                  <a:pt x="83" y="951"/>
                </a:lnTo>
                <a:lnTo>
                  <a:pt x="77" y="949"/>
                </a:lnTo>
                <a:lnTo>
                  <a:pt x="73" y="945"/>
                </a:lnTo>
                <a:lnTo>
                  <a:pt x="69" y="941"/>
                </a:lnTo>
                <a:lnTo>
                  <a:pt x="65" y="935"/>
                </a:lnTo>
                <a:lnTo>
                  <a:pt x="64" y="929"/>
                </a:lnTo>
                <a:lnTo>
                  <a:pt x="63" y="922"/>
                </a:lnTo>
                <a:lnTo>
                  <a:pt x="63" y="922"/>
                </a:lnTo>
                <a:lnTo>
                  <a:pt x="64" y="900"/>
                </a:lnTo>
                <a:lnTo>
                  <a:pt x="68" y="877"/>
                </a:lnTo>
                <a:lnTo>
                  <a:pt x="73" y="856"/>
                </a:lnTo>
                <a:lnTo>
                  <a:pt x="81" y="835"/>
                </a:lnTo>
                <a:lnTo>
                  <a:pt x="90" y="816"/>
                </a:lnTo>
                <a:lnTo>
                  <a:pt x="101" y="798"/>
                </a:lnTo>
                <a:lnTo>
                  <a:pt x="114" y="781"/>
                </a:lnTo>
                <a:lnTo>
                  <a:pt x="129" y="765"/>
                </a:lnTo>
                <a:lnTo>
                  <a:pt x="145" y="751"/>
                </a:lnTo>
                <a:lnTo>
                  <a:pt x="162" y="738"/>
                </a:lnTo>
                <a:lnTo>
                  <a:pt x="180" y="727"/>
                </a:lnTo>
                <a:lnTo>
                  <a:pt x="200" y="717"/>
                </a:lnTo>
                <a:lnTo>
                  <a:pt x="220" y="710"/>
                </a:lnTo>
                <a:lnTo>
                  <a:pt x="241" y="705"/>
                </a:lnTo>
                <a:lnTo>
                  <a:pt x="263" y="701"/>
                </a:lnTo>
                <a:lnTo>
                  <a:pt x="285" y="700"/>
                </a:lnTo>
                <a:lnTo>
                  <a:pt x="285" y="700"/>
                </a:lnTo>
                <a:lnTo>
                  <a:pt x="292" y="699"/>
                </a:lnTo>
                <a:lnTo>
                  <a:pt x="298" y="697"/>
                </a:lnTo>
                <a:lnTo>
                  <a:pt x="304" y="694"/>
                </a:lnTo>
                <a:lnTo>
                  <a:pt x="308" y="691"/>
                </a:lnTo>
                <a:lnTo>
                  <a:pt x="312" y="685"/>
                </a:lnTo>
                <a:lnTo>
                  <a:pt x="315" y="680"/>
                </a:lnTo>
                <a:lnTo>
                  <a:pt x="318" y="674"/>
                </a:lnTo>
                <a:lnTo>
                  <a:pt x="318" y="668"/>
                </a:lnTo>
                <a:lnTo>
                  <a:pt x="318" y="668"/>
                </a:lnTo>
                <a:lnTo>
                  <a:pt x="318" y="662"/>
                </a:lnTo>
                <a:lnTo>
                  <a:pt x="315" y="655"/>
                </a:lnTo>
                <a:lnTo>
                  <a:pt x="312" y="650"/>
                </a:lnTo>
                <a:lnTo>
                  <a:pt x="308" y="645"/>
                </a:lnTo>
                <a:lnTo>
                  <a:pt x="304" y="641"/>
                </a:lnTo>
                <a:lnTo>
                  <a:pt x="298" y="639"/>
                </a:lnTo>
                <a:lnTo>
                  <a:pt x="292" y="637"/>
                </a:lnTo>
                <a:lnTo>
                  <a:pt x="285" y="636"/>
                </a:lnTo>
                <a:lnTo>
                  <a:pt x="285" y="636"/>
                </a:lnTo>
                <a:lnTo>
                  <a:pt x="271" y="637"/>
                </a:lnTo>
                <a:lnTo>
                  <a:pt x="256" y="638"/>
                </a:lnTo>
                <a:lnTo>
                  <a:pt x="243" y="639"/>
                </a:lnTo>
                <a:lnTo>
                  <a:pt x="229" y="642"/>
                </a:lnTo>
                <a:lnTo>
                  <a:pt x="215" y="645"/>
                </a:lnTo>
                <a:lnTo>
                  <a:pt x="201" y="649"/>
                </a:lnTo>
                <a:lnTo>
                  <a:pt x="188" y="653"/>
                </a:lnTo>
                <a:lnTo>
                  <a:pt x="175" y="658"/>
                </a:lnTo>
                <a:lnTo>
                  <a:pt x="162" y="665"/>
                </a:lnTo>
                <a:lnTo>
                  <a:pt x="149" y="670"/>
                </a:lnTo>
                <a:lnTo>
                  <a:pt x="137" y="678"/>
                </a:lnTo>
                <a:lnTo>
                  <a:pt x="126" y="685"/>
                </a:lnTo>
                <a:lnTo>
                  <a:pt x="115" y="693"/>
                </a:lnTo>
                <a:lnTo>
                  <a:pt x="104" y="701"/>
                </a:lnTo>
                <a:lnTo>
                  <a:pt x="93" y="711"/>
                </a:lnTo>
                <a:lnTo>
                  <a:pt x="84" y="720"/>
                </a:lnTo>
                <a:lnTo>
                  <a:pt x="74" y="730"/>
                </a:lnTo>
                <a:lnTo>
                  <a:pt x="65" y="740"/>
                </a:lnTo>
                <a:lnTo>
                  <a:pt x="57" y="751"/>
                </a:lnTo>
                <a:lnTo>
                  <a:pt x="48" y="762"/>
                </a:lnTo>
                <a:lnTo>
                  <a:pt x="41" y="774"/>
                </a:lnTo>
                <a:lnTo>
                  <a:pt x="34" y="786"/>
                </a:lnTo>
                <a:lnTo>
                  <a:pt x="28" y="798"/>
                </a:lnTo>
                <a:lnTo>
                  <a:pt x="23" y="811"/>
                </a:lnTo>
                <a:lnTo>
                  <a:pt x="17" y="824"/>
                </a:lnTo>
                <a:lnTo>
                  <a:pt x="13" y="838"/>
                </a:lnTo>
                <a:lnTo>
                  <a:pt x="9" y="850"/>
                </a:lnTo>
                <a:lnTo>
                  <a:pt x="5" y="864"/>
                </a:lnTo>
                <a:lnTo>
                  <a:pt x="3" y="878"/>
                </a:lnTo>
                <a:lnTo>
                  <a:pt x="1" y="893"/>
                </a:lnTo>
                <a:lnTo>
                  <a:pt x="0" y="907"/>
                </a:lnTo>
                <a:lnTo>
                  <a:pt x="0" y="922"/>
                </a:lnTo>
                <a:lnTo>
                  <a:pt x="0" y="922"/>
                </a:lnTo>
                <a:lnTo>
                  <a:pt x="0" y="932"/>
                </a:lnTo>
                <a:lnTo>
                  <a:pt x="2" y="942"/>
                </a:lnTo>
                <a:lnTo>
                  <a:pt x="4" y="950"/>
                </a:lnTo>
                <a:lnTo>
                  <a:pt x="8" y="960"/>
                </a:lnTo>
                <a:lnTo>
                  <a:pt x="11" y="967"/>
                </a:lnTo>
                <a:lnTo>
                  <a:pt x="16" y="976"/>
                </a:lnTo>
                <a:lnTo>
                  <a:pt x="21" y="983"/>
                </a:lnTo>
                <a:lnTo>
                  <a:pt x="28" y="990"/>
                </a:lnTo>
                <a:lnTo>
                  <a:pt x="34" y="996"/>
                </a:lnTo>
                <a:lnTo>
                  <a:pt x="42" y="1002"/>
                </a:lnTo>
                <a:lnTo>
                  <a:pt x="49" y="1006"/>
                </a:lnTo>
                <a:lnTo>
                  <a:pt x="58" y="1010"/>
                </a:lnTo>
                <a:lnTo>
                  <a:pt x="67" y="1014"/>
                </a:lnTo>
                <a:lnTo>
                  <a:pt x="76" y="1016"/>
                </a:lnTo>
                <a:lnTo>
                  <a:pt x="86" y="1017"/>
                </a:lnTo>
                <a:lnTo>
                  <a:pt x="96" y="1018"/>
                </a:lnTo>
                <a:lnTo>
                  <a:pt x="922" y="1018"/>
                </a:lnTo>
                <a:lnTo>
                  <a:pt x="922" y="1018"/>
                </a:lnTo>
                <a:lnTo>
                  <a:pt x="931" y="1017"/>
                </a:lnTo>
                <a:lnTo>
                  <a:pt x="941" y="1016"/>
                </a:lnTo>
                <a:lnTo>
                  <a:pt x="951" y="1014"/>
                </a:lnTo>
                <a:lnTo>
                  <a:pt x="959" y="1010"/>
                </a:lnTo>
                <a:lnTo>
                  <a:pt x="968" y="1006"/>
                </a:lnTo>
                <a:lnTo>
                  <a:pt x="975" y="1002"/>
                </a:lnTo>
                <a:lnTo>
                  <a:pt x="983" y="996"/>
                </a:lnTo>
                <a:lnTo>
                  <a:pt x="989" y="990"/>
                </a:lnTo>
                <a:lnTo>
                  <a:pt x="996" y="983"/>
                </a:lnTo>
                <a:lnTo>
                  <a:pt x="1001" y="976"/>
                </a:lnTo>
                <a:lnTo>
                  <a:pt x="1006" y="967"/>
                </a:lnTo>
                <a:lnTo>
                  <a:pt x="1010" y="960"/>
                </a:lnTo>
                <a:lnTo>
                  <a:pt x="1013" y="950"/>
                </a:lnTo>
                <a:lnTo>
                  <a:pt x="1015" y="942"/>
                </a:lnTo>
                <a:lnTo>
                  <a:pt x="1017" y="932"/>
                </a:lnTo>
                <a:lnTo>
                  <a:pt x="1017" y="922"/>
                </a:lnTo>
                <a:lnTo>
                  <a:pt x="1017" y="922"/>
                </a:lnTo>
                <a:lnTo>
                  <a:pt x="1017" y="907"/>
                </a:lnTo>
                <a:lnTo>
                  <a:pt x="1016" y="893"/>
                </a:lnTo>
                <a:lnTo>
                  <a:pt x="1014" y="878"/>
                </a:lnTo>
                <a:lnTo>
                  <a:pt x="1012" y="864"/>
                </a:lnTo>
                <a:lnTo>
                  <a:pt x="1009" y="850"/>
                </a:lnTo>
                <a:lnTo>
                  <a:pt x="1004" y="838"/>
                </a:lnTo>
                <a:lnTo>
                  <a:pt x="1000" y="824"/>
                </a:lnTo>
                <a:lnTo>
                  <a:pt x="995" y="811"/>
                </a:lnTo>
                <a:lnTo>
                  <a:pt x="989" y="798"/>
                </a:lnTo>
                <a:lnTo>
                  <a:pt x="983" y="786"/>
                </a:lnTo>
                <a:lnTo>
                  <a:pt x="976" y="774"/>
                </a:lnTo>
                <a:lnTo>
                  <a:pt x="969" y="762"/>
                </a:lnTo>
                <a:lnTo>
                  <a:pt x="960" y="751"/>
                </a:lnTo>
                <a:lnTo>
                  <a:pt x="952" y="740"/>
                </a:lnTo>
                <a:lnTo>
                  <a:pt x="943" y="730"/>
                </a:lnTo>
                <a:lnTo>
                  <a:pt x="933" y="720"/>
                </a:lnTo>
                <a:lnTo>
                  <a:pt x="924" y="711"/>
                </a:lnTo>
                <a:lnTo>
                  <a:pt x="913" y="701"/>
                </a:lnTo>
                <a:lnTo>
                  <a:pt x="902" y="693"/>
                </a:lnTo>
                <a:lnTo>
                  <a:pt x="892" y="685"/>
                </a:lnTo>
                <a:lnTo>
                  <a:pt x="880" y="678"/>
                </a:lnTo>
                <a:lnTo>
                  <a:pt x="868" y="670"/>
                </a:lnTo>
                <a:lnTo>
                  <a:pt x="855" y="665"/>
                </a:lnTo>
                <a:lnTo>
                  <a:pt x="842" y="658"/>
                </a:lnTo>
                <a:lnTo>
                  <a:pt x="829" y="653"/>
                </a:lnTo>
                <a:lnTo>
                  <a:pt x="817" y="649"/>
                </a:lnTo>
                <a:lnTo>
                  <a:pt x="803" y="645"/>
                </a:lnTo>
                <a:lnTo>
                  <a:pt x="789" y="642"/>
                </a:lnTo>
                <a:lnTo>
                  <a:pt x="775" y="639"/>
                </a:lnTo>
                <a:lnTo>
                  <a:pt x="761" y="638"/>
                </a:lnTo>
                <a:lnTo>
                  <a:pt x="746" y="637"/>
                </a:lnTo>
                <a:lnTo>
                  <a:pt x="731" y="636"/>
                </a:lnTo>
                <a:lnTo>
                  <a:pt x="731" y="636"/>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2"/>
              </a:solidFill>
            </a:endParaRPr>
          </a:p>
        </p:txBody>
      </p:sp>
      <p:sp>
        <p:nvSpPr>
          <p:cNvPr id="13" name="椭圆 12"/>
          <p:cNvSpPr/>
          <p:nvPr/>
        </p:nvSpPr>
        <p:spPr>
          <a:xfrm>
            <a:off x="1168777" y="1758923"/>
            <a:ext cx="828000" cy="82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115"/>
          <p:cNvSpPr/>
          <p:nvPr/>
        </p:nvSpPr>
        <p:spPr bwMode="auto">
          <a:xfrm>
            <a:off x="1431013" y="2011792"/>
            <a:ext cx="323850" cy="322263"/>
          </a:xfrm>
          <a:custGeom>
            <a:avLst/>
            <a:gdLst>
              <a:gd name="T0" fmla="*/ 789 w 1018"/>
              <a:gd name="T1" fmla="*/ 69 h 1017"/>
              <a:gd name="T2" fmla="*/ 765 w 1018"/>
              <a:gd name="T3" fmla="*/ 25 h 1017"/>
              <a:gd name="T4" fmla="*/ 719 w 1018"/>
              <a:gd name="T5" fmla="*/ 1 h 1017"/>
              <a:gd name="T6" fmla="*/ 73 w 1018"/>
              <a:gd name="T7" fmla="*/ 1 h 1017"/>
              <a:gd name="T8" fmla="*/ 27 w 1018"/>
              <a:gd name="T9" fmla="*/ 25 h 1017"/>
              <a:gd name="T10" fmla="*/ 2 w 1018"/>
              <a:gd name="T11" fmla="*/ 69 h 1017"/>
              <a:gd name="T12" fmla="*/ 2 w 1018"/>
              <a:gd name="T13" fmla="*/ 716 h 1017"/>
              <a:gd name="T14" fmla="*/ 28 w 1018"/>
              <a:gd name="T15" fmla="*/ 766 h 1017"/>
              <a:gd name="T16" fmla="*/ 67 w 1018"/>
              <a:gd name="T17" fmla="*/ 789 h 1017"/>
              <a:gd name="T18" fmla="*/ 115 w 1018"/>
              <a:gd name="T19" fmla="*/ 791 h 1017"/>
              <a:gd name="T20" fmla="*/ 163 w 1018"/>
              <a:gd name="T21" fmla="*/ 766 h 1017"/>
              <a:gd name="T22" fmla="*/ 263 w 1018"/>
              <a:gd name="T23" fmla="*/ 745 h 1017"/>
              <a:gd name="T24" fmla="*/ 589 w 1018"/>
              <a:gd name="T25" fmla="*/ 763 h 1017"/>
              <a:gd name="T26" fmla="*/ 634 w 1018"/>
              <a:gd name="T27" fmla="*/ 777 h 1017"/>
              <a:gd name="T28" fmla="*/ 870 w 1018"/>
              <a:gd name="T29" fmla="*/ 1001 h 1017"/>
              <a:gd name="T30" fmla="*/ 923 w 1018"/>
              <a:gd name="T31" fmla="*/ 1017 h 1017"/>
              <a:gd name="T32" fmla="*/ 968 w 1018"/>
              <a:gd name="T33" fmla="*/ 1006 h 1017"/>
              <a:gd name="T34" fmla="*/ 1002 w 1018"/>
              <a:gd name="T35" fmla="*/ 975 h 1017"/>
              <a:gd name="T36" fmla="*/ 1018 w 1018"/>
              <a:gd name="T37" fmla="*/ 921 h 1017"/>
              <a:gd name="T38" fmla="*/ 1011 w 1018"/>
              <a:gd name="T39" fmla="*/ 276 h 1017"/>
              <a:gd name="T40" fmla="*/ 977 w 1018"/>
              <a:gd name="T41" fmla="*/ 238 h 1017"/>
              <a:gd name="T42" fmla="*/ 927 w 1018"/>
              <a:gd name="T43" fmla="*/ 223 h 1017"/>
              <a:gd name="T44" fmla="*/ 102 w 1018"/>
              <a:gd name="T45" fmla="*/ 729 h 1017"/>
              <a:gd name="T46" fmla="*/ 73 w 1018"/>
              <a:gd name="T47" fmla="*/ 721 h 1017"/>
              <a:gd name="T48" fmla="*/ 64 w 1018"/>
              <a:gd name="T49" fmla="*/ 86 h 1017"/>
              <a:gd name="T50" fmla="*/ 80 w 1018"/>
              <a:gd name="T51" fmla="*/ 65 h 1017"/>
              <a:gd name="T52" fmla="*/ 711 w 1018"/>
              <a:gd name="T53" fmla="*/ 65 h 1017"/>
              <a:gd name="T54" fmla="*/ 727 w 1018"/>
              <a:gd name="T55" fmla="*/ 86 h 1017"/>
              <a:gd name="T56" fmla="*/ 720 w 1018"/>
              <a:gd name="T57" fmla="*/ 470 h 1017"/>
              <a:gd name="T58" fmla="*/ 429 w 1018"/>
              <a:gd name="T59" fmla="*/ 476 h 1017"/>
              <a:gd name="T60" fmla="*/ 350 w 1018"/>
              <a:gd name="T61" fmla="*/ 501 h 1017"/>
              <a:gd name="T62" fmla="*/ 954 w 1018"/>
              <a:gd name="T63" fmla="*/ 928 h 1017"/>
              <a:gd name="T64" fmla="*/ 934 w 1018"/>
              <a:gd name="T65" fmla="*/ 951 h 1017"/>
              <a:gd name="T66" fmla="*/ 900 w 1018"/>
              <a:gd name="T67" fmla="*/ 944 h 1017"/>
              <a:gd name="T68" fmla="*/ 645 w 1018"/>
              <a:gd name="T69" fmla="*/ 711 h 1017"/>
              <a:gd name="T70" fmla="*/ 318 w 1018"/>
              <a:gd name="T71" fmla="*/ 700 h 1017"/>
              <a:gd name="T72" fmla="*/ 293 w 1018"/>
              <a:gd name="T73" fmla="*/ 685 h 1017"/>
              <a:gd name="T74" fmla="*/ 379 w 1018"/>
              <a:gd name="T75" fmla="*/ 557 h 1017"/>
              <a:gd name="T76" fmla="*/ 420 w 1018"/>
              <a:gd name="T77" fmla="*/ 540 h 1017"/>
              <a:gd name="T78" fmla="*/ 727 w 1018"/>
              <a:gd name="T79" fmla="*/ 536 h 1017"/>
              <a:gd name="T80" fmla="*/ 770 w 1018"/>
              <a:gd name="T81" fmla="*/ 508 h 1017"/>
              <a:gd name="T82" fmla="*/ 791 w 1018"/>
              <a:gd name="T83" fmla="*/ 461 h 1017"/>
              <a:gd name="T84" fmla="*/ 938 w 1018"/>
              <a:gd name="T85" fmla="*/ 288 h 1017"/>
              <a:gd name="T86" fmla="*/ 955 w 1018"/>
              <a:gd name="T87" fmla="*/ 311 h 1017"/>
              <a:gd name="T88" fmla="*/ 425 w 1018"/>
              <a:gd name="T89" fmla="*/ 373 h 1017"/>
              <a:gd name="T90" fmla="*/ 445 w 1018"/>
              <a:gd name="T91" fmla="*/ 333 h 1017"/>
              <a:gd name="T92" fmla="*/ 416 w 1018"/>
              <a:gd name="T93" fmla="*/ 289 h 1017"/>
              <a:gd name="T94" fmla="*/ 371 w 1018"/>
              <a:gd name="T95" fmla="*/ 294 h 1017"/>
              <a:gd name="T96" fmla="*/ 350 w 1018"/>
              <a:gd name="T97" fmla="*/ 333 h 1017"/>
              <a:gd name="T98" fmla="*/ 380 w 1018"/>
              <a:gd name="T99" fmla="*/ 377 h 1017"/>
              <a:gd name="T100" fmla="*/ 197 w 1018"/>
              <a:gd name="T101" fmla="*/ 286 h 1017"/>
              <a:gd name="T102" fmla="*/ 160 w 1018"/>
              <a:gd name="T103" fmla="*/ 324 h 1017"/>
              <a:gd name="T104" fmla="*/ 174 w 1018"/>
              <a:gd name="T105" fmla="*/ 367 h 1017"/>
              <a:gd name="T106" fmla="*/ 217 w 1018"/>
              <a:gd name="T107" fmla="*/ 380 h 1017"/>
              <a:gd name="T108" fmla="*/ 254 w 1018"/>
              <a:gd name="T109" fmla="*/ 343 h 1017"/>
              <a:gd name="T110" fmla="*/ 240 w 1018"/>
              <a:gd name="T111" fmla="*/ 300 h 1017"/>
              <a:gd name="T112" fmla="*/ 589 w 1018"/>
              <a:gd name="T113" fmla="*/ 380 h 1017"/>
              <a:gd name="T114" fmla="*/ 629 w 1018"/>
              <a:gd name="T115" fmla="*/ 360 h 1017"/>
              <a:gd name="T116" fmla="*/ 633 w 1018"/>
              <a:gd name="T117" fmla="*/ 315 h 1017"/>
              <a:gd name="T118" fmla="*/ 589 w 1018"/>
              <a:gd name="T119" fmla="*/ 286 h 1017"/>
              <a:gd name="T120" fmla="*/ 549 w 1018"/>
              <a:gd name="T121" fmla="*/ 306 h 1017"/>
              <a:gd name="T122" fmla="*/ 545 w 1018"/>
              <a:gd name="T123" fmla="*/ 351 h 1017"/>
              <a:gd name="T124" fmla="*/ 589 w 1018"/>
              <a:gd name="T125" fmla="*/ 380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18" h="1017">
                <a:moveTo>
                  <a:pt x="927" y="223"/>
                </a:moveTo>
                <a:lnTo>
                  <a:pt x="792" y="223"/>
                </a:lnTo>
                <a:lnTo>
                  <a:pt x="792" y="86"/>
                </a:lnTo>
                <a:lnTo>
                  <a:pt x="792" y="86"/>
                </a:lnTo>
                <a:lnTo>
                  <a:pt x="791" y="78"/>
                </a:lnTo>
                <a:lnTo>
                  <a:pt x="789" y="69"/>
                </a:lnTo>
                <a:lnTo>
                  <a:pt x="787" y="61"/>
                </a:lnTo>
                <a:lnTo>
                  <a:pt x="784" y="53"/>
                </a:lnTo>
                <a:lnTo>
                  <a:pt x="780" y="45"/>
                </a:lnTo>
                <a:lnTo>
                  <a:pt x="776" y="38"/>
                </a:lnTo>
                <a:lnTo>
                  <a:pt x="770" y="31"/>
                </a:lnTo>
                <a:lnTo>
                  <a:pt x="765" y="25"/>
                </a:lnTo>
                <a:lnTo>
                  <a:pt x="758" y="19"/>
                </a:lnTo>
                <a:lnTo>
                  <a:pt x="751" y="15"/>
                </a:lnTo>
                <a:lnTo>
                  <a:pt x="743" y="10"/>
                </a:lnTo>
                <a:lnTo>
                  <a:pt x="736" y="6"/>
                </a:lnTo>
                <a:lnTo>
                  <a:pt x="727" y="3"/>
                </a:lnTo>
                <a:lnTo>
                  <a:pt x="719" y="1"/>
                </a:lnTo>
                <a:lnTo>
                  <a:pt x="709" y="0"/>
                </a:lnTo>
                <a:lnTo>
                  <a:pt x="699" y="0"/>
                </a:lnTo>
                <a:lnTo>
                  <a:pt x="92" y="0"/>
                </a:lnTo>
                <a:lnTo>
                  <a:pt x="92" y="0"/>
                </a:lnTo>
                <a:lnTo>
                  <a:pt x="82" y="0"/>
                </a:lnTo>
                <a:lnTo>
                  <a:pt x="73" y="1"/>
                </a:lnTo>
                <a:lnTo>
                  <a:pt x="64" y="3"/>
                </a:lnTo>
                <a:lnTo>
                  <a:pt x="56" y="6"/>
                </a:lnTo>
                <a:lnTo>
                  <a:pt x="48" y="10"/>
                </a:lnTo>
                <a:lnTo>
                  <a:pt x="41" y="15"/>
                </a:lnTo>
                <a:lnTo>
                  <a:pt x="33" y="19"/>
                </a:lnTo>
                <a:lnTo>
                  <a:pt x="27" y="25"/>
                </a:lnTo>
                <a:lnTo>
                  <a:pt x="21" y="31"/>
                </a:lnTo>
                <a:lnTo>
                  <a:pt x="16" y="38"/>
                </a:lnTo>
                <a:lnTo>
                  <a:pt x="12" y="45"/>
                </a:lnTo>
                <a:lnTo>
                  <a:pt x="7" y="53"/>
                </a:lnTo>
                <a:lnTo>
                  <a:pt x="4" y="61"/>
                </a:lnTo>
                <a:lnTo>
                  <a:pt x="2" y="69"/>
                </a:lnTo>
                <a:lnTo>
                  <a:pt x="1" y="78"/>
                </a:lnTo>
                <a:lnTo>
                  <a:pt x="0" y="86"/>
                </a:lnTo>
                <a:lnTo>
                  <a:pt x="0" y="698"/>
                </a:lnTo>
                <a:lnTo>
                  <a:pt x="0" y="698"/>
                </a:lnTo>
                <a:lnTo>
                  <a:pt x="1" y="708"/>
                </a:lnTo>
                <a:lnTo>
                  <a:pt x="2" y="716"/>
                </a:lnTo>
                <a:lnTo>
                  <a:pt x="4" y="726"/>
                </a:lnTo>
                <a:lnTo>
                  <a:pt x="7" y="735"/>
                </a:lnTo>
                <a:lnTo>
                  <a:pt x="12" y="743"/>
                </a:lnTo>
                <a:lnTo>
                  <a:pt x="16" y="751"/>
                </a:lnTo>
                <a:lnTo>
                  <a:pt x="21" y="758"/>
                </a:lnTo>
                <a:lnTo>
                  <a:pt x="28" y="766"/>
                </a:lnTo>
                <a:lnTo>
                  <a:pt x="28" y="766"/>
                </a:lnTo>
                <a:lnTo>
                  <a:pt x="35" y="772"/>
                </a:lnTo>
                <a:lnTo>
                  <a:pt x="43" y="777"/>
                </a:lnTo>
                <a:lnTo>
                  <a:pt x="51" y="782"/>
                </a:lnTo>
                <a:lnTo>
                  <a:pt x="59" y="786"/>
                </a:lnTo>
                <a:lnTo>
                  <a:pt x="67" y="789"/>
                </a:lnTo>
                <a:lnTo>
                  <a:pt x="77" y="791"/>
                </a:lnTo>
                <a:lnTo>
                  <a:pt x="87" y="792"/>
                </a:lnTo>
                <a:lnTo>
                  <a:pt x="95" y="794"/>
                </a:lnTo>
                <a:lnTo>
                  <a:pt x="95" y="794"/>
                </a:lnTo>
                <a:lnTo>
                  <a:pt x="105" y="792"/>
                </a:lnTo>
                <a:lnTo>
                  <a:pt x="115" y="791"/>
                </a:lnTo>
                <a:lnTo>
                  <a:pt x="123" y="789"/>
                </a:lnTo>
                <a:lnTo>
                  <a:pt x="132" y="786"/>
                </a:lnTo>
                <a:lnTo>
                  <a:pt x="140" y="783"/>
                </a:lnTo>
                <a:lnTo>
                  <a:pt x="148" y="777"/>
                </a:lnTo>
                <a:lnTo>
                  <a:pt x="155" y="772"/>
                </a:lnTo>
                <a:lnTo>
                  <a:pt x="163" y="766"/>
                </a:lnTo>
                <a:lnTo>
                  <a:pt x="230" y="700"/>
                </a:lnTo>
                <a:lnTo>
                  <a:pt x="230" y="700"/>
                </a:lnTo>
                <a:lnTo>
                  <a:pt x="236" y="713"/>
                </a:lnTo>
                <a:lnTo>
                  <a:pt x="243" y="726"/>
                </a:lnTo>
                <a:lnTo>
                  <a:pt x="252" y="737"/>
                </a:lnTo>
                <a:lnTo>
                  <a:pt x="263" y="745"/>
                </a:lnTo>
                <a:lnTo>
                  <a:pt x="276" y="753"/>
                </a:lnTo>
                <a:lnTo>
                  <a:pt x="288" y="759"/>
                </a:lnTo>
                <a:lnTo>
                  <a:pt x="303" y="762"/>
                </a:lnTo>
                <a:lnTo>
                  <a:pt x="318" y="763"/>
                </a:lnTo>
                <a:lnTo>
                  <a:pt x="589" y="763"/>
                </a:lnTo>
                <a:lnTo>
                  <a:pt x="589" y="763"/>
                </a:lnTo>
                <a:lnTo>
                  <a:pt x="597" y="763"/>
                </a:lnTo>
                <a:lnTo>
                  <a:pt x="605" y="765"/>
                </a:lnTo>
                <a:lnTo>
                  <a:pt x="612" y="767"/>
                </a:lnTo>
                <a:lnTo>
                  <a:pt x="620" y="770"/>
                </a:lnTo>
                <a:lnTo>
                  <a:pt x="626" y="773"/>
                </a:lnTo>
                <a:lnTo>
                  <a:pt x="634" y="777"/>
                </a:lnTo>
                <a:lnTo>
                  <a:pt x="640" y="782"/>
                </a:lnTo>
                <a:lnTo>
                  <a:pt x="646" y="787"/>
                </a:lnTo>
                <a:lnTo>
                  <a:pt x="855" y="989"/>
                </a:lnTo>
                <a:lnTo>
                  <a:pt x="855" y="989"/>
                </a:lnTo>
                <a:lnTo>
                  <a:pt x="862" y="995"/>
                </a:lnTo>
                <a:lnTo>
                  <a:pt x="870" y="1001"/>
                </a:lnTo>
                <a:lnTo>
                  <a:pt x="877" y="1006"/>
                </a:lnTo>
                <a:lnTo>
                  <a:pt x="886" y="1010"/>
                </a:lnTo>
                <a:lnTo>
                  <a:pt x="895" y="1012"/>
                </a:lnTo>
                <a:lnTo>
                  <a:pt x="903" y="1016"/>
                </a:lnTo>
                <a:lnTo>
                  <a:pt x="913" y="1017"/>
                </a:lnTo>
                <a:lnTo>
                  <a:pt x="923" y="1017"/>
                </a:lnTo>
                <a:lnTo>
                  <a:pt x="923" y="1017"/>
                </a:lnTo>
                <a:lnTo>
                  <a:pt x="932" y="1017"/>
                </a:lnTo>
                <a:lnTo>
                  <a:pt x="941" y="1016"/>
                </a:lnTo>
                <a:lnTo>
                  <a:pt x="950" y="1012"/>
                </a:lnTo>
                <a:lnTo>
                  <a:pt x="959" y="1010"/>
                </a:lnTo>
                <a:lnTo>
                  <a:pt x="968" y="1006"/>
                </a:lnTo>
                <a:lnTo>
                  <a:pt x="975" y="1001"/>
                </a:lnTo>
                <a:lnTo>
                  <a:pt x="983" y="995"/>
                </a:lnTo>
                <a:lnTo>
                  <a:pt x="990" y="989"/>
                </a:lnTo>
                <a:lnTo>
                  <a:pt x="990" y="989"/>
                </a:lnTo>
                <a:lnTo>
                  <a:pt x="997" y="982"/>
                </a:lnTo>
                <a:lnTo>
                  <a:pt x="1002" y="975"/>
                </a:lnTo>
                <a:lnTo>
                  <a:pt x="1006" y="966"/>
                </a:lnTo>
                <a:lnTo>
                  <a:pt x="1011" y="958"/>
                </a:lnTo>
                <a:lnTo>
                  <a:pt x="1014" y="949"/>
                </a:lnTo>
                <a:lnTo>
                  <a:pt x="1016" y="941"/>
                </a:lnTo>
                <a:lnTo>
                  <a:pt x="1017" y="931"/>
                </a:lnTo>
                <a:lnTo>
                  <a:pt x="1018" y="921"/>
                </a:lnTo>
                <a:lnTo>
                  <a:pt x="1018" y="311"/>
                </a:lnTo>
                <a:lnTo>
                  <a:pt x="1018" y="311"/>
                </a:lnTo>
                <a:lnTo>
                  <a:pt x="1017" y="301"/>
                </a:lnTo>
                <a:lnTo>
                  <a:pt x="1016" y="292"/>
                </a:lnTo>
                <a:lnTo>
                  <a:pt x="1014" y="284"/>
                </a:lnTo>
                <a:lnTo>
                  <a:pt x="1011" y="276"/>
                </a:lnTo>
                <a:lnTo>
                  <a:pt x="1007" y="269"/>
                </a:lnTo>
                <a:lnTo>
                  <a:pt x="1002" y="261"/>
                </a:lnTo>
                <a:lnTo>
                  <a:pt x="997" y="255"/>
                </a:lnTo>
                <a:lnTo>
                  <a:pt x="991" y="248"/>
                </a:lnTo>
                <a:lnTo>
                  <a:pt x="985" y="243"/>
                </a:lnTo>
                <a:lnTo>
                  <a:pt x="977" y="238"/>
                </a:lnTo>
                <a:lnTo>
                  <a:pt x="970" y="233"/>
                </a:lnTo>
                <a:lnTo>
                  <a:pt x="962" y="230"/>
                </a:lnTo>
                <a:lnTo>
                  <a:pt x="954" y="227"/>
                </a:lnTo>
                <a:lnTo>
                  <a:pt x="945" y="225"/>
                </a:lnTo>
                <a:lnTo>
                  <a:pt x="935" y="224"/>
                </a:lnTo>
                <a:lnTo>
                  <a:pt x="927" y="223"/>
                </a:lnTo>
                <a:lnTo>
                  <a:pt x="927" y="223"/>
                </a:lnTo>
                <a:close/>
                <a:moveTo>
                  <a:pt x="118" y="721"/>
                </a:moveTo>
                <a:lnTo>
                  <a:pt x="118" y="721"/>
                </a:lnTo>
                <a:lnTo>
                  <a:pt x="114" y="725"/>
                </a:lnTo>
                <a:lnTo>
                  <a:pt x="108" y="727"/>
                </a:lnTo>
                <a:lnTo>
                  <a:pt x="102" y="729"/>
                </a:lnTo>
                <a:lnTo>
                  <a:pt x="95" y="729"/>
                </a:lnTo>
                <a:lnTo>
                  <a:pt x="90" y="729"/>
                </a:lnTo>
                <a:lnTo>
                  <a:pt x="83" y="727"/>
                </a:lnTo>
                <a:lnTo>
                  <a:pt x="78" y="725"/>
                </a:lnTo>
                <a:lnTo>
                  <a:pt x="73" y="721"/>
                </a:lnTo>
                <a:lnTo>
                  <a:pt x="73" y="721"/>
                </a:lnTo>
                <a:lnTo>
                  <a:pt x="70" y="715"/>
                </a:lnTo>
                <a:lnTo>
                  <a:pt x="66" y="710"/>
                </a:lnTo>
                <a:lnTo>
                  <a:pt x="64" y="704"/>
                </a:lnTo>
                <a:lnTo>
                  <a:pt x="64" y="698"/>
                </a:lnTo>
                <a:lnTo>
                  <a:pt x="64" y="86"/>
                </a:lnTo>
                <a:lnTo>
                  <a:pt x="64" y="86"/>
                </a:lnTo>
                <a:lnTo>
                  <a:pt x="64" y="82"/>
                </a:lnTo>
                <a:lnTo>
                  <a:pt x="66" y="78"/>
                </a:lnTo>
                <a:lnTo>
                  <a:pt x="68" y="74"/>
                </a:lnTo>
                <a:lnTo>
                  <a:pt x="72" y="70"/>
                </a:lnTo>
                <a:lnTo>
                  <a:pt x="76" y="67"/>
                </a:lnTo>
                <a:lnTo>
                  <a:pt x="80" y="65"/>
                </a:lnTo>
                <a:lnTo>
                  <a:pt x="86" y="63"/>
                </a:lnTo>
                <a:lnTo>
                  <a:pt x="92" y="63"/>
                </a:lnTo>
                <a:lnTo>
                  <a:pt x="699" y="63"/>
                </a:lnTo>
                <a:lnTo>
                  <a:pt x="699" y="63"/>
                </a:lnTo>
                <a:lnTo>
                  <a:pt x="706" y="63"/>
                </a:lnTo>
                <a:lnTo>
                  <a:pt x="711" y="65"/>
                </a:lnTo>
                <a:lnTo>
                  <a:pt x="715" y="67"/>
                </a:lnTo>
                <a:lnTo>
                  <a:pt x="720" y="70"/>
                </a:lnTo>
                <a:lnTo>
                  <a:pt x="723" y="74"/>
                </a:lnTo>
                <a:lnTo>
                  <a:pt x="725" y="78"/>
                </a:lnTo>
                <a:lnTo>
                  <a:pt x="727" y="82"/>
                </a:lnTo>
                <a:lnTo>
                  <a:pt x="727" y="86"/>
                </a:lnTo>
                <a:lnTo>
                  <a:pt x="727" y="452"/>
                </a:lnTo>
                <a:lnTo>
                  <a:pt x="727" y="452"/>
                </a:lnTo>
                <a:lnTo>
                  <a:pt x="727" y="458"/>
                </a:lnTo>
                <a:lnTo>
                  <a:pt x="725" y="462"/>
                </a:lnTo>
                <a:lnTo>
                  <a:pt x="723" y="466"/>
                </a:lnTo>
                <a:lnTo>
                  <a:pt x="720" y="470"/>
                </a:lnTo>
                <a:lnTo>
                  <a:pt x="715" y="473"/>
                </a:lnTo>
                <a:lnTo>
                  <a:pt x="711" y="475"/>
                </a:lnTo>
                <a:lnTo>
                  <a:pt x="706" y="476"/>
                </a:lnTo>
                <a:lnTo>
                  <a:pt x="699" y="476"/>
                </a:lnTo>
                <a:lnTo>
                  <a:pt x="429" y="476"/>
                </a:lnTo>
                <a:lnTo>
                  <a:pt x="429" y="476"/>
                </a:lnTo>
                <a:lnTo>
                  <a:pt x="415" y="477"/>
                </a:lnTo>
                <a:lnTo>
                  <a:pt x="401" y="479"/>
                </a:lnTo>
                <a:lnTo>
                  <a:pt x="387" y="482"/>
                </a:lnTo>
                <a:lnTo>
                  <a:pt x="374" y="487"/>
                </a:lnTo>
                <a:lnTo>
                  <a:pt x="361" y="493"/>
                </a:lnTo>
                <a:lnTo>
                  <a:pt x="350" y="501"/>
                </a:lnTo>
                <a:lnTo>
                  <a:pt x="339" y="508"/>
                </a:lnTo>
                <a:lnTo>
                  <a:pt x="328" y="518"/>
                </a:lnTo>
                <a:lnTo>
                  <a:pt x="118" y="721"/>
                </a:lnTo>
                <a:close/>
                <a:moveTo>
                  <a:pt x="955" y="921"/>
                </a:moveTo>
                <a:lnTo>
                  <a:pt x="955" y="921"/>
                </a:lnTo>
                <a:lnTo>
                  <a:pt x="954" y="928"/>
                </a:lnTo>
                <a:lnTo>
                  <a:pt x="951" y="934"/>
                </a:lnTo>
                <a:lnTo>
                  <a:pt x="949" y="939"/>
                </a:lnTo>
                <a:lnTo>
                  <a:pt x="945" y="944"/>
                </a:lnTo>
                <a:lnTo>
                  <a:pt x="945" y="944"/>
                </a:lnTo>
                <a:lnTo>
                  <a:pt x="940" y="948"/>
                </a:lnTo>
                <a:lnTo>
                  <a:pt x="934" y="951"/>
                </a:lnTo>
                <a:lnTo>
                  <a:pt x="929" y="952"/>
                </a:lnTo>
                <a:lnTo>
                  <a:pt x="923" y="953"/>
                </a:lnTo>
                <a:lnTo>
                  <a:pt x="916" y="952"/>
                </a:lnTo>
                <a:lnTo>
                  <a:pt x="911" y="951"/>
                </a:lnTo>
                <a:lnTo>
                  <a:pt x="904" y="948"/>
                </a:lnTo>
                <a:lnTo>
                  <a:pt x="900" y="944"/>
                </a:lnTo>
                <a:lnTo>
                  <a:pt x="691" y="742"/>
                </a:lnTo>
                <a:lnTo>
                  <a:pt x="691" y="742"/>
                </a:lnTo>
                <a:lnTo>
                  <a:pt x="680" y="732"/>
                </a:lnTo>
                <a:lnTo>
                  <a:pt x="668" y="724"/>
                </a:lnTo>
                <a:lnTo>
                  <a:pt x="656" y="716"/>
                </a:lnTo>
                <a:lnTo>
                  <a:pt x="645" y="711"/>
                </a:lnTo>
                <a:lnTo>
                  <a:pt x="631" y="706"/>
                </a:lnTo>
                <a:lnTo>
                  <a:pt x="618" y="702"/>
                </a:lnTo>
                <a:lnTo>
                  <a:pt x="604" y="700"/>
                </a:lnTo>
                <a:lnTo>
                  <a:pt x="589" y="700"/>
                </a:lnTo>
                <a:lnTo>
                  <a:pt x="318" y="700"/>
                </a:lnTo>
                <a:lnTo>
                  <a:pt x="318" y="700"/>
                </a:lnTo>
                <a:lnTo>
                  <a:pt x="313" y="699"/>
                </a:lnTo>
                <a:lnTo>
                  <a:pt x="308" y="698"/>
                </a:lnTo>
                <a:lnTo>
                  <a:pt x="302" y="696"/>
                </a:lnTo>
                <a:lnTo>
                  <a:pt x="298" y="693"/>
                </a:lnTo>
                <a:lnTo>
                  <a:pt x="295" y="689"/>
                </a:lnTo>
                <a:lnTo>
                  <a:pt x="293" y="685"/>
                </a:lnTo>
                <a:lnTo>
                  <a:pt x="291" y="681"/>
                </a:lnTo>
                <a:lnTo>
                  <a:pt x="291" y="677"/>
                </a:lnTo>
                <a:lnTo>
                  <a:pt x="291" y="642"/>
                </a:lnTo>
                <a:lnTo>
                  <a:pt x="372" y="563"/>
                </a:lnTo>
                <a:lnTo>
                  <a:pt x="372" y="563"/>
                </a:lnTo>
                <a:lnTo>
                  <a:pt x="379" y="557"/>
                </a:lnTo>
                <a:lnTo>
                  <a:pt x="385" y="553"/>
                </a:lnTo>
                <a:lnTo>
                  <a:pt x="391" y="549"/>
                </a:lnTo>
                <a:lnTo>
                  <a:pt x="398" y="546"/>
                </a:lnTo>
                <a:lnTo>
                  <a:pt x="405" y="544"/>
                </a:lnTo>
                <a:lnTo>
                  <a:pt x="413" y="541"/>
                </a:lnTo>
                <a:lnTo>
                  <a:pt x="420" y="540"/>
                </a:lnTo>
                <a:lnTo>
                  <a:pt x="429" y="540"/>
                </a:lnTo>
                <a:lnTo>
                  <a:pt x="699" y="540"/>
                </a:lnTo>
                <a:lnTo>
                  <a:pt x="699" y="540"/>
                </a:lnTo>
                <a:lnTo>
                  <a:pt x="709" y="539"/>
                </a:lnTo>
                <a:lnTo>
                  <a:pt x="719" y="538"/>
                </a:lnTo>
                <a:lnTo>
                  <a:pt x="727" y="536"/>
                </a:lnTo>
                <a:lnTo>
                  <a:pt x="736" y="533"/>
                </a:lnTo>
                <a:lnTo>
                  <a:pt x="743" y="530"/>
                </a:lnTo>
                <a:lnTo>
                  <a:pt x="751" y="525"/>
                </a:lnTo>
                <a:lnTo>
                  <a:pt x="758" y="520"/>
                </a:lnTo>
                <a:lnTo>
                  <a:pt x="765" y="515"/>
                </a:lnTo>
                <a:lnTo>
                  <a:pt x="770" y="508"/>
                </a:lnTo>
                <a:lnTo>
                  <a:pt x="776" y="502"/>
                </a:lnTo>
                <a:lnTo>
                  <a:pt x="780" y="494"/>
                </a:lnTo>
                <a:lnTo>
                  <a:pt x="784" y="487"/>
                </a:lnTo>
                <a:lnTo>
                  <a:pt x="787" y="478"/>
                </a:lnTo>
                <a:lnTo>
                  <a:pt x="789" y="471"/>
                </a:lnTo>
                <a:lnTo>
                  <a:pt x="791" y="461"/>
                </a:lnTo>
                <a:lnTo>
                  <a:pt x="792" y="452"/>
                </a:lnTo>
                <a:lnTo>
                  <a:pt x="792" y="286"/>
                </a:lnTo>
                <a:lnTo>
                  <a:pt x="927" y="286"/>
                </a:lnTo>
                <a:lnTo>
                  <a:pt x="927" y="286"/>
                </a:lnTo>
                <a:lnTo>
                  <a:pt x="932" y="287"/>
                </a:lnTo>
                <a:lnTo>
                  <a:pt x="938" y="288"/>
                </a:lnTo>
                <a:lnTo>
                  <a:pt x="942" y="290"/>
                </a:lnTo>
                <a:lnTo>
                  <a:pt x="946" y="294"/>
                </a:lnTo>
                <a:lnTo>
                  <a:pt x="949" y="297"/>
                </a:lnTo>
                <a:lnTo>
                  <a:pt x="953" y="301"/>
                </a:lnTo>
                <a:lnTo>
                  <a:pt x="954" y="305"/>
                </a:lnTo>
                <a:lnTo>
                  <a:pt x="955" y="311"/>
                </a:lnTo>
                <a:lnTo>
                  <a:pt x="955" y="921"/>
                </a:lnTo>
                <a:close/>
                <a:moveTo>
                  <a:pt x="398" y="380"/>
                </a:moveTo>
                <a:lnTo>
                  <a:pt x="398" y="380"/>
                </a:lnTo>
                <a:lnTo>
                  <a:pt x="408" y="380"/>
                </a:lnTo>
                <a:lnTo>
                  <a:pt x="416" y="377"/>
                </a:lnTo>
                <a:lnTo>
                  <a:pt x="425" y="373"/>
                </a:lnTo>
                <a:lnTo>
                  <a:pt x="431" y="367"/>
                </a:lnTo>
                <a:lnTo>
                  <a:pt x="438" y="360"/>
                </a:lnTo>
                <a:lnTo>
                  <a:pt x="442" y="351"/>
                </a:lnTo>
                <a:lnTo>
                  <a:pt x="444" y="343"/>
                </a:lnTo>
                <a:lnTo>
                  <a:pt x="445" y="333"/>
                </a:lnTo>
                <a:lnTo>
                  <a:pt x="445" y="333"/>
                </a:lnTo>
                <a:lnTo>
                  <a:pt x="444" y="324"/>
                </a:lnTo>
                <a:lnTo>
                  <a:pt x="442" y="315"/>
                </a:lnTo>
                <a:lnTo>
                  <a:pt x="438" y="306"/>
                </a:lnTo>
                <a:lnTo>
                  <a:pt x="431" y="300"/>
                </a:lnTo>
                <a:lnTo>
                  <a:pt x="425" y="294"/>
                </a:lnTo>
                <a:lnTo>
                  <a:pt x="416" y="289"/>
                </a:lnTo>
                <a:lnTo>
                  <a:pt x="408" y="286"/>
                </a:lnTo>
                <a:lnTo>
                  <a:pt x="398" y="286"/>
                </a:lnTo>
                <a:lnTo>
                  <a:pt x="398" y="286"/>
                </a:lnTo>
                <a:lnTo>
                  <a:pt x="388" y="286"/>
                </a:lnTo>
                <a:lnTo>
                  <a:pt x="380" y="289"/>
                </a:lnTo>
                <a:lnTo>
                  <a:pt x="371" y="294"/>
                </a:lnTo>
                <a:lnTo>
                  <a:pt x="364" y="300"/>
                </a:lnTo>
                <a:lnTo>
                  <a:pt x="358" y="306"/>
                </a:lnTo>
                <a:lnTo>
                  <a:pt x="354" y="315"/>
                </a:lnTo>
                <a:lnTo>
                  <a:pt x="351" y="324"/>
                </a:lnTo>
                <a:lnTo>
                  <a:pt x="350" y="333"/>
                </a:lnTo>
                <a:lnTo>
                  <a:pt x="350" y="333"/>
                </a:lnTo>
                <a:lnTo>
                  <a:pt x="351" y="343"/>
                </a:lnTo>
                <a:lnTo>
                  <a:pt x="354" y="351"/>
                </a:lnTo>
                <a:lnTo>
                  <a:pt x="358" y="360"/>
                </a:lnTo>
                <a:lnTo>
                  <a:pt x="364" y="367"/>
                </a:lnTo>
                <a:lnTo>
                  <a:pt x="371" y="373"/>
                </a:lnTo>
                <a:lnTo>
                  <a:pt x="380" y="377"/>
                </a:lnTo>
                <a:lnTo>
                  <a:pt x="388" y="380"/>
                </a:lnTo>
                <a:lnTo>
                  <a:pt x="398" y="380"/>
                </a:lnTo>
                <a:lnTo>
                  <a:pt x="398" y="380"/>
                </a:lnTo>
                <a:close/>
                <a:moveTo>
                  <a:pt x="207" y="286"/>
                </a:moveTo>
                <a:lnTo>
                  <a:pt x="207" y="286"/>
                </a:lnTo>
                <a:lnTo>
                  <a:pt x="197" y="286"/>
                </a:lnTo>
                <a:lnTo>
                  <a:pt x="189" y="289"/>
                </a:lnTo>
                <a:lnTo>
                  <a:pt x="180" y="294"/>
                </a:lnTo>
                <a:lnTo>
                  <a:pt x="174" y="300"/>
                </a:lnTo>
                <a:lnTo>
                  <a:pt x="167" y="306"/>
                </a:lnTo>
                <a:lnTo>
                  <a:pt x="163" y="315"/>
                </a:lnTo>
                <a:lnTo>
                  <a:pt x="160" y="324"/>
                </a:lnTo>
                <a:lnTo>
                  <a:pt x="160" y="333"/>
                </a:lnTo>
                <a:lnTo>
                  <a:pt x="160" y="333"/>
                </a:lnTo>
                <a:lnTo>
                  <a:pt x="160" y="343"/>
                </a:lnTo>
                <a:lnTo>
                  <a:pt x="163" y="351"/>
                </a:lnTo>
                <a:lnTo>
                  <a:pt x="167" y="360"/>
                </a:lnTo>
                <a:lnTo>
                  <a:pt x="174" y="367"/>
                </a:lnTo>
                <a:lnTo>
                  <a:pt x="180" y="373"/>
                </a:lnTo>
                <a:lnTo>
                  <a:pt x="189" y="377"/>
                </a:lnTo>
                <a:lnTo>
                  <a:pt x="197" y="380"/>
                </a:lnTo>
                <a:lnTo>
                  <a:pt x="207" y="380"/>
                </a:lnTo>
                <a:lnTo>
                  <a:pt x="207" y="380"/>
                </a:lnTo>
                <a:lnTo>
                  <a:pt x="217" y="380"/>
                </a:lnTo>
                <a:lnTo>
                  <a:pt x="225" y="377"/>
                </a:lnTo>
                <a:lnTo>
                  <a:pt x="234" y="373"/>
                </a:lnTo>
                <a:lnTo>
                  <a:pt x="240" y="367"/>
                </a:lnTo>
                <a:lnTo>
                  <a:pt x="247" y="360"/>
                </a:lnTo>
                <a:lnTo>
                  <a:pt x="251" y="351"/>
                </a:lnTo>
                <a:lnTo>
                  <a:pt x="254" y="343"/>
                </a:lnTo>
                <a:lnTo>
                  <a:pt x="254" y="333"/>
                </a:lnTo>
                <a:lnTo>
                  <a:pt x="254" y="333"/>
                </a:lnTo>
                <a:lnTo>
                  <a:pt x="254" y="324"/>
                </a:lnTo>
                <a:lnTo>
                  <a:pt x="251" y="315"/>
                </a:lnTo>
                <a:lnTo>
                  <a:pt x="247" y="306"/>
                </a:lnTo>
                <a:lnTo>
                  <a:pt x="240" y="300"/>
                </a:lnTo>
                <a:lnTo>
                  <a:pt x="234" y="294"/>
                </a:lnTo>
                <a:lnTo>
                  <a:pt x="225" y="289"/>
                </a:lnTo>
                <a:lnTo>
                  <a:pt x="217" y="286"/>
                </a:lnTo>
                <a:lnTo>
                  <a:pt x="207" y="286"/>
                </a:lnTo>
                <a:lnTo>
                  <a:pt x="207" y="286"/>
                </a:lnTo>
                <a:close/>
                <a:moveTo>
                  <a:pt x="589" y="380"/>
                </a:moveTo>
                <a:lnTo>
                  <a:pt x="589" y="380"/>
                </a:lnTo>
                <a:lnTo>
                  <a:pt x="598" y="380"/>
                </a:lnTo>
                <a:lnTo>
                  <a:pt x="607" y="377"/>
                </a:lnTo>
                <a:lnTo>
                  <a:pt x="616" y="373"/>
                </a:lnTo>
                <a:lnTo>
                  <a:pt x="622" y="367"/>
                </a:lnTo>
                <a:lnTo>
                  <a:pt x="629" y="360"/>
                </a:lnTo>
                <a:lnTo>
                  <a:pt x="633" y="351"/>
                </a:lnTo>
                <a:lnTo>
                  <a:pt x="635" y="343"/>
                </a:lnTo>
                <a:lnTo>
                  <a:pt x="636" y="333"/>
                </a:lnTo>
                <a:lnTo>
                  <a:pt x="636" y="333"/>
                </a:lnTo>
                <a:lnTo>
                  <a:pt x="635" y="324"/>
                </a:lnTo>
                <a:lnTo>
                  <a:pt x="633" y="315"/>
                </a:lnTo>
                <a:lnTo>
                  <a:pt x="629" y="306"/>
                </a:lnTo>
                <a:lnTo>
                  <a:pt x="622" y="300"/>
                </a:lnTo>
                <a:lnTo>
                  <a:pt x="616" y="294"/>
                </a:lnTo>
                <a:lnTo>
                  <a:pt x="607" y="289"/>
                </a:lnTo>
                <a:lnTo>
                  <a:pt x="598" y="286"/>
                </a:lnTo>
                <a:lnTo>
                  <a:pt x="589" y="286"/>
                </a:lnTo>
                <a:lnTo>
                  <a:pt x="589" y="286"/>
                </a:lnTo>
                <a:lnTo>
                  <a:pt x="579" y="286"/>
                </a:lnTo>
                <a:lnTo>
                  <a:pt x="570" y="289"/>
                </a:lnTo>
                <a:lnTo>
                  <a:pt x="562" y="294"/>
                </a:lnTo>
                <a:lnTo>
                  <a:pt x="554" y="300"/>
                </a:lnTo>
                <a:lnTo>
                  <a:pt x="549" y="306"/>
                </a:lnTo>
                <a:lnTo>
                  <a:pt x="545" y="315"/>
                </a:lnTo>
                <a:lnTo>
                  <a:pt x="542" y="324"/>
                </a:lnTo>
                <a:lnTo>
                  <a:pt x="541" y="333"/>
                </a:lnTo>
                <a:lnTo>
                  <a:pt x="541" y="333"/>
                </a:lnTo>
                <a:lnTo>
                  <a:pt x="542" y="343"/>
                </a:lnTo>
                <a:lnTo>
                  <a:pt x="545" y="351"/>
                </a:lnTo>
                <a:lnTo>
                  <a:pt x="549" y="360"/>
                </a:lnTo>
                <a:lnTo>
                  <a:pt x="554" y="367"/>
                </a:lnTo>
                <a:lnTo>
                  <a:pt x="562" y="373"/>
                </a:lnTo>
                <a:lnTo>
                  <a:pt x="570" y="377"/>
                </a:lnTo>
                <a:lnTo>
                  <a:pt x="579" y="380"/>
                </a:lnTo>
                <a:lnTo>
                  <a:pt x="589" y="380"/>
                </a:lnTo>
                <a:lnTo>
                  <a:pt x="589" y="380"/>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2"/>
              </a:solidFill>
            </a:endParaRPr>
          </a:p>
        </p:txBody>
      </p:sp>
      <p:sp>
        <p:nvSpPr>
          <p:cNvPr id="2" name="椭圆 37"/>
          <p:cNvSpPr/>
          <p:nvPr/>
        </p:nvSpPr>
        <p:spPr>
          <a:xfrm>
            <a:off x="2234565" y="3044190"/>
            <a:ext cx="9352280" cy="1678940"/>
          </a:xfrm>
          <a:prstGeom prst="rect">
            <a:avLst/>
          </a:prstGeom>
        </p:spPr>
        <p:txBody>
          <a:bodyPr wrap="square">
            <a:spAutoFit/>
          </a:bodyPr>
          <a:lstStyle/>
          <a:p>
            <a:pPr algn="l">
              <a:lnSpc>
                <a:spcPct val="100000"/>
              </a:lnSpc>
              <a:defRPr/>
            </a:pPr>
            <a:r>
              <a:rPr lang="zh-CN" altLang="en-US" dirty="0" smtClean="0">
                <a:latin typeface="微软雅黑" charset="0"/>
                <a:ea typeface="微软雅黑" charset="0"/>
                <a:cs typeface="微软雅黑" charset="0"/>
                <a:sym typeface="+mn-ea"/>
              </a:rPr>
              <a:t>能够应用软件工程专业知识，对软件工程领域的复杂工程问题及其解决方案进行有效表达</a:t>
            </a:r>
            <a:endParaRPr lang="zh-CN" altLang="en-US" dirty="0" smtClean="0">
              <a:latin typeface="微软雅黑" charset="0"/>
              <a:ea typeface="微软雅黑" charset="0"/>
              <a:cs typeface="微软雅黑" charset="0"/>
              <a:sym typeface="+mn-ea"/>
            </a:endParaRPr>
          </a:p>
          <a:p>
            <a:pPr algn="l">
              <a:lnSpc>
                <a:spcPct val="30000"/>
              </a:lnSpc>
              <a:defRPr/>
            </a:pPr>
            <a:endParaRPr lang="zh-CN" altLang="en-US" dirty="0" smtClean="0">
              <a:latin typeface="微软雅黑" charset="0"/>
              <a:ea typeface="微软雅黑" charset="0"/>
              <a:cs typeface="微软雅黑" charset="0"/>
              <a:sym typeface="+mn-ea"/>
            </a:endParaRPr>
          </a:p>
          <a:p>
            <a:pPr algn="l">
              <a:lnSpc>
                <a:spcPct val="100000"/>
              </a:lnSpc>
              <a:defRPr/>
            </a:pPr>
            <a:r>
              <a:rPr lang="zh-CN" altLang="en-US" dirty="0" smtClean="0">
                <a:latin typeface="微软雅黑" charset="0"/>
                <a:ea typeface="微软雅黑" charset="0"/>
                <a:cs typeface="微软雅黑" charset="0"/>
                <a:sym typeface="+mn-ea"/>
              </a:rPr>
              <a:t>能够掌握软件工程分析和设计的建模思想，掌握需求、设计、开发、部署等阶段间的关联和影响</a:t>
            </a:r>
            <a:endParaRPr lang="zh-CN" altLang="en-US" dirty="0" smtClean="0">
              <a:latin typeface="微软雅黑" charset="0"/>
              <a:ea typeface="微软雅黑" charset="0"/>
              <a:cs typeface="微软雅黑" charset="0"/>
              <a:sym typeface="+mn-ea"/>
            </a:endParaRPr>
          </a:p>
        </p:txBody>
      </p:sp>
      <p:sp>
        <p:nvSpPr>
          <p:cNvPr id="4" name="椭圆 3"/>
          <p:cNvSpPr/>
          <p:nvPr/>
        </p:nvSpPr>
        <p:spPr>
          <a:xfrm>
            <a:off x="1178937" y="5057113"/>
            <a:ext cx="828000" cy="82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Freeform 115"/>
          <p:cNvSpPr/>
          <p:nvPr/>
        </p:nvSpPr>
        <p:spPr bwMode="auto">
          <a:xfrm>
            <a:off x="1441173" y="5309982"/>
            <a:ext cx="323850" cy="322263"/>
          </a:xfrm>
          <a:custGeom>
            <a:avLst/>
            <a:gdLst>
              <a:gd name="T0" fmla="*/ 789 w 1018"/>
              <a:gd name="T1" fmla="*/ 69 h 1017"/>
              <a:gd name="T2" fmla="*/ 765 w 1018"/>
              <a:gd name="T3" fmla="*/ 25 h 1017"/>
              <a:gd name="T4" fmla="*/ 719 w 1018"/>
              <a:gd name="T5" fmla="*/ 1 h 1017"/>
              <a:gd name="T6" fmla="*/ 73 w 1018"/>
              <a:gd name="T7" fmla="*/ 1 h 1017"/>
              <a:gd name="T8" fmla="*/ 27 w 1018"/>
              <a:gd name="T9" fmla="*/ 25 h 1017"/>
              <a:gd name="T10" fmla="*/ 2 w 1018"/>
              <a:gd name="T11" fmla="*/ 69 h 1017"/>
              <a:gd name="T12" fmla="*/ 2 w 1018"/>
              <a:gd name="T13" fmla="*/ 716 h 1017"/>
              <a:gd name="T14" fmla="*/ 28 w 1018"/>
              <a:gd name="T15" fmla="*/ 766 h 1017"/>
              <a:gd name="T16" fmla="*/ 67 w 1018"/>
              <a:gd name="T17" fmla="*/ 789 h 1017"/>
              <a:gd name="T18" fmla="*/ 115 w 1018"/>
              <a:gd name="T19" fmla="*/ 791 h 1017"/>
              <a:gd name="T20" fmla="*/ 163 w 1018"/>
              <a:gd name="T21" fmla="*/ 766 h 1017"/>
              <a:gd name="T22" fmla="*/ 263 w 1018"/>
              <a:gd name="T23" fmla="*/ 745 h 1017"/>
              <a:gd name="T24" fmla="*/ 589 w 1018"/>
              <a:gd name="T25" fmla="*/ 763 h 1017"/>
              <a:gd name="T26" fmla="*/ 634 w 1018"/>
              <a:gd name="T27" fmla="*/ 777 h 1017"/>
              <a:gd name="T28" fmla="*/ 870 w 1018"/>
              <a:gd name="T29" fmla="*/ 1001 h 1017"/>
              <a:gd name="T30" fmla="*/ 923 w 1018"/>
              <a:gd name="T31" fmla="*/ 1017 h 1017"/>
              <a:gd name="T32" fmla="*/ 968 w 1018"/>
              <a:gd name="T33" fmla="*/ 1006 h 1017"/>
              <a:gd name="T34" fmla="*/ 1002 w 1018"/>
              <a:gd name="T35" fmla="*/ 975 h 1017"/>
              <a:gd name="T36" fmla="*/ 1018 w 1018"/>
              <a:gd name="T37" fmla="*/ 921 h 1017"/>
              <a:gd name="T38" fmla="*/ 1011 w 1018"/>
              <a:gd name="T39" fmla="*/ 276 h 1017"/>
              <a:gd name="T40" fmla="*/ 977 w 1018"/>
              <a:gd name="T41" fmla="*/ 238 h 1017"/>
              <a:gd name="T42" fmla="*/ 927 w 1018"/>
              <a:gd name="T43" fmla="*/ 223 h 1017"/>
              <a:gd name="T44" fmla="*/ 102 w 1018"/>
              <a:gd name="T45" fmla="*/ 729 h 1017"/>
              <a:gd name="T46" fmla="*/ 73 w 1018"/>
              <a:gd name="T47" fmla="*/ 721 h 1017"/>
              <a:gd name="T48" fmla="*/ 64 w 1018"/>
              <a:gd name="T49" fmla="*/ 86 h 1017"/>
              <a:gd name="T50" fmla="*/ 80 w 1018"/>
              <a:gd name="T51" fmla="*/ 65 h 1017"/>
              <a:gd name="T52" fmla="*/ 711 w 1018"/>
              <a:gd name="T53" fmla="*/ 65 h 1017"/>
              <a:gd name="T54" fmla="*/ 727 w 1018"/>
              <a:gd name="T55" fmla="*/ 86 h 1017"/>
              <a:gd name="T56" fmla="*/ 720 w 1018"/>
              <a:gd name="T57" fmla="*/ 470 h 1017"/>
              <a:gd name="T58" fmla="*/ 429 w 1018"/>
              <a:gd name="T59" fmla="*/ 476 h 1017"/>
              <a:gd name="T60" fmla="*/ 350 w 1018"/>
              <a:gd name="T61" fmla="*/ 501 h 1017"/>
              <a:gd name="T62" fmla="*/ 954 w 1018"/>
              <a:gd name="T63" fmla="*/ 928 h 1017"/>
              <a:gd name="T64" fmla="*/ 934 w 1018"/>
              <a:gd name="T65" fmla="*/ 951 h 1017"/>
              <a:gd name="T66" fmla="*/ 900 w 1018"/>
              <a:gd name="T67" fmla="*/ 944 h 1017"/>
              <a:gd name="T68" fmla="*/ 645 w 1018"/>
              <a:gd name="T69" fmla="*/ 711 h 1017"/>
              <a:gd name="T70" fmla="*/ 318 w 1018"/>
              <a:gd name="T71" fmla="*/ 700 h 1017"/>
              <a:gd name="T72" fmla="*/ 293 w 1018"/>
              <a:gd name="T73" fmla="*/ 685 h 1017"/>
              <a:gd name="T74" fmla="*/ 379 w 1018"/>
              <a:gd name="T75" fmla="*/ 557 h 1017"/>
              <a:gd name="T76" fmla="*/ 420 w 1018"/>
              <a:gd name="T77" fmla="*/ 540 h 1017"/>
              <a:gd name="T78" fmla="*/ 727 w 1018"/>
              <a:gd name="T79" fmla="*/ 536 h 1017"/>
              <a:gd name="T80" fmla="*/ 770 w 1018"/>
              <a:gd name="T81" fmla="*/ 508 h 1017"/>
              <a:gd name="T82" fmla="*/ 791 w 1018"/>
              <a:gd name="T83" fmla="*/ 461 h 1017"/>
              <a:gd name="T84" fmla="*/ 938 w 1018"/>
              <a:gd name="T85" fmla="*/ 288 h 1017"/>
              <a:gd name="T86" fmla="*/ 955 w 1018"/>
              <a:gd name="T87" fmla="*/ 311 h 1017"/>
              <a:gd name="T88" fmla="*/ 425 w 1018"/>
              <a:gd name="T89" fmla="*/ 373 h 1017"/>
              <a:gd name="T90" fmla="*/ 445 w 1018"/>
              <a:gd name="T91" fmla="*/ 333 h 1017"/>
              <a:gd name="T92" fmla="*/ 416 w 1018"/>
              <a:gd name="T93" fmla="*/ 289 h 1017"/>
              <a:gd name="T94" fmla="*/ 371 w 1018"/>
              <a:gd name="T95" fmla="*/ 294 h 1017"/>
              <a:gd name="T96" fmla="*/ 350 w 1018"/>
              <a:gd name="T97" fmla="*/ 333 h 1017"/>
              <a:gd name="T98" fmla="*/ 380 w 1018"/>
              <a:gd name="T99" fmla="*/ 377 h 1017"/>
              <a:gd name="T100" fmla="*/ 197 w 1018"/>
              <a:gd name="T101" fmla="*/ 286 h 1017"/>
              <a:gd name="T102" fmla="*/ 160 w 1018"/>
              <a:gd name="T103" fmla="*/ 324 h 1017"/>
              <a:gd name="T104" fmla="*/ 174 w 1018"/>
              <a:gd name="T105" fmla="*/ 367 h 1017"/>
              <a:gd name="T106" fmla="*/ 217 w 1018"/>
              <a:gd name="T107" fmla="*/ 380 h 1017"/>
              <a:gd name="T108" fmla="*/ 254 w 1018"/>
              <a:gd name="T109" fmla="*/ 343 h 1017"/>
              <a:gd name="T110" fmla="*/ 240 w 1018"/>
              <a:gd name="T111" fmla="*/ 300 h 1017"/>
              <a:gd name="T112" fmla="*/ 589 w 1018"/>
              <a:gd name="T113" fmla="*/ 380 h 1017"/>
              <a:gd name="T114" fmla="*/ 629 w 1018"/>
              <a:gd name="T115" fmla="*/ 360 h 1017"/>
              <a:gd name="T116" fmla="*/ 633 w 1018"/>
              <a:gd name="T117" fmla="*/ 315 h 1017"/>
              <a:gd name="T118" fmla="*/ 589 w 1018"/>
              <a:gd name="T119" fmla="*/ 286 h 1017"/>
              <a:gd name="T120" fmla="*/ 549 w 1018"/>
              <a:gd name="T121" fmla="*/ 306 h 1017"/>
              <a:gd name="T122" fmla="*/ 545 w 1018"/>
              <a:gd name="T123" fmla="*/ 351 h 1017"/>
              <a:gd name="T124" fmla="*/ 589 w 1018"/>
              <a:gd name="T125" fmla="*/ 380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18" h="1017">
                <a:moveTo>
                  <a:pt x="927" y="223"/>
                </a:moveTo>
                <a:lnTo>
                  <a:pt x="792" y="223"/>
                </a:lnTo>
                <a:lnTo>
                  <a:pt x="792" y="86"/>
                </a:lnTo>
                <a:lnTo>
                  <a:pt x="792" y="86"/>
                </a:lnTo>
                <a:lnTo>
                  <a:pt x="791" y="78"/>
                </a:lnTo>
                <a:lnTo>
                  <a:pt x="789" y="69"/>
                </a:lnTo>
                <a:lnTo>
                  <a:pt x="787" y="61"/>
                </a:lnTo>
                <a:lnTo>
                  <a:pt x="784" y="53"/>
                </a:lnTo>
                <a:lnTo>
                  <a:pt x="780" y="45"/>
                </a:lnTo>
                <a:lnTo>
                  <a:pt x="776" y="38"/>
                </a:lnTo>
                <a:lnTo>
                  <a:pt x="770" y="31"/>
                </a:lnTo>
                <a:lnTo>
                  <a:pt x="765" y="25"/>
                </a:lnTo>
                <a:lnTo>
                  <a:pt x="758" y="19"/>
                </a:lnTo>
                <a:lnTo>
                  <a:pt x="751" y="15"/>
                </a:lnTo>
                <a:lnTo>
                  <a:pt x="743" y="10"/>
                </a:lnTo>
                <a:lnTo>
                  <a:pt x="736" y="6"/>
                </a:lnTo>
                <a:lnTo>
                  <a:pt x="727" y="3"/>
                </a:lnTo>
                <a:lnTo>
                  <a:pt x="719" y="1"/>
                </a:lnTo>
                <a:lnTo>
                  <a:pt x="709" y="0"/>
                </a:lnTo>
                <a:lnTo>
                  <a:pt x="699" y="0"/>
                </a:lnTo>
                <a:lnTo>
                  <a:pt x="92" y="0"/>
                </a:lnTo>
                <a:lnTo>
                  <a:pt x="92" y="0"/>
                </a:lnTo>
                <a:lnTo>
                  <a:pt x="82" y="0"/>
                </a:lnTo>
                <a:lnTo>
                  <a:pt x="73" y="1"/>
                </a:lnTo>
                <a:lnTo>
                  <a:pt x="64" y="3"/>
                </a:lnTo>
                <a:lnTo>
                  <a:pt x="56" y="6"/>
                </a:lnTo>
                <a:lnTo>
                  <a:pt x="48" y="10"/>
                </a:lnTo>
                <a:lnTo>
                  <a:pt x="41" y="15"/>
                </a:lnTo>
                <a:lnTo>
                  <a:pt x="33" y="19"/>
                </a:lnTo>
                <a:lnTo>
                  <a:pt x="27" y="25"/>
                </a:lnTo>
                <a:lnTo>
                  <a:pt x="21" y="31"/>
                </a:lnTo>
                <a:lnTo>
                  <a:pt x="16" y="38"/>
                </a:lnTo>
                <a:lnTo>
                  <a:pt x="12" y="45"/>
                </a:lnTo>
                <a:lnTo>
                  <a:pt x="7" y="53"/>
                </a:lnTo>
                <a:lnTo>
                  <a:pt x="4" y="61"/>
                </a:lnTo>
                <a:lnTo>
                  <a:pt x="2" y="69"/>
                </a:lnTo>
                <a:lnTo>
                  <a:pt x="1" y="78"/>
                </a:lnTo>
                <a:lnTo>
                  <a:pt x="0" y="86"/>
                </a:lnTo>
                <a:lnTo>
                  <a:pt x="0" y="698"/>
                </a:lnTo>
                <a:lnTo>
                  <a:pt x="0" y="698"/>
                </a:lnTo>
                <a:lnTo>
                  <a:pt x="1" y="708"/>
                </a:lnTo>
                <a:lnTo>
                  <a:pt x="2" y="716"/>
                </a:lnTo>
                <a:lnTo>
                  <a:pt x="4" y="726"/>
                </a:lnTo>
                <a:lnTo>
                  <a:pt x="7" y="735"/>
                </a:lnTo>
                <a:lnTo>
                  <a:pt x="12" y="743"/>
                </a:lnTo>
                <a:lnTo>
                  <a:pt x="16" y="751"/>
                </a:lnTo>
                <a:lnTo>
                  <a:pt x="21" y="758"/>
                </a:lnTo>
                <a:lnTo>
                  <a:pt x="28" y="766"/>
                </a:lnTo>
                <a:lnTo>
                  <a:pt x="28" y="766"/>
                </a:lnTo>
                <a:lnTo>
                  <a:pt x="35" y="772"/>
                </a:lnTo>
                <a:lnTo>
                  <a:pt x="43" y="777"/>
                </a:lnTo>
                <a:lnTo>
                  <a:pt x="51" y="782"/>
                </a:lnTo>
                <a:lnTo>
                  <a:pt x="59" y="786"/>
                </a:lnTo>
                <a:lnTo>
                  <a:pt x="67" y="789"/>
                </a:lnTo>
                <a:lnTo>
                  <a:pt x="77" y="791"/>
                </a:lnTo>
                <a:lnTo>
                  <a:pt x="87" y="792"/>
                </a:lnTo>
                <a:lnTo>
                  <a:pt x="95" y="794"/>
                </a:lnTo>
                <a:lnTo>
                  <a:pt x="95" y="794"/>
                </a:lnTo>
                <a:lnTo>
                  <a:pt x="105" y="792"/>
                </a:lnTo>
                <a:lnTo>
                  <a:pt x="115" y="791"/>
                </a:lnTo>
                <a:lnTo>
                  <a:pt x="123" y="789"/>
                </a:lnTo>
                <a:lnTo>
                  <a:pt x="132" y="786"/>
                </a:lnTo>
                <a:lnTo>
                  <a:pt x="140" y="783"/>
                </a:lnTo>
                <a:lnTo>
                  <a:pt x="148" y="777"/>
                </a:lnTo>
                <a:lnTo>
                  <a:pt x="155" y="772"/>
                </a:lnTo>
                <a:lnTo>
                  <a:pt x="163" y="766"/>
                </a:lnTo>
                <a:lnTo>
                  <a:pt x="230" y="700"/>
                </a:lnTo>
                <a:lnTo>
                  <a:pt x="230" y="700"/>
                </a:lnTo>
                <a:lnTo>
                  <a:pt x="236" y="713"/>
                </a:lnTo>
                <a:lnTo>
                  <a:pt x="243" y="726"/>
                </a:lnTo>
                <a:lnTo>
                  <a:pt x="252" y="737"/>
                </a:lnTo>
                <a:lnTo>
                  <a:pt x="263" y="745"/>
                </a:lnTo>
                <a:lnTo>
                  <a:pt x="276" y="753"/>
                </a:lnTo>
                <a:lnTo>
                  <a:pt x="288" y="759"/>
                </a:lnTo>
                <a:lnTo>
                  <a:pt x="303" y="762"/>
                </a:lnTo>
                <a:lnTo>
                  <a:pt x="318" y="763"/>
                </a:lnTo>
                <a:lnTo>
                  <a:pt x="589" y="763"/>
                </a:lnTo>
                <a:lnTo>
                  <a:pt x="589" y="763"/>
                </a:lnTo>
                <a:lnTo>
                  <a:pt x="597" y="763"/>
                </a:lnTo>
                <a:lnTo>
                  <a:pt x="605" y="765"/>
                </a:lnTo>
                <a:lnTo>
                  <a:pt x="612" y="767"/>
                </a:lnTo>
                <a:lnTo>
                  <a:pt x="620" y="770"/>
                </a:lnTo>
                <a:lnTo>
                  <a:pt x="626" y="773"/>
                </a:lnTo>
                <a:lnTo>
                  <a:pt x="634" y="777"/>
                </a:lnTo>
                <a:lnTo>
                  <a:pt x="640" y="782"/>
                </a:lnTo>
                <a:lnTo>
                  <a:pt x="646" y="787"/>
                </a:lnTo>
                <a:lnTo>
                  <a:pt x="855" y="989"/>
                </a:lnTo>
                <a:lnTo>
                  <a:pt x="855" y="989"/>
                </a:lnTo>
                <a:lnTo>
                  <a:pt x="862" y="995"/>
                </a:lnTo>
                <a:lnTo>
                  <a:pt x="870" y="1001"/>
                </a:lnTo>
                <a:lnTo>
                  <a:pt x="877" y="1006"/>
                </a:lnTo>
                <a:lnTo>
                  <a:pt x="886" y="1010"/>
                </a:lnTo>
                <a:lnTo>
                  <a:pt x="895" y="1012"/>
                </a:lnTo>
                <a:lnTo>
                  <a:pt x="903" y="1016"/>
                </a:lnTo>
                <a:lnTo>
                  <a:pt x="913" y="1017"/>
                </a:lnTo>
                <a:lnTo>
                  <a:pt x="923" y="1017"/>
                </a:lnTo>
                <a:lnTo>
                  <a:pt x="923" y="1017"/>
                </a:lnTo>
                <a:lnTo>
                  <a:pt x="932" y="1017"/>
                </a:lnTo>
                <a:lnTo>
                  <a:pt x="941" y="1016"/>
                </a:lnTo>
                <a:lnTo>
                  <a:pt x="950" y="1012"/>
                </a:lnTo>
                <a:lnTo>
                  <a:pt x="959" y="1010"/>
                </a:lnTo>
                <a:lnTo>
                  <a:pt x="968" y="1006"/>
                </a:lnTo>
                <a:lnTo>
                  <a:pt x="975" y="1001"/>
                </a:lnTo>
                <a:lnTo>
                  <a:pt x="983" y="995"/>
                </a:lnTo>
                <a:lnTo>
                  <a:pt x="990" y="989"/>
                </a:lnTo>
                <a:lnTo>
                  <a:pt x="990" y="989"/>
                </a:lnTo>
                <a:lnTo>
                  <a:pt x="997" y="982"/>
                </a:lnTo>
                <a:lnTo>
                  <a:pt x="1002" y="975"/>
                </a:lnTo>
                <a:lnTo>
                  <a:pt x="1006" y="966"/>
                </a:lnTo>
                <a:lnTo>
                  <a:pt x="1011" y="958"/>
                </a:lnTo>
                <a:lnTo>
                  <a:pt x="1014" y="949"/>
                </a:lnTo>
                <a:lnTo>
                  <a:pt x="1016" y="941"/>
                </a:lnTo>
                <a:lnTo>
                  <a:pt x="1017" y="931"/>
                </a:lnTo>
                <a:lnTo>
                  <a:pt x="1018" y="921"/>
                </a:lnTo>
                <a:lnTo>
                  <a:pt x="1018" y="311"/>
                </a:lnTo>
                <a:lnTo>
                  <a:pt x="1018" y="311"/>
                </a:lnTo>
                <a:lnTo>
                  <a:pt x="1017" y="301"/>
                </a:lnTo>
                <a:lnTo>
                  <a:pt x="1016" y="292"/>
                </a:lnTo>
                <a:lnTo>
                  <a:pt x="1014" y="284"/>
                </a:lnTo>
                <a:lnTo>
                  <a:pt x="1011" y="276"/>
                </a:lnTo>
                <a:lnTo>
                  <a:pt x="1007" y="269"/>
                </a:lnTo>
                <a:lnTo>
                  <a:pt x="1002" y="261"/>
                </a:lnTo>
                <a:lnTo>
                  <a:pt x="997" y="255"/>
                </a:lnTo>
                <a:lnTo>
                  <a:pt x="991" y="248"/>
                </a:lnTo>
                <a:lnTo>
                  <a:pt x="985" y="243"/>
                </a:lnTo>
                <a:lnTo>
                  <a:pt x="977" y="238"/>
                </a:lnTo>
                <a:lnTo>
                  <a:pt x="970" y="233"/>
                </a:lnTo>
                <a:lnTo>
                  <a:pt x="962" y="230"/>
                </a:lnTo>
                <a:lnTo>
                  <a:pt x="954" y="227"/>
                </a:lnTo>
                <a:lnTo>
                  <a:pt x="945" y="225"/>
                </a:lnTo>
                <a:lnTo>
                  <a:pt x="935" y="224"/>
                </a:lnTo>
                <a:lnTo>
                  <a:pt x="927" y="223"/>
                </a:lnTo>
                <a:lnTo>
                  <a:pt x="927" y="223"/>
                </a:lnTo>
                <a:close/>
                <a:moveTo>
                  <a:pt x="118" y="721"/>
                </a:moveTo>
                <a:lnTo>
                  <a:pt x="118" y="721"/>
                </a:lnTo>
                <a:lnTo>
                  <a:pt x="114" y="725"/>
                </a:lnTo>
                <a:lnTo>
                  <a:pt x="108" y="727"/>
                </a:lnTo>
                <a:lnTo>
                  <a:pt x="102" y="729"/>
                </a:lnTo>
                <a:lnTo>
                  <a:pt x="95" y="729"/>
                </a:lnTo>
                <a:lnTo>
                  <a:pt x="90" y="729"/>
                </a:lnTo>
                <a:lnTo>
                  <a:pt x="83" y="727"/>
                </a:lnTo>
                <a:lnTo>
                  <a:pt x="78" y="725"/>
                </a:lnTo>
                <a:lnTo>
                  <a:pt x="73" y="721"/>
                </a:lnTo>
                <a:lnTo>
                  <a:pt x="73" y="721"/>
                </a:lnTo>
                <a:lnTo>
                  <a:pt x="70" y="715"/>
                </a:lnTo>
                <a:lnTo>
                  <a:pt x="66" y="710"/>
                </a:lnTo>
                <a:lnTo>
                  <a:pt x="64" y="704"/>
                </a:lnTo>
                <a:lnTo>
                  <a:pt x="64" y="698"/>
                </a:lnTo>
                <a:lnTo>
                  <a:pt x="64" y="86"/>
                </a:lnTo>
                <a:lnTo>
                  <a:pt x="64" y="86"/>
                </a:lnTo>
                <a:lnTo>
                  <a:pt x="64" y="82"/>
                </a:lnTo>
                <a:lnTo>
                  <a:pt x="66" y="78"/>
                </a:lnTo>
                <a:lnTo>
                  <a:pt x="68" y="74"/>
                </a:lnTo>
                <a:lnTo>
                  <a:pt x="72" y="70"/>
                </a:lnTo>
                <a:lnTo>
                  <a:pt x="76" y="67"/>
                </a:lnTo>
                <a:lnTo>
                  <a:pt x="80" y="65"/>
                </a:lnTo>
                <a:lnTo>
                  <a:pt x="86" y="63"/>
                </a:lnTo>
                <a:lnTo>
                  <a:pt x="92" y="63"/>
                </a:lnTo>
                <a:lnTo>
                  <a:pt x="699" y="63"/>
                </a:lnTo>
                <a:lnTo>
                  <a:pt x="699" y="63"/>
                </a:lnTo>
                <a:lnTo>
                  <a:pt x="706" y="63"/>
                </a:lnTo>
                <a:lnTo>
                  <a:pt x="711" y="65"/>
                </a:lnTo>
                <a:lnTo>
                  <a:pt x="715" y="67"/>
                </a:lnTo>
                <a:lnTo>
                  <a:pt x="720" y="70"/>
                </a:lnTo>
                <a:lnTo>
                  <a:pt x="723" y="74"/>
                </a:lnTo>
                <a:lnTo>
                  <a:pt x="725" y="78"/>
                </a:lnTo>
                <a:lnTo>
                  <a:pt x="727" y="82"/>
                </a:lnTo>
                <a:lnTo>
                  <a:pt x="727" y="86"/>
                </a:lnTo>
                <a:lnTo>
                  <a:pt x="727" y="452"/>
                </a:lnTo>
                <a:lnTo>
                  <a:pt x="727" y="452"/>
                </a:lnTo>
                <a:lnTo>
                  <a:pt x="727" y="458"/>
                </a:lnTo>
                <a:lnTo>
                  <a:pt x="725" y="462"/>
                </a:lnTo>
                <a:lnTo>
                  <a:pt x="723" y="466"/>
                </a:lnTo>
                <a:lnTo>
                  <a:pt x="720" y="470"/>
                </a:lnTo>
                <a:lnTo>
                  <a:pt x="715" y="473"/>
                </a:lnTo>
                <a:lnTo>
                  <a:pt x="711" y="475"/>
                </a:lnTo>
                <a:lnTo>
                  <a:pt x="706" y="476"/>
                </a:lnTo>
                <a:lnTo>
                  <a:pt x="699" y="476"/>
                </a:lnTo>
                <a:lnTo>
                  <a:pt x="429" y="476"/>
                </a:lnTo>
                <a:lnTo>
                  <a:pt x="429" y="476"/>
                </a:lnTo>
                <a:lnTo>
                  <a:pt x="415" y="477"/>
                </a:lnTo>
                <a:lnTo>
                  <a:pt x="401" y="479"/>
                </a:lnTo>
                <a:lnTo>
                  <a:pt x="387" y="482"/>
                </a:lnTo>
                <a:lnTo>
                  <a:pt x="374" y="487"/>
                </a:lnTo>
                <a:lnTo>
                  <a:pt x="361" y="493"/>
                </a:lnTo>
                <a:lnTo>
                  <a:pt x="350" y="501"/>
                </a:lnTo>
                <a:lnTo>
                  <a:pt x="339" y="508"/>
                </a:lnTo>
                <a:lnTo>
                  <a:pt x="328" y="518"/>
                </a:lnTo>
                <a:lnTo>
                  <a:pt x="118" y="721"/>
                </a:lnTo>
                <a:close/>
                <a:moveTo>
                  <a:pt x="955" y="921"/>
                </a:moveTo>
                <a:lnTo>
                  <a:pt x="955" y="921"/>
                </a:lnTo>
                <a:lnTo>
                  <a:pt x="954" y="928"/>
                </a:lnTo>
                <a:lnTo>
                  <a:pt x="951" y="934"/>
                </a:lnTo>
                <a:lnTo>
                  <a:pt x="949" y="939"/>
                </a:lnTo>
                <a:lnTo>
                  <a:pt x="945" y="944"/>
                </a:lnTo>
                <a:lnTo>
                  <a:pt x="945" y="944"/>
                </a:lnTo>
                <a:lnTo>
                  <a:pt x="940" y="948"/>
                </a:lnTo>
                <a:lnTo>
                  <a:pt x="934" y="951"/>
                </a:lnTo>
                <a:lnTo>
                  <a:pt x="929" y="952"/>
                </a:lnTo>
                <a:lnTo>
                  <a:pt x="923" y="953"/>
                </a:lnTo>
                <a:lnTo>
                  <a:pt x="916" y="952"/>
                </a:lnTo>
                <a:lnTo>
                  <a:pt x="911" y="951"/>
                </a:lnTo>
                <a:lnTo>
                  <a:pt x="904" y="948"/>
                </a:lnTo>
                <a:lnTo>
                  <a:pt x="900" y="944"/>
                </a:lnTo>
                <a:lnTo>
                  <a:pt x="691" y="742"/>
                </a:lnTo>
                <a:lnTo>
                  <a:pt x="691" y="742"/>
                </a:lnTo>
                <a:lnTo>
                  <a:pt x="680" y="732"/>
                </a:lnTo>
                <a:lnTo>
                  <a:pt x="668" y="724"/>
                </a:lnTo>
                <a:lnTo>
                  <a:pt x="656" y="716"/>
                </a:lnTo>
                <a:lnTo>
                  <a:pt x="645" y="711"/>
                </a:lnTo>
                <a:lnTo>
                  <a:pt x="631" y="706"/>
                </a:lnTo>
                <a:lnTo>
                  <a:pt x="618" y="702"/>
                </a:lnTo>
                <a:lnTo>
                  <a:pt x="604" y="700"/>
                </a:lnTo>
                <a:lnTo>
                  <a:pt x="589" y="700"/>
                </a:lnTo>
                <a:lnTo>
                  <a:pt x="318" y="700"/>
                </a:lnTo>
                <a:lnTo>
                  <a:pt x="318" y="700"/>
                </a:lnTo>
                <a:lnTo>
                  <a:pt x="313" y="699"/>
                </a:lnTo>
                <a:lnTo>
                  <a:pt x="308" y="698"/>
                </a:lnTo>
                <a:lnTo>
                  <a:pt x="302" y="696"/>
                </a:lnTo>
                <a:lnTo>
                  <a:pt x="298" y="693"/>
                </a:lnTo>
                <a:lnTo>
                  <a:pt x="295" y="689"/>
                </a:lnTo>
                <a:lnTo>
                  <a:pt x="293" y="685"/>
                </a:lnTo>
                <a:lnTo>
                  <a:pt x="291" y="681"/>
                </a:lnTo>
                <a:lnTo>
                  <a:pt x="291" y="677"/>
                </a:lnTo>
                <a:lnTo>
                  <a:pt x="291" y="642"/>
                </a:lnTo>
                <a:lnTo>
                  <a:pt x="372" y="563"/>
                </a:lnTo>
                <a:lnTo>
                  <a:pt x="372" y="563"/>
                </a:lnTo>
                <a:lnTo>
                  <a:pt x="379" y="557"/>
                </a:lnTo>
                <a:lnTo>
                  <a:pt x="385" y="553"/>
                </a:lnTo>
                <a:lnTo>
                  <a:pt x="391" y="549"/>
                </a:lnTo>
                <a:lnTo>
                  <a:pt x="398" y="546"/>
                </a:lnTo>
                <a:lnTo>
                  <a:pt x="405" y="544"/>
                </a:lnTo>
                <a:lnTo>
                  <a:pt x="413" y="541"/>
                </a:lnTo>
                <a:lnTo>
                  <a:pt x="420" y="540"/>
                </a:lnTo>
                <a:lnTo>
                  <a:pt x="429" y="540"/>
                </a:lnTo>
                <a:lnTo>
                  <a:pt x="699" y="540"/>
                </a:lnTo>
                <a:lnTo>
                  <a:pt x="699" y="540"/>
                </a:lnTo>
                <a:lnTo>
                  <a:pt x="709" y="539"/>
                </a:lnTo>
                <a:lnTo>
                  <a:pt x="719" y="538"/>
                </a:lnTo>
                <a:lnTo>
                  <a:pt x="727" y="536"/>
                </a:lnTo>
                <a:lnTo>
                  <a:pt x="736" y="533"/>
                </a:lnTo>
                <a:lnTo>
                  <a:pt x="743" y="530"/>
                </a:lnTo>
                <a:lnTo>
                  <a:pt x="751" y="525"/>
                </a:lnTo>
                <a:lnTo>
                  <a:pt x="758" y="520"/>
                </a:lnTo>
                <a:lnTo>
                  <a:pt x="765" y="515"/>
                </a:lnTo>
                <a:lnTo>
                  <a:pt x="770" y="508"/>
                </a:lnTo>
                <a:lnTo>
                  <a:pt x="776" y="502"/>
                </a:lnTo>
                <a:lnTo>
                  <a:pt x="780" y="494"/>
                </a:lnTo>
                <a:lnTo>
                  <a:pt x="784" y="487"/>
                </a:lnTo>
                <a:lnTo>
                  <a:pt x="787" y="478"/>
                </a:lnTo>
                <a:lnTo>
                  <a:pt x="789" y="471"/>
                </a:lnTo>
                <a:lnTo>
                  <a:pt x="791" y="461"/>
                </a:lnTo>
                <a:lnTo>
                  <a:pt x="792" y="452"/>
                </a:lnTo>
                <a:lnTo>
                  <a:pt x="792" y="286"/>
                </a:lnTo>
                <a:lnTo>
                  <a:pt x="927" y="286"/>
                </a:lnTo>
                <a:lnTo>
                  <a:pt x="927" y="286"/>
                </a:lnTo>
                <a:lnTo>
                  <a:pt x="932" y="287"/>
                </a:lnTo>
                <a:lnTo>
                  <a:pt x="938" y="288"/>
                </a:lnTo>
                <a:lnTo>
                  <a:pt x="942" y="290"/>
                </a:lnTo>
                <a:lnTo>
                  <a:pt x="946" y="294"/>
                </a:lnTo>
                <a:lnTo>
                  <a:pt x="949" y="297"/>
                </a:lnTo>
                <a:lnTo>
                  <a:pt x="953" y="301"/>
                </a:lnTo>
                <a:lnTo>
                  <a:pt x="954" y="305"/>
                </a:lnTo>
                <a:lnTo>
                  <a:pt x="955" y="311"/>
                </a:lnTo>
                <a:lnTo>
                  <a:pt x="955" y="921"/>
                </a:lnTo>
                <a:close/>
                <a:moveTo>
                  <a:pt x="398" y="380"/>
                </a:moveTo>
                <a:lnTo>
                  <a:pt x="398" y="380"/>
                </a:lnTo>
                <a:lnTo>
                  <a:pt x="408" y="380"/>
                </a:lnTo>
                <a:lnTo>
                  <a:pt x="416" y="377"/>
                </a:lnTo>
                <a:lnTo>
                  <a:pt x="425" y="373"/>
                </a:lnTo>
                <a:lnTo>
                  <a:pt x="431" y="367"/>
                </a:lnTo>
                <a:lnTo>
                  <a:pt x="438" y="360"/>
                </a:lnTo>
                <a:lnTo>
                  <a:pt x="442" y="351"/>
                </a:lnTo>
                <a:lnTo>
                  <a:pt x="444" y="343"/>
                </a:lnTo>
                <a:lnTo>
                  <a:pt x="445" y="333"/>
                </a:lnTo>
                <a:lnTo>
                  <a:pt x="445" y="333"/>
                </a:lnTo>
                <a:lnTo>
                  <a:pt x="444" y="324"/>
                </a:lnTo>
                <a:lnTo>
                  <a:pt x="442" y="315"/>
                </a:lnTo>
                <a:lnTo>
                  <a:pt x="438" y="306"/>
                </a:lnTo>
                <a:lnTo>
                  <a:pt x="431" y="300"/>
                </a:lnTo>
                <a:lnTo>
                  <a:pt x="425" y="294"/>
                </a:lnTo>
                <a:lnTo>
                  <a:pt x="416" y="289"/>
                </a:lnTo>
                <a:lnTo>
                  <a:pt x="408" y="286"/>
                </a:lnTo>
                <a:lnTo>
                  <a:pt x="398" y="286"/>
                </a:lnTo>
                <a:lnTo>
                  <a:pt x="398" y="286"/>
                </a:lnTo>
                <a:lnTo>
                  <a:pt x="388" y="286"/>
                </a:lnTo>
                <a:lnTo>
                  <a:pt x="380" y="289"/>
                </a:lnTo>
                <a:lnTo>
                  <a:pt x="371" y="294"/>
                </a:lnTo>
                <a:lnTo>
                  <a:pt x="364" y="300"/>
                </a:lnTo>
                <a:lnTo>
                  <a:pt x="358" y="306"/>
                </a:lnTo>
                <a:lnTo>
                  <a:pt x="354" y="315"/>
                </a:lnTo>
                <a:lnTo>
                  <a:pt x="351" y="324"/>
                </a:lnTo>
                <a:lnTo>
                  <a:pt x="350" y="333"/>
                </a:lnTo>
                <a:lnTo>
                  <a:pt x="350" y="333"/>
                </a:lnTo>
                <a:lnTo>
                  <a:pt x="351" y="343"/>
                </a:lnTo>
                <a:lnTo>
                  <a:pt x="354" y="351"/>
                </a:lnTo>
                <a:lnTo>
                  <a:pt x="358" y="360"/>
                </a:lnTo>
                <a:lnTo>
                  <a:pt x="364" y="367"/>
                </a:lnTo>
                <a:lnTo>
                  <a:pt x="371" y="373"/>
                </a:lnTo>
                <a:lnTo>
                  <a:pt x="380" y="377"/>
                </a:lnTo>
                <a:lnTo>
                  <a:pt x="388" y="380"/>
                </a:lnTo>
                <a:lnTo>
                  <a:pt x="398" y="380"/>
                </a:lnTo>
                <a:lnTo>
                  <a:pt x="398" y="380"/>
                </a:lnTo>
                <a:close/>
                <a:moveTo>
                  <a:pt x="207" y="286"/>
                </a:moveTo>
                <a:lnTo>
                  <a:pt x="207" y="286"/>
                </a:lnTo>
                <a:lnTo>
                  <a:pt x="197" y="286"/>
                </a:lnTo>
                <a:lnTo>
                  <a:pt x="189" y="289"/>
                </a:lnTo>
                <a:lnTo>
                  <a:pt x="180" y="294"/>
                </a:lnTo>
                <a:lnTo>
                  <a:pt x="174" y="300"/>
                </a:lnTo>
                <a:lnTo>
                  <a:pt x="167" y="306"/>
                </a:lnTo>
                <a:lnTo>
                  <a:pt x="163" y="315"/>
                </a:lnTo>
                <a:lnTo>
                  <a:pt x="160" y="324"/>
                </a:lnTo>
                <a:lnTo>
                  <a:pt x="160" y="333"/>
                </a:lnTo>
                <a:lnTo>
                  <a:pt x="160" y="333"/>
                </a:lnTo>
                <a:lnTo>
                  <a:pt x="160" y="343"/>
                </a:lnTo>
                <a:lnTo>
                  <a:pt x="163" y="351"/>
                </a:lnTo>
                <a:lnTo>
                  <a:pt x="167" y="360"/>
                </a:lnTo>
                <a:lnTo>
                  <a:pt x="174" y="367"/>
                </a:lnTo>
                <a:lnTo>
                  <a:pt x="180" y="373"/>
                </a:lnTo>
                <a:lnTo>
                  <a:pt x="189" y="377"/>
                </a:lnTo>
                <a:lnTo>
                  <a:pt x="197" y="380"/>
                </a:lnTo>
                <a:lnTo>
                  <a:pt x="207" y="380"/>
                </a:lnTo>
                <a:lnTo>
                  <a:pt x="207" y="380"/>
                </a:lnTo>
                <a:lnTo>
                  <a:pt x="217" y="380"/>
                </a:lnTo>
                <a:lnTo>
                  <a:pt x="225" y="377"/>
                </a:lnTo>
                <a:lnTo>
                  <a:pt x="234" y="373"/>
                </a:lnTo>
                <a:lnTo>
                  <a:pt x="240" y="367"/>
                </a:lnTo>
                <a:lnTo>
                  <a:pt x="247" y="360"/>
                </a:lnTo>
                <a:lnTo>
                  <a:pt x="251" y="351"/>
                </a:lnTo>
                <a:lnTo>
                  <a:pt x="254" y="343"/>
                </a:lnTo>
                <a:lnTo>
                  <a:pt x="254" y="333"/>
                </a:lnTo>
                <a:lnTo>
                  <a:pt x="254" y="333"/>
                </a:lnTo>
                <a:lnTo>
                  <a:pt x="254" y="324"/>
                </a:lnTo>
                <a:lnTo>
                  <a:pt x="251" y="315"/>
                </a:lnTo>
                <a:lnTo>
                  <a:pt x="247" y="306"/>
                </a:lnTo>
                <a:lnTo>
                  <a:pt x="240" y="300"/>
                </a:lnTo>
                <a:lnTo>
                  <a:pt x="234" y="294"/>
                </a:lnTo>
                <a:lnTo>
                  <a:pt x="225" y="289"/>
                </a:lnTo>
                <a:lnTo>
                  <a:pt x="217" y="286"/>
                </a:lnTo>
                <a:lnTo>
                  <a:pt x="207" y="286"/>
                </a:lnTo>
                <a:lnTo>
                  <a:pt x="207" y="286"/>
                </a:lnTo>
                <a:close/>
                <a:moveTo>
                  <a:pt x="589" y="380"/>
                </a:moveTo>
                <a:lnTo>
                  <a:pt x="589" y="380"/>
                </a:lnTo>
                <a:lnTo>
                  <a:pt x="598" y="380"/>
                </a:lnTo>
                <a:lnTo>
                  <a:pt x="607" y="377"/>
                </a:lnTo>
                <a:lnTo>
                  <a:pt x="616" y="373"/>
                </a:lnTo>
                <a:lnTo>
                  <a:pt x="622" y="367"/>
                </a:lnTo>
                <a:lnTo>
                  <a:pt x="629" y="360"/>
                </a:lnTo>
                <a:lnTo>
                  <a:pt x="633" y="351"/>
                </a:lnTo>
                <a:lnTo>
                  <a:pt x="635" y="343"/>
                </a:lnTo>
                <a:lnTo>
                  <a:pt x="636" y="333"/>
                </a:lnTo>
                <a:lnTo>
                  <a:pt x="636" y="333"/>
                </a:lnTo>
                <a:lnTo>
                  <a:pt x="635" y="324"/>
                </a:lnTo>
                <a:lnTo>
                  <a:pt x="633" y="315"/>
                </a:lnTo>
                <a:lnTo>
                  <a:pt x="629" y="306"/>
                </a:lnTo>
                <a:lnTo>
                  <a:pt x="622" y="300"/>
                </a:lnTo>
                <a:lnTo>
                  <a:pt x="616" y="294"/>
                </a:lnTo>
                <a:lnTo>
                  <a:pt x="607" y="289"/>
                </a:lnTo>
                <a:lnTo>
                  <a:pt x="598" y="286"/>
                </a:lnTo>
                <a:lnTo>
                  <a:pt x="589" y="286"/>
                </a:lnTo>
                <a:lnTo>
                  <a:pt x="589" y="286"/>
                </a:lnTo>
                <a:lnTo>
                  <a:pt x="579" y="286"/>
                </a:lnTo>
                <a:lnTo>
                  <a:pt x="570" y="289"/>
                </a:lnTo>
                <a:lnTo>
                  <a:pt x="562" y="294"/>
                </a:lnTo>
                <a:lnTo>
                  <a:pt x="554" y="300"/>
                </a:lnTo>
                <a:lnTo>
                  <a:pt x="549" y="306"/>
                </a:lnTo>
                <a:lnTo>
                  <a:pt x="545" y="315"/>
                </a:lnTo>
                <a:lnTo>
                  <a:pt x="542" y="324"/>
                </a:lnTo>
                <a:lnTo>
                  <a:pt x="541" y="333"/>
                </a:lnTo>
                <a:lnTo>
                  <a:pt x="541" y="333"/>
                </a:lnTo>
                <a:lnTo>
                  <a:pt x="542" y="343"/>
                </a:lnTo>
                <a:lnTo>
                  <a:pt x="545" y="351"/>
                </a:lnTo>
                <a:lnTo>
                  <a:pt x="549" y="360"/>
                </a:lnTo>
                <a:lnTo>
                  <a:pt x="554" y="367"/>
                </a:lnTo>
                <a:lnTo>
                  <a:pt x="562" y="373"/>
                </a:lnTo>
                <a:lnTo>
                  <a:pt x="570" y="377"/>
                </a:lnTo>
                <a:lnTo>
                  <a:pt x="579" y="380"/>
                </a:lnTo>
                <a:lnTo>
                  <a:pt x="589" y="380"/>
                </a:lnTo>
                <a:lnTo>
                  <a:pt x="589" y="380"/>
                </a:lnTo>
                <a:close/>
              </a:path>
            </a:pathLst>
          </a:custGeom>
          <a:solidFill>
            <a:schemeClr val="bg1"/>
          </a:solidFill>
          <a:ln>
            <a:noFill/>
          </a:ln>
        </p:spPr>
        <p:txBody>
          <a:bodyPr vert="horz" wrap="square" lIns="91440" tIns="45720" rIns="91440" bIns="45720" numCol="1" anchor="t" anchorCtr="0" compatLnSpc="1"/>
          <a:p>
            <a:endParaRPr lang="zh-CN" altLang="en-US">
              <a:solidFill>
                <a:schemeClr val="tx2"/>
              </a:solidFill>
            </a:endParaRPr>
          </a:p>
        </p:txBody>
      </p:sp>
      <p:sp>
        <p:nvSpPr>
          <p:cNvPr id="6" name="椭圆 37"/>
          <p:cNvSpPr/>
          <p:nvPr/>
        </p:nvSpPr>
        <p:spPr>
          <a:xfrm>
            <a:off x="2234565" y="1639570"/>
            <a:ext cx="9352280" cy="953135"/>
          </a:xfrm>
          <a:prstGeom prst="rect">
            <a:avLst/>
          </a:prstGeom>
        </p:spPr>
        <p:txBody>
          <a:bodyPr wrap="square">
            <a:spAutoFit/>
          </a:bodyPr>
          <a:p>
            <a:pPr marL="200025" lvl="1" indent="-189230" eaLnBrk="1" hangingPunct="1"/>
            <a:r>
              <a:rPr lang="zh-CN" altLang="en-US" sz="2800" b="1" dirty="0">
                <a:sym typeface="+mn-ea"/>
              </a:rPr>
              <a:t>掌握具体的</a:t>
            </a:r>
            <a:r>
              <a:rPr lang="en-US" altLang="zh-CN" sz="2800" b="1" dirty="0">
                <a:sym typeface="+mn-ea"/>
              </a:rPr>
              <a:t>UML</a:t>
            </a:r>
            <a:r>
              <a:rPr lang="zh-CN" altLang="en-US" sz="2800" b="1" dirty="0">
                <a:sym typeface="+mn-ea"/>
              </a:rPr>
              <a:t>工具和技术</a:t>
            </a:r>
            <a:endParaRPr lang="en-US" altLang="zh-CN" sz="2800" b="1" dirty="0"/>
          </a:p>
          <a:p>
            <a:pPr marL="200025" lvl="1" indent="-189230" eaLnBrk="1" hangingPunct="1"/>
            <a:r>
              <a:rPr lang="zh-CN" altLang="en-US" sz="2800" b="1" dirty="0">
                <a:sym typeface="+mn-ea"/>
              </a:rPr>
              <a:t>更重要的是掌握</a:t>
            </a:r>
            <a:r>
              <a:rPr lang="zh-CN" altLang="en-US" sz="2800" b="1" dirty="0">
                <a:solidFill>
                  <a:srgbClr val="FF0000"/>
                </a:solidFill>
                <a:sym typeface="+mn-ea"/>
              </a:rPr>
              <a:t>软件建模理论、分析及设计方法</a:t>
            </a:r>
            <a:endParaRPr lang="en-US" altLang="zh-CN" sz="2800" dirty="0">
              <a:solidFill>
                <a:schemeClr val="tx1"/>
              </a:solidFill>
              <a:latin typeface="+mn-ea"/>
              <a:ea typeface="微软雅黑" charset="0"/>
              <a:sym typeface="+mn-ea"/>
            </a:endParaRPr>
          </a:p>
        </p:txBody>
      </p:sp>
      <p:sp>
        <p:nvSpPr>
          <p:cNvPr id="7" name="椭圆 37"/>
          <p:cNvSpPr/>
          <p:nvPr/>
        </p:nvSpPr>
        <p:spPr>
          <a:xfrm>
            <a:off x="2234565" y="4951730"/>
            <a:ext cx="9352280" cy="1567180"/>
          </a:xfrm>
          <a:prstGeom prst="rect">
            <a:avLst/>
          </a:prstGeom>
        </p:spPr>
        <p:txBody>
          <a:bodyPr wrap="square">
            <a:spAutoFit/>
          </a:bodyPr>
          <a:p>
            <a:pPr algn="l">
              <a:lnSpc>
                <a:spcPct val="90000"/>
              </a:lnSpc>
              <a:defRPr/>
            </a:pPr>
            <a:r>
              <a:rPr dirty="0">
                <a:latin typeface="+mn-ea"/>
                <a:sym typeface="+mn-ea"/>
              </a:rPr>
              <a:t>能够根据软件需求与研究问题，制定软件工程问题的技术解决路线，通过实验掌握分析与设计的全过程</a:t>
            </a:r>
            <a:endParaRPr dirty="0">
              <a:latin typeface="+mn-ea"/>
              <a:sym typeface="+mn-ea"/>
            </a:endParaRPr>
          </a:p>
          <a:p>
            <a:pPr algn="l">
              <a:lnSpc>
                <a:spcPct val="40000"/>
              </a:lnSpc>
              <a:defRPr/>
            </a:pPr>
            <a:endParaRPr dirty="0">
              <a:latin typeface="+mn-ea"/>
              <a:sym typeface="+mn-ea"/>
            </a:endParaRPr>
          </a:p>
          <a:p>
            <a:pPr algn="l">
              <a:lnSpc>
                <a:spcPct val="90000"/>
              </a:lnSpc>
              <a:defRPr/>
            </a:pPr>
            <a:r>
              <a:rPr dirty="0">
                <a:latin typeface="+mn-ea"/>
                <a:sym typeface="+mn-ea"/>
              </a:rPr>
              <a:t>能够基于软件工程专业知识，选择与使用恰当的平台、技术、资源和工具，对复杂工程问题进行分析与设计</a:t>
            </a:r>
            <a:endParaRPr dirty="0">
              <a:latin typeface="+mn-ea"/>
              <a:sym typeface="+mn-ea"/>
            </a:endParaRPr>
          </a:p>
        </p:txBody>
      </p:sp>
    </p:spTree>
  </p:cSld>
  <p:clrMapOvr>
    <a:masterClrMapping/>
  </p:clrMapOvr>
  <p:transition spd="slow">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Course goals</a:t>
              </a:r>
              <a:endParaRPr lang="en-US" altLang="zh-CN" sz="3200" b="1" dirty="0">
                <a:solidFill>
                  <a:schemeClr val="tx2">
                    <a:lumMod val="75000"/>
                  </a:schemeClr>
                </a:solidFill>
                <a:latin typeface="+mj-lt"/>
                <a:ea typeface="黑体" panose="02010609060101010101" pitchFamily="49" charset="-122"/>
                <a:cs typeface="+mj-lt"/>
              </a:endParaRPr>
            </a:p>
          </p:txBody>
        </p:sp>
      </p:grpSp>
      <p:pic>
        <p:nvPicPr>
          <p:cNvPr id="12292"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31770" y="1917700"/>
            <a:ext cx="6742430" cy="3970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Course goals</a:t>
              </a:r>
              <a:endParaRPr lang="en-US" altLang="zh-CN" sz="3200" b="1" dirty="0">
                <a:solidFill>
                  <a:schemeClr val="tx2">
                    <a:lumMod val="75000"/>
                  </a:schemeClr>
                </a:solidFill>
                <a:latin typeface="+mj-lt"/>
                <a:ea typeface="黑体" panose="02010609060101010101" pitchFamily="49" charset="-122"/>
                <a:cs typeface="+mj-lt"/>
              </a:endParaRPr>
            </a:p>
          </p:txBody>
        </p:sp>
      </p:grpSp>
      <p:sp>
        <p:nvSpPr>
          <p:cNvPr id="2" name="Rectangle 3"/>
          <p:cNvSpPr>
            <a:spLocks noGrp="1" noChangeArrowheads="1"/>
          </p:cNvSpPr>
          <p:nvPr>
            <p:ph idx="1"/>
          </p:nvPr>
        </p:nvSpPr>
        <p:spPr>
          <a:xfrm>
            <a:off x="669820" y="1741981"/>
            <a:ext cx="10850454" cy="5390561"/>
          </a:xfrm>
        </p:spPr>
        <p:txBody>
          <a:bodyPr/>
          <a:lstStyle/>
          <a:p>
            <a:pPr eaLnBrk="1" hangingPunct="1"/>
            <a:r>
              <a:rPr lang="zh-CN" altLang="en-US" sz="2400"/>
              <a:t>需要理由吗？</a:t>
            </a:r>
            <a:endParaRPr lang="zh-CN" altLang="en-US" sz="2400"/>
          </a:p>
          <a:p>
            <a:pPr lvl="1" eaLnBrk="1" hangingPunct="1">
              <a:buFont typeface="Wingdings" panose="05000000000000000000" charset="0"/>
              <a:buChar char=""/>
            </a:pPr>
            <a:r>
              <a:rPr lang="zh-CN" altLang="en-US" sz="2400"/>
              <a:t>我们从事软件行业</a:t>
            </a:r>
            <a:endParaRPr lang="zh-CN" altLang="en-US" sz="2400"/>
          </a:p>
          <a:p>
            <a:pPr lvl="1" eaLnBrk="1" hangingPunct="1">
              <a:buFont typeface="Wingdings" panose="05000000000000000000" charset="0"/>
              <a:buChar char=""/>
            </a:pPr>
            <a:r>
              <a:rPr lang="zh-CN" altLang="en-US" sz="2400"/>
              <a:t>面向对象是最主流的软件开发思想</a:t>
            </a:r>
            <a:endParaRPr lang="zh-CN" altLang="en-US" sz="2400"/>
          </a:p>
          <a:p>
            <a:pPr lvl="1" eaLnBrk="1" hangingPunct="1">
              <a:buFont typeface="Wingdings" panose="05000000000000000000" charset="0"/>
              <a:buChar char=""/>
            </a:pPr>
            <a:r>
              <a:rPr lang="en-US" altLang="zh-CN" sz="2400"/>
              <a:t>UML</a:t>
            </a:r>
            <a:r>
              <a:rPr lang="zh-CN" altLang="en-US" sz="2400"/>
              <a:t>是最主流的建模方法</a:t>
            </a:r>
            <a:endParaRPr lang="zh-CN" altLang="en-US" sz="2400"/>
          </a:p>
        </p:txBody>
      </p:sp>
      <p:sp>
        <p:nvSpPr>
          <p:cNvPr id="363524" name="AutoShape 4"/>
          <p:cNvSpPr>
            <a:spLocks noChangeArrowheads="1"/>
          </p:cNvSpPr>
          <p:nvPr/>
        </p:nvSpPr>
        <p:spPr bwMode="auto">
          <a:xfrm>
            <a:off x="4870450" y="5371468"/>
            <a:ext cx="1066800" cy="485775"/>
          </a:xfrm>
          <a:prstGeom prst="rightArrow">
            <a:avLst>
              <a:gd name="adj1" fmla="val 50000"/>
              <a:gd name="adj2" fmla="val 54902"/>
            </a:avLst>
          </a:prstGeom>
          <a:solidFill>
            <a:srgbClr val="800000"/>
          </a:solidFill>
          <a:ln w="12700">
            <a:solidFill>
              <a:srgbClr val="993300"/>
            </a:solidFill>
            <a:miter lim="800000"/>
            <a:headEnd type="none" w="sm" len="sm"/>
            <a:tailEnd type="none" w="sm" len="sm"/>
          </a:ln>
        </p:spPr>
        <p:txBody>
          <a:bodyPr wrap="none" anchor="ctr"/>
          <a:lstStyle/>
          <a:p>
            <a:endParaRPr lang="zh-CN" altLang="en-US"/>
          </a:p>
        </p:txBody>
      </p:sp>
      <p:sp>
        <p:nvSpPr>
          <p:cNvPr id="363525" name="Text Box 5"/>
          <p:cNvSpPr txBox="1">
            <a:spLocks noChangeArrowheads="1"/>
          </p:cNvSpPr>
          <p:nvPr/>
        </p:nvSpPr>
        <p:spPr bwMode="auto">
          <a:xfrm>
            <a:off x="3143253" y="5082543"/>
            <a:ext cx="16557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a:spcBef>
                <a:spcPct val="50000"/>
              </a:spcBef>
            </a:pPr>
            <a:r>
              <a:rPr lang="en-US" altLang="zh-CN" sz="2800">
                <a:solidFill>
                  <a:srgbClr val="FF3300"/>
                </a:solidFill>
                <a:latin typeface="Times New Roman" panose="02020603050405020304" charset="0"/>
              </a:rPr>
              <a:t>UML</a:t>
            </a:r>
            <a:endParaRPr lang="zh-CN" altLang="en-US" sz="2800">
              <a:solidFill>
                <a:srgbClr val="FF3300"/>
              </a:solidFill>
              <a:latin typeface="Times New Roman" panose="02020603050405020304" charset="0"/>
            </a:endParaRPr>
          </a:p>
        </p:txBody>
      </p:sp>
      <p:sp>
        <p:nvSpPr>
          <p:cNvPr id="363526" name="Text Box 6"/>
          <p:cNvSpPr txBox="1">
            <a:spLocks noChangeArrowheads="1"/>
          </p:cNvSpPr>
          <p:nvPr/>
        </p:nvSpPr>
        <p:spPr bwMode="auto">
          <a:xfrm>
            <a:off x="3143250" y="5730243"/>
            <a:ext cx="14811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a:spcBef>
                <a:spcPct val="50000"/>
              </a:spcBef>
            </a:pPr>
            <a:r>
              <a:rPr lang="en-US" altLang="zh-CN" sz="2800">
                <a:solidFill>
                  <a:srgbClr val="FF3300"/>
                </a:solidFill>
                <a:latin typeface="Times New Roman" panose="02020603050405020304" charset="0"/>
              </a:rPr>
              <a:t>OOAD</a:t>
            </a:r>
            <a:endParaRPr lang="en-US" altLang="zh-CN" sz="2800">
              <a:solidFill>
                <a:srgbClr val="FF3300"/>
              </a:solidFill>
              <a:latin typeface="Times New Roman" panose="02020603050405020304" charset="0"/>
            </a:endParaRPr>
          </a:p>
        </p:txBody>
      </p:sp>
      <p:sp>
        <p:nvSpPr>
          <p:cNvPr id="363527" name="Text Box 7"/>
          <p:cNvSpPr txBox="1">
            <a:spLocks noChangeArrowheads="1"/>
          </p:cNvSpPr>
          <p:nvPr/>
        </p:nvSpPr>
        <p:spPr bwMode="auto">
          <a:xfrm>
            <a:off x="6096000" y="5371468"/>
            <a:ext cx="3816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a:spcBef>
                <a:spcPct val="50000"/>
              </a:spcBef>
            </a:pPr>
            <a:r>
              <a:rPr lang="zh-CN" altLang="en-US" sz="2800">
                <a:solidFill>
                  <a:srgbClr val="FF3300"/>
                </a:solidFill>
                <a:latin typeface="Times New Roman" panose="02020603050405020304" charset="0"/>
              </a:rPr>
              <a:t>软件工程师的“饭碗”</a:t>
            </a:r>
            <a:endParaRPr lang="en-US" altLang="zh-CN" sz="2800">
              <a:solidFill>
                <a:srgbClr val="FF3300"/>
              </a:solidFill>
              <a:latin typeface="Times New Roman" panose="02020603050405020304" charset="0"/>
            </a:endParaRPr>
          </a:p>
        </p:txBody>
      </p:sp>
      <p:sp>
        <p:nvSpPr>
          <p:cNvPr id="363528" name="Rectangle 8"/>
          <p:cNvSpPr>
            <a:spLocks noChangeArrowheads="1"/>
          </p:cNvSpPr>
          <p:nvPr/>
        </p:nvSpPr>
        <p:spPr bwMode="auto">
          <a:xfrm>
            <a:off x="1703388" y="4288324"/>
            <a:ext cx="9015610" cy="523220"/>
          </a:xfrm>
          <a:prstGeom prst="rect">
            <a:avLst/>
          </a:prstGeom>
          <a:noFill/>
          <a:ln w="9525">
            <a:noFill/>
            <a:miter lim="800000"/>
          </a:ln>
          <a:effectLst/>
        </p:spPr>
        <p:txBody>
          <a:bodyPr wrap="none" anchor="ctr">
            <a:spAutoFit/>
          </a:bodyPr>
          <a:lstStyle/>
          <a:p>
            <a:pPr>
              <a:defRPr/>
            </a:pPr>
            <a:r>
              <a:rPr lang="zh-CN" altLang="en-US" sz="2800" u="sng">
                <a:solidFill>
                  <a:schemeClr val="tx2"/>
                </a:solidFill>
                <a:effectLst>
                  <a:outerShdw blurRad="38100" dist="38100" dir="2700000" algn="tl">
                    <a:srgbClr val="C0C0C0"/>
                  </a:outerShdw>
                </a:effectLst>
              </a:rPr>
              <a:t>对于今天的软件开发者来说，</a:t>
            </a:r>
            <a:r>
              <a:rPr lang="en-US" altLang="zh-CN" sz="2800" u="sng">
                <a:solidFill>
                  <a:schemeClr val="tx2"/>
                </a:solidFill>
                <a:effectLst>
                  <a:outerShdw blurRad="38100" dist="38100" dir="2700000" algn="tl">
                    <a:srgbClr val="C0C0C0"/>
                  </a:outerShdw>
                </a:effectLst>
              </a:rPr>
              <a:t>UML</a:t>
            </a:r>
            <a:r>
              <a:rPr lang="zh-CN" altLang="en-US" sz="2800" u="sng">
                <a:solidFill>
                  <a:schemeClr val="tx2"/>
                </a:solidFill>
                <a:effectLst>
                  <a:outerShdw blurRad="38100" dist="38100" dir="2700000" algn="tl">
                    <a:srgbClr val="C0C0C0"/>
                  </a:outerShdw>
                </a:effectLst>
              </a:rPr>
              <a:t>是他们的面包和黄油 </a:t>
            </a:r>
            <a:endParaRPr lang="zh-CN" altLang="en-US" sz="2800" u="sng">
              <a:solidFill>
                <a:schemeClr val="tx2"/>
              </a:solidFill>
              <a:effectLst>
                <a:outerShdw blurRad="38100" dist="38100" dir="2700000" algn="tl">
                  <a:srgbClr val="C0C0C0"/>
                </a:outerShdw>
              </a:effectLst>
            </a:endParaRPr>
          </a:p>
        </p:txBody>
      </p:sp>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3200" b="1" dirty="0" smtClean="0">
                <a:solidFill>
                  <a:srgbClr val="376092"/>
                </a:solidFill>
              </a:rPr>
              <a:t>为什么选择</a:t>
            </a:r>
            <a:r>
              <a:rPr kumimoji="1" lang="zh-CN" altLang="en-US" sz="3200" b="1" dirty="0" smtClean="0">
                <a:solidFill>
                  <a:srgbClr val="376092"/>
                </a:solidFill>
              </a:rPr>
              <a:t>本课程？</a:t>
            </a:r>
            <a:endParaRPr kumimoji="1" lang="zh-CN" altLang="en-US" sz="3200" b="1" dirty="0" smtClean="0">
              <a:solidFill>
                <a:srgbClr val="376092"/>
              </a:solidFill>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slide(fromTo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slide(fromTo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slide(fromTop)">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7" presetClass="entr" presetSubtype="10" fill="hold" grpId="0" nodeType="clickEffect">
                                  <p:stCondLst>
                                    <p:cond delay="0"/>
                                  </p:stCondLst>
                                  <p:childTnLst>
                                    <p:set>
                                      <p:cBhvr>
                                        <p:cTn id="26" dur="1" fill="hold">
                                          <p:stCondLst>
                                            <p:cond delay="0"/>
                                          </p:stCondLst>
                                        </p:cTn>
                                        <p:tgtEl>
                                          <p:spTgt spid="363528"/>
                                        </p:tgtEl>
                                        <p:attrNameLst>
                                          <p:attrName>style.visibility</p:attrName>
                                        </p:attrNameLst>
                                      </p:cBhvr>
                                      <p:to>
                                        <p:strVal val="visible"/>
                                      </p:to>
                                    </p:set>
                                    <p:anim calcmode="lin" valueType="num">
                                      <p:cBhvr>
                                        <p:cTn id="27" dur="500" fill="hold"/>
                                        <p:tgtEl>
                                          <p:spTgt spid="363528"/>
                                        </p:tgtEl>
                                        <p:attrNameLst>
                                          <p:attrName>ppt_w</p:attrName>
                                        </p:attrNameLst>
                                      </p:cBhvr>
                                      <p:tavLst>
                                        <p:tav tm="0">
                                          <p:val>
                                            <p:fltVal val="0"/>
                                          </p:val>
                                        </p:tav>
                                        <p:tav tm="100000">
                                          <p:val>
                                            <p:strVal val="#ppt_w"/>
                                          </p:val>
                                        </p:tav>
                                      </p:tavLst>
                                    </p:anim>
                                    <p:anim calcmode="lin" valueType="num">
                                      <p:cBhvr>
                                        <p:cTn id="28" dur="500" fill="hold"/>
                                        <p:tgtEl>
                                          <p:spTgt spid="363528"/>
                                        </p:tgtEl>
                                        <p:attrNameLst>
                                          <p:attrName>ppt_h</p:attrName>
                                        </p:attrNameLst>
                                      </p:cBhvr>
                                      <p:tavLst>
                                        <p:tav tm="0">
                                          <p:val>
                                            <p:strVal val="#ppt_h"/>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363526"/>
                                        </p:tgtEl>
                                        <p:attrNameLst>
                                          <p:attrName>style.visibility</p:attrName>
                                        </p:attrNameLst>
                                      </p:cBhvr>
                                      <p:to>
                                        <p:strVal val="visible"/>
                                      </p:to>
                                    </p:set>
                                    <p:animEffect transition="in" filter="dissolve">
                                      <p:cBhvr>
                                        <p:cTn id="33" dur="500"/>
                                        <p:tgtEl>
                                          <p:spTgt spid="363526"/>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363525"/>
                                        </p:tgtEl>
                                        <p:attrNameLst>
                                          <p:attrName>style.visibility</p:attrName>
                                        </p:attrNameLst>
                                      </p:cBhvr>
                                      <p:to>
                                        <p:strVal val="visible"/>
                                      </p:to>
                                    </p:set>
                                    <p:animEffect transition="in" filter="dissolve">
                                      <p:cBhvr>
                                        <p:cTn id="36" dur="500"/>
                                        <p:tgtEl>
                                          <p:spTgt spid="363525"/>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8" fill="hold" grpId="0" nodeType="clickEffect">
                                  <p:stCondLst>
                                    <p:cond delay="0"/>
                                  </p:stCondLst>
                                  <p:childTnLst>
                                    <p:set>
                                      <p:cBhvr>
                                        <p:cTn id="40" dur="1" fill="hold">
                                          <p:stCondLst>
                                            <p:cond delay="0"/>
                                          </p:stCondLst>
                                        </p:cTn>
                                        <p:tgtEl>
                                          <p:spTgt spid="363524"/>
                                        </p:tgtEl>
                                        <p:attrNameLst>
                                          <p:attrName>style.visibility</p:attrName>
                                        </p:attrNameLst>
                                      </p:cBhvr>
                                      <p:to>
                                        <p:strVal val="visible"/>
                                      </p:to>
                                    </p:set>
                                    <p:animEffect transition="in" filter="slide(fromLeft)">
                                      <p:cBhvr>
                                        <p:cTn id="41" dur="500"/>
                                        <p:tgtEl>
                                          <p:spTgt spid="363524"/>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363527"/>
                                        </p:tgtEl>
                                        <p:attrNameLst>
                                          <p:attrName>style.visibility</p:attrName>
                                        </p:attrNameLst>
                                      </p:cBhvr>
                                      <p:to>
                                        <p:strVal val="visible"/>
                                      </p:to>
                                    </p:set>
                                    <p:animEffect transition="in" filter="dissolve">
                                      <p:cBhvr>
                                        <p:cTn id="46" dur="500"/>
                                        <p:tgtEl>
                                          <p:spTgt spid="3635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4" grpId="0" bldLvl="0" animBg="1"/>
      <p:bldP spid="363525" grpId="0"/>
      <p:bldP spid="363526" grpId="0"/>
      <p:bldP spid="363527" grpId="0"/>
      <p:bldP spid="363528"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Course goals</a:t>
              </a:r>
              <a:endParaRPr lang="en-US" altLang="zh-CN" sz="3200" b="1" dirty="0">
                <a:solidFill>
                  <a:schemeClr val="tx2">
                    <a:lumMod val="75000"/>
                  </a:schemeClr>
                </a:solidFill>
                <a:latin typeface="+mj-lt"/>
                <a:ea typeface="黑体" panose="02010609060101010101" pitchFamily="49" charset="-122"/>
                <a:cs typeface="+mj-lt"/>
              </a:endParaRPr>
            </a:p>
          </p:txBody>
        </p:sp>
      </p:grpSp>
      <p:sp>
        <p:nvSpPr>
          <p:cNvPr id="16387" name="内容占位符 2"/>
          <p:cNvSpPr>
            <a:spLocks noGrp="1"/>
          </p:cNvSpPr>
          <p:nvPr>
            <p:ph idx="1"/>
          </p:nvPr>
        </p:nvSpPr>
        <p:spPr>
          <a:xfrm>
            <a:off x="766445" y="1341120"/>
            <a:ext cx="10619740" cy="5288280"/>
          </a:xfrm>
        </p:spPr>
        <p:txBody>
          <a:bodyPr/>
          <a:p>
            <a:pPr eaLnBrk="1" hangingPunct="1"/>
            <a:r>
              <a:rPr lang="en-US" altLang="zh-CN" sz="2400"/>
              <a:t>IT</a:t>
            </a:r>
            <a:r>
              <a:rPr lang="zh-CN" altLang="en-US" sz="2400"/>
              <a:t>从业人员追求卓越的专业基础课程之一：</a:t>
            </a:r>
            <a:endParaRPr lang="en-US" altLang="zh-CN" sz="2400"/>
          </a:p>
          <a:p>
            <a:pPr lvl="1" eaLnBrk="1" hangingPunct="1"/>
            <a:r>
              <a:rPr lang="zh-CN" altLang="en-US" sz="2400"/>
              <a:t>能够</a:t>
            </a:r>
            <a:r>
              <a:rPr lang="zh-CN" altLang="en-US" sz="2400">
                <a:solidFill>
                  <a:srgbClr val="2104FA"/>
                </a:solidFill>
              </a:rPr>
              <a:t>分析和设计</a:t>
            </a:r>
            <a:r>
              <a:rPr lang="zh-CN" altLang="en-US" sz="2400"/>
              <a:t>针对复杂软件工程问题的解决方案；</a:t>
            </a:r>
            <a:endParaRPr lang="en-US" altLang="zh-CN" sz="2400"/>
          </a:p>
          <a:p>
            <a:pPr lvl="1" eaLnBrk="1" hangingPunct="1"/>
            <a:r>
              <a:rPr lang="zh-CN" altLang="en-US" sz="2400"/>
              <a:t>能够理解系统软件的设计思路和基本原理，并能够运用工具和技术完成研发；</a:t>
            </a:r>
            <a:endParaRPr lang="en-US" altLang="zh-CN" sz="2400"/>
          </a:p>
          <a:p>
            <a:pPr lvl="1" eaLnBrk="1" hangingPunct="1"/>
            <a:r>
              <a:rPr lang="zh-CN" altLang="en-US" sz="2400"/>
              <a:t>能够在设计和研发中体现创新意识；</a:t>
            </a:r>
            <a:endParaRPr lang="en-US" altLang="zh-CN" sz="2400"/>
          </a:p>
          <a:p>
            <a:pPr lvl="1" eaLnBrk="1" hangingPunct="1"/>
            <a:r>
              <a:rPr lang="zh-CN" altLang="en-US" sz="2400"/>
              <a:t>具备国际视野，能够了解和跟踪软件工程专业的最新发展趋势，具有跨文化交流和沟通能力；</a:t>
            </a:r>
            <a:endParaRPr lang="en-US" altLang="zh-CN" sz="2400"/>
          </a:p>
          <a:p>
            <a:pPr lvl="1" eaLnBrk="1" hangingPunct="1"/>
            <a:r>
              <a:rPr lang="zh-CN" altLang="en-US" sz="2400"/>
              <a:t>能够理解和掌握复杂软件工程项目管理原理和经济决策方法。</a:t>
            </a:r>
            <a:endParaRPr lang="zh-CN" altLang="en-US" sz="2400"/>
          </a:p>
        </p:txBody>
      </p:sp>
    </p:spTree>
  </p:cSld>
  <p:clrMapOvr>
    <a:masterClrMapping/>
  </p:clrMapOvr>
  <p:transition spd="slow">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Course goals</a:t>
              </a:r>
              <a:endParaRPr lang="en-US" altLang="zh-CN" sz="3200" b="1" dirty="0">
                <a:solidFill>
                  <a:schemeClr val="tx2">
                    <a:lumMod val="75000"/>
                  </a:schemeClr>
                </a:solidFill>
                <a:latin typeface="+mj-lt"/>
                <a:ea typeface="黑体" panose="02010609060101010101" pitchFamily="49" charset="-122"/>
                <a:cs typeface="+mj-lt"/>
              </a:endParaRPr>
            </a:p>
          </p:txBody>
        </p:sp>
      </p:grpSp>
      <p:sp>
        <p:nvSpPr>
          <p:cNvPr id="2" name="Rectangle 3"/>
          <p:cNvSpPr>
            <a:spLocks noGrp="1" noChangeArrowheads="1"/>
          </p:cNvSpPr>
          <p:nvPr>
            <p:ph idx="1"/>
          </p:nvPr>
        </p:nvSpPr>
        <p:spPr>
          <a:xfrm>
            <a:off x="669820" y="1741981"/>
            <a:ext cx="10850454" cy="5390561"/>
          </a:xfrm>
        </p:spPr>
        <p:txBody>
          <a:bodyPr/>
          <a:lstStyle/>
          <a:p>
            <a:pPr eaLnBrk="1" hangingPunct="1"/>
            <a:r>
              <a:rPr lang="zh-CN" altLang="en-US" sz="2800" dirty="0">
                <a:sym typeface="+mn-ea"/>
              </a:rPr>
              <a:t>基础</a:t>
            </a:r>
            <a:endParaRPr lang="zh-CN" altLang="en-US" sz="2800" dirty="0"/>
          </a:p>
          <a:p>
            <a:pPr lvl="1" eaLnBrk="1" hangingPunct="1">
              <a:buFont typeface="Wingdings" panose="05000000000000000000" charset="0"/>
              <a:buChar char=""/>
            </a:pPr>
            <a:r>
              <a:rPr lang="zh-CN" altLang="en-US" sz="2400" dirty="0">
                <a:sym typeface="+mn-ea"/>
              </a:rPr>
              <a:t>知识储备：软件工程、面向对象程序设计</a:t>
            </a:r>
            <a:endParaRPr lang="zh-CN" altLang="en-US" sz="2400" dirty="0"/>
          </a:p>
          <a:p>
            <a:pPr lvl="1" eaLnBrk="1" hangingPunct="1">
              <a:buFont typeface="Wingdings" panose="05000000000000000000" charset="0"/>
              <a:buChar char=""/>
            </a:pPr>
            <a:r>
              <a:rPr lang="zh-CN" altLang="en-US" sz="2400" dirty="0">
                <a:sym typeface="+mn-ea"/>
              </a:rPr>
              <a:t>实践储备：了解工程项目的特点，最好有实际工程项目开发背景</a:t>
            </a:r>
            <a:endParaRPr lang="en-US" altLang="zh-CN" sz="2400" dirty="0"/>
          </a:p>
          <a:p>
            <a:pPr eaLnBrk="1" hangingPunct="1"/>
            <a:r>
              <a:rPr lang="zh-CN" altLang="en-US" sz="2800" dirty="0">
                <a:sym typeface="+mn-ea"/>
              </a:rPr>
              <a:t>定位</a:t>
            </a:r>
            <a:endParaRPr lang="zh-CN" altLang="en-US" sz="2800" dirty="0"/>
          </a:p>
          <a:p>
            <a:pPr lvl="1" eaLnBrk="1" hangingPunct="1">
              <a:buFont typeface="Wingdings" panose="05000000000000000000" charset="0"/>
              <a:buChar char=""/>
            </a:pPr>
            <a:r>
              <a:rPr lang="zh-CN" altLang="en-US" sz="2400" dirty="0">
                <a:sym typeface="+mn-ea"/>
              </a:rPr>
              <a:t>从事软件相关行业工作：分析、设计、编码、测试或管理、维护工作</a:t>
            </a:r>
            <a:endParaRPr lang="zh-CN" altLang="en-US" sz="2400" dirty="0">
              <a:sym typeface="+mn-ea"/>
            </a:endParaRPr>
          </a:p>
        </p:txBody>
      </p:sp>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3200" b="1" dirty="0" smtClean="0">
                <a:solidFill>
                  <a:srgbClr val="376092"/>
                </a:solidFill>
              </a:rPr>
              <a:t>本课程适合我</a:t>
            </a:r>
            <a:r>
              <a:rPr kumimoji="1" lang="zh-CN" altLang="en-US" sz="3200" b="1" dirty="0" smtClean="0">
                <a:solidFill>
                  <a:srgbClr val="376092"/>
                </a:solidFill>
              </a:rPr>
              <a:t>？</a:t>
            </a:r>
            <a:endParaRPr kumimoji="1" lang="zh-CN" altLang="en-US" sz="3200" b="1" dirty="0" smtClean="0">
              <a:solidFill>
                <a:srgbClr val="376092"/>
              </a:solidFill>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dissolv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dissolv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dissolv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dissolve">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Course goals</a:t>
              </a:r>
              <a:endParaRPr lang="en-US" altLang="zh-CN" sz="3200" b="1" dirty="0">
                <a:solidFill>
                  <a:schemeClr val="tx2">
                    <a:lumMod val="75000"/>
                  </a:schemeClr>
                </a:solidFill>
                <a:latin typeface="+mj-lt"/>
                <a:ea typeface="黑体" panose="02010609060101010101" pitchFamily="49" charset="-122"/>
                <a:cs typeface="+mj-lt"/>
              </a:endParaRPr>
            </a:p>
          </p:txBody>
        </p:sp>
      </p:grpSp>
      <p:sp>
        <p:nvSpPr>
          <p:cNvPr id="56" name="íŝḻîḑè"/>
          <p:cNvSpPr/>
          <p:nvPr/>
        </p:nvSpPr>
        <p:spPr bwMode="auto">
          <a:xfrm>
            <a:off x="3098165" y="4670743"/>
            <a:ext cx="642938" cy="642937"/>
          </a:xfrm>
          <a:prstGeom prst="ellipse">
            <a:avLst/>
          </a:prstGeom>
          <a:solidFill>
            <a:srgbClr val="00B050"/>
          </a:solidFill>
          <a:ln w="6350">
            <a:solidFill>
              <a:schemeClr val="tx2"/>
            </a:solidFill>
          </a:ln>
        </p:spPr>
        <p:style>
          <a:lnRef idx="2">
            <a:schemeClr val="dk1"/>
          </a:lnRef>
          <a:fillRef idx="1">
            <a:schemeClr val="lt1"/>
          </a:fillRef>
          <a:effectRef idx="0">
            <a:schemeClr val="dk1"/>
          </a:effectRef>
          <a:fontRef idx="minor">
            <a:schemeClr val="dk1"/>
          </a:fontRef>
        </p:style>
        <p:txBody>
          <a:bodyPr anchor="ctr">
            <a:normAutofit lnSpcReduction="10000"/>
          </a:bodyPr>
          <a:lstStyle/>
          <a:p>
            <a:pPr algn="ctr" defTabSz="913765" eaLnBrk="1" fontAlgn="auto" hangingPunct="1">
              <a:spcBef>
                <a:spcPts val="0"/>
              </a:spcBef>
              <a:spcAft>
                <a:spcPts val="0"/>
              </a:spcAft>
              <a:defRPr/>
            </a:pPr>
            <a:endParaRPr lang="en-US" dirty="0">
              <a:solidFill>
                <a:srgbClr val="FF0000"/>
              </a:solidFill>
            </a:endParaRPr>
          </a:p>
        </p:txBody>
      </p:sp>
      <p:sp>
        <p:nvSpPr>
          <p:cNvPr id="57" name="ïSļiḓè"/>
          <p:cNvSpPr/>
          <p:nvPr/>
        </p:nvSpPr>
        <p:spPr bwMode="auto">
          <a:xfrm>
            <a:off x="3228340" y="4800918"/>
            <a:ext cx="384175" cy="382587"/>
          </a:xfrm>
          <a:custGeom>
            <a:avLst/>
            <a:gdLst>
              <a:gd name="connsiteX0" fmla="*/ 169739 w 605522"/>
              <a:gd name="connsiteY0" fmla="*/ 214306 h 604605"/>
              <a:gd name="connsiteX1" fmla="*/ 184976 w 605522"/>
              <a:gd name="connsiteY1" fmla="*/ 216005 h 604605"/>
              <a:gd name="connsiteX2" fmla="*/ 287155 w 605522"/>
              <a:gd name="connsiteY2" fmla="*/ 272658 h 604605"/>
              <a:gd name="connsiteX3" fmla="*/ 302691 w 605522"/>
              <a:gd name="connsiteY3" fmla="*/ 268841 h 604605"/>
              <a:gd name="connsiteX4" fmla="*/ 318346 w 605522"/>
              <a:gd name="connsiteY4" fmla="*/ 272658 h 604605"/>
              <a:gd name="connsiteX5" fmla="*/ 420524 w 605522"/>
              <a:gd name="connsiteY5" fmla="*/ 216005 h 604605"/>
              <a:gd name="connsiteX6" fmla="*/ 447652 w 605522"/>
              <a:gd name="connsiteY6" fmla="*/ 223877 h 604605"/>
              <a:gd name="connsiteX7" fmla="*/ 439884 w 605522"/>
              <a:gd name="connsiteY7" fmla="*/ 250951 h 604605"/>
              <a:gd name="connsiteX8" fmla="*/ 335674 w 605522"/>
              <a:gd name="connsiteY8" fmla="*/ 308677 h 604605"/>
              <a:gd name="connsiteX9" fmla="*/ 302691 w 605522"/>
              <a:gd name="connsiteY9" fmla="*/ 335751 h 604605"/>
              <a:gd name="connsiteX10" fmla="*/ 269826 w 605522"/>
              <a:gd name="connsiteY10" fmla="*/ 308677 h 604605"/>
              <a:gd name="connsiteX11" fmla="*/ 165497 w 605522"/>
              <a:gd name="connsiteY11" fmla="*/ 250951 h 604605"/>
              <a:gd name="connsiteX12" fmla="*/ 157729 w 605522"/>
              <a:gd name="connsiteY12" fmla="*/ 223877 h 604605"/>
              <a:gd name="connsiteX13" fmla="*/ 169739 w 605522"/>
              <a:gd name="connsiteY13" fmla="*/ 214306 h 604605"/>
              <a:gd name="connsiteX14" fmla="*/ 286807 w 605522"/>
              <a:gd name="connsiteY14" fmla="*/ 64195 h 604605"/>
              <a:gd name="connsiteX15" fmla="*/ 190010 w 605522"/>
              <a:gd name="connsiteY15" fmla="*/ 91878 h 604605"/>
              <a:gd name="connsiteX16" fmla="*/ 203036 w 605522"/>
              <a:gd name="connsiteY16" fmla="*/ 114311 h 604605"/>
              <a:gd name="connsiteX17" fmla="*/ 203872 w 605522"/>
              <a:gd name="connsiteY17" fmla="*/ 120754 h 604605"/>
              <a:gd name="connsiteX18" fmla="*/ 200048 w 605522"/>
              <a:gd name="connsiteY18" fmla="*/ 125885 h 604605"/>
              <a:gd name="connsiteX19" fmla="*/ 191564 w 605522"/>
              <a:gd name="connsiteY19" fmla="*/ 125885 h 604605"/>
              <a:gd name="connsiteX20" fmla="*/ 188456 w 605522"/>
              <a:gd name="connsiteY20" fmla="*/ 122782 h 604605"/>
              <a:gd name="connsiteX21" fmla="*/ 175431 w 605522"/>
              <a:gd name="connsiteY21" fmla="*/ 100469 h 604605"/>
              <a:gd name="connsiteX22" fmla="*/ 104207 w 605522"/>
              <a:gd name="connsiteY22" fmla="*/ 169557 h 604605"/>
              <a:gd name="connsiteX23" fmla="*/ 131692 w 605522"/>
              <a:gd name="connsiteY23" fmla="*/ 185307 h 604605"/>
              <a:gd name="connsiteX24" fmla="*/ 137428 w 605522"/>
              <a:gd name="connsiteY24" fmla="*/ 207024 h 604605"/>
              <a:gd name="connsiteX25" fmla="*/ 123686 w 605522"/>
              <a:gd name="connsiteY25" fmla="*/ 215018 h 604605"/>
              <a:gd name="connsiteX26" fmla="*/ 115679 w 605522"/>
              <a:gd name="connsiteY26" fmla="*/ 212871 h 604605"/>
              <a:gd name="connsiteX27" fmla="*/ 88313 w 605522"/>
              <a:gd name="connsiteY27" fmla="*/ 197001 h 604605"/>
              <a:gd name="connsiteX28" fmla="*/ 63815 w 605522"/>
              <a:gd name="connsiteY28" fmla="*/ 294606 h 604605"/>
              <a:gd name="connsiteX29" fmla="*/ 89866 w 605522"/>
              <a:gd name="connsiteY29" fmla="*/ 294487 h 604605"/>
              <a:gd name="connsiteX30" fmla="*/ 98351 w 605522"/>
              <a:gd name="connsiteY30" fmla="*/ 302959 h 604605"/>
              <a:gd name="connsiteX31" fmla="*/ 95841 w 605522"/>
              <a:gd name="connsiteY31" fmla="*/ 308925 h 604605"/>
              <a:gd name="connsiteX32" fmla="*/ 89986 w 605522"/>
              <a:gd name="connsiteY32" fmla="*/ 311311 h 604605"/>
              <a:gd name="connsiteX33" fmla="*/ 63934 w 605522"/>
              <a:gd name="connsiteY33" fmla="*/ 311431 h 604605"/>
              <a:gd name="connsiteX34" fmla="*/ 88313 w 605522"/>
              <a:gd name="connsiteY34" fmla="*/ 407604 h 604605"/>
              <a:gd name="connsiteX35" fmla="*/ 115679 w 605522"/>
              <a:gd name="connsiteY35" fmla="*/ 391734 h 604605"/>
              <a:gd name="connsiteX36" fmla="*/ 137428 w 605522"/>
              <a:gd name="connsiteY36" fmla="*/ 397581 h 604605"/>
              <a:gd name="connsiteX37" fmla="*/ 131692 w 605522"/>
              <a:gd name="connsiteY37" fmla="*/ 419298 h 604605"/>
              <a:gd name="connsiteX38" fmla="*/ 104207 w 605522"/>
              <a:gd name="connsiteY38" fmla="*/ 435048 h 604605"/>
              <a:gd name="connsiteX39" fmla="*/ 176626 w 605522"/>
              <a:gd name="connsiteY39" fmla="*/ 504971 h 604605"/>
              <a:gd name="connsiteX40" fmla="*/ 189532 w 605522"/>
              <a:gd name="connsiteY40" fmla="*/ 482419 h 604605"/>
              <a:gd name="connsiteX41" fmla="*/ 196941 w 605522"/>
              <a:gd name="connsiteY41" fmla="*/ 478243 h 604605"/>
              <a:gd name="connsiteX42" fmla="*/ 201124 w 605522"/>
              <a:gd name="connsiteY42" fmla="*/ 479317 h 604605"/>
              <a:gd name="connsiteX43" fmla="*/ 205067 w 605522"/>
              <a:gd name="connsiteY43" fmla="*/ 484448 h 604605"/>
              <a:gd name="connsiteX44" fmla="*/ 204231 w 605522"/>
              <a:gd name="connsiteY44" fmla="*/ 490772 h 604605"/>
              <a:gd name="connsiteX45" fmla="*/ 191325 w 605522"/>
              <a:gd name="connsiteY45" fmla="*/ 513324 h 604605"/>
              <a:gd name="connsiteX46" fmla="*/ 286807 w 605522"/>
              <a:gd name="connsiteY46" fmla="*/ 540410 h 604605"/>
              <a:gd name="connsiteX47" fmla="*/ 286807 w 605522"/>
              <a:gd name="connsiteY47" fmla="*/ 508789 h 604605"/>
              <a:gd name="connsiteX48" fmla="*/ 302701 w 605522"/>
              <a:gd name="connsiteY48" fmla="*/ 492800 h 604605"/>
              <a:gd name="connsiteX49" fmla="*/ 318715 w 605522"/>
              <a:gd name="connsiteY49" fmla="*/ 508789 h 604605"/>
              <a:gd name="connsiteX50" fmla="*/ 318715 w 605522"/>
              <a:gd name="connsiteY50" fmla="*/ 540410 h 604605"/>
              <a:gd name="connsiteX51" fmla="*/ 415512 w 605522"/>
              <a:gd name="connsiteY51" fmla="*/ 512608 h 604605"/>
              <a:gd name="connsiteX52" fmla="*/ 402367 w 605522"/>
              <a:gd name="connsiteY52" fmla="*/ 490175 h 604605"/>
              <a:gd name="connsiteX53" fmla="*/ 401530 w 605522"/>
              <a:gd name="connsiteY53" fmla="*/ 483851 h 604605"/>
              <a:gd name="connsiteX54" fmla="*/ 405474 w 605522"/>
              <a:gd name="connsiteY54" fmla="*/ 478720 h 604605"/>
              <a:gd name="connsiteX55" fmla="*/ 409657 w 605522"/>
              <a:gd name="connsiteY55" fmla="*/ 477527 h 604605"/>
              <a:gd name="connsiteX56" fmla="*/ 416946 w 605522"/>
              <a:gd name="connsiteY56" fmla="*/ 481703 h 604605"/>
              <a:gd name="connsiteX57" fmla="*/ 430092 w 605522"/>
              <a:gd name="connsiteY57" fmla="*/ 504136 h 604605"/>
              <a:gd name="connsiteX58" fmla="*/ 501196 w 605522"/>
              <a:gd name="connsiteY58" fmla="*/ 435048 h 604605"/>
              <a:gd name="connsiteX59" fmla="*/ 473830 w 605522"/>
              <a:gd name="connsiteY59" fmla="*/ 419298 h 604605"/>
              <a:gd name="connsiteX60" fmla="*/ 467974 w 605522"/>
              <a:gd name="connsiteY60" fmla="*/ 397581 h 604605"/>
              <a:gd name="connsiteX61" fmla="*/ 489724 w 605522"/>
              <a:gd name="connsiteY61" fmla="*/ 391734 h 604605"/>
              <a:gd name="connsiteX62" fmla="*/ 517209 w 605522"/>
              <a:gd name="connsiteY62" fmla="*/ 407485 h 604605"/>
              <a:gd name="connsiteX63" fmla="*/ 541588 w 605522"/>
              <a:gd name="connsiteY63" fmla="*/ 309999 h 604605"/>
              <a:gd name="connsiteX64" fmla="*/ 515536 w 605522"/>
              <a:gd name="connsiteY64" fmla="*/ 309999 h 604605"/>
              <a:gd name="connsiteX65" fmla="*/ 511354 w 605522"/>
              <a:gd name="connsiteY65" fmla="*/ 308925 h 604605"/>
              <a:gd name="connsiteX66" fmla="*/ 507171 w 605522"/>
              <a:gd name="connsiteY66" fmla="*/ 301646 h 604605"/>
              <a:gd name="connsiteX67" fmla="*/ 509561 w 605522"/>
              <a:gd name="connsiteY67" fmla="*/ 295680 h 604605"/>
              <a:gd name="connsiteX68" fmla="*/ 515536 w 605522"/>
              <a:gd name="connsiteY68" fmla="*/ 293174 h 604605"/>
              <a:gd name="connsiteX69" fmla="*/ 541588 w 605522"/>
              <a:gd name="connsiteY69" fmla="*/ 293174 h 604605"/>
              <a:gd name="connsiteX70" fmla="*/ 517209 w 605522"/>
              <a:gd name="connsiteY70" fmla="*/ 197001 h 604605"/>
              <a:gd name="connsiteX71" fmla="*/ 489724 w 605522"/>
              <a:gd name="connsiteY71" fmla="*/ 212871 h 604605"/>
              <a:gd name="connsiteX72" fmla="*/ 481836 w 605522"/>
              <a:gd name="connsiteY72" fmla="*/ 215018 h 604605"/>
              <a:gd name="connsiteX73" fmla="*/ 467974 w 605522"/>
              <a:gd name="connsiteY73" fmla="*/ 207024 h 604605"/>
              <a:gd name="connsiteX74" fmla="*/ 473830 w 605522"/>
              <a:gd name="connsiteY74" fmla="*/ 185307 h 604605"/>
              <a:gd name="connsiteX75" fmla="*/ 501196 w 605522"/>
              <a:gd name="connsiteY75" fmla="*/ 169437 h 604605"/>
              <a:gd name="connsiteX76" fmla="*/ 428777 w 605522"/>
              <a:gd name="connsiteY76" fmla="*/ 99634 h 604605"/>
              <a:gd name="connsiteX77" fmla="*/ 415871 w 605522"/>
              <a:gd name="connsiteY77" fmla="*/ 122066 h 604605"/>
              <a:gd name="connsiteX78" fmla="*/ 408581 w 605522"/>
              <a:gd name="connsiteY78" fmla="*/ 126362 h 604605"/>
              <a:gd name="connsiteX79" fmla="*/ 404398 w 605522"/>
              <a:gd name="connsiteY79" fmla="*/ 125288 h 604605"/>
              <a:gd name="connsiteX80" fmla="*/ 401291 w 605522"/>
              <a:gd name="connsiteY80" fmla="*/ 113714 h 604605"/>
              <a:gd name="connsiteX81" fmla="*/ 414198 w 605522"/>
              <a:gd name="connsiteY81" fmla="*/ 91281 h 604605"/>
              <a:gd name="connsiteX82" fmla="*/ 318715 w 605522"/>
              <a:gd name="connsiteY82" fmla="*/ 64195 h 604605"/>
              <a:gd name="connsiteX83" fmla="*/ 318715 w 605522"/>
              <a:gd name="connsiteY83" fmla="*/ 95816 h 604605"/>
              <a:gd name="connsiteX84" fmla="*/ 302701 w 605522"/>
              <a:gd name="connsiteY84" fmla="*/ 111685 h 604605"/>
              <a:gd name="connsiteX85" fmla="*/ 286807 w 605522"/>
              <a:gd name="connsiteY85" fmla="*/ 95816 h 604605"/>
              <a:gd name="connsiteX86" fmla="*/ 302701 w 605522"/>
              <a:gd name="connsiteY86" fmla="*/ 0 h 604605"/>
              <a:gd name="connsiteX87" fmla="*/ 605522 w 605522"/>
              <a:gd name="connsiteY87" fmla="*/ 302243 h 604605"/>
              <a:gd name="connsiteX88" fmla="*/ 302701 w 605522"/>
              <a:gd name="connsiteY88" fmla="*/ 604605 h 604605"/>
              <a:gd name="connsiteX89" fmla="*/ 0 w 605522"/>
              <a:gd name="connsiteY89" fmla="*/ 302243 h 604605"/>
              <a:gd name="connsiteX90" fmla="*/ 302701 w 605522"/>
              <a:gd name="connsiteY90" fmla="*/ 0 h 60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5522" h="604605">
                <a:moveTo>
                  <a:pt x="169739" y="214306"/>
                </a:moveTo>
                <a:cubicBezTo>
                  <a:pt x="174669" y="212874"/>
                  <a:pt x="180136" y="213322"/>
                  <a:pt x="184976" y="216005"/>
                </a:cubicBezTo>
                <a:lnTo>
                  <a:pt x="287155" y="272658"/>
                </a:lnTo>
                <a:cubicBezTo>
                  <a:pt x="291816" y="270153"/>
                  <a:pt x="297074" y="268841"/>
                  <a:pt x="302691" y="268841"/>
                </a:cubicBezTo>
                <a:cubicBezTo>
                  <a:pt x="308307" y="268841"/>
                  <a:pt x="313685" y="270153"/>
                  <a:pt x="318346" y="272658"/>
                </a:cubicBezTo>
                <a:lnTo>
                  <a:pt x="420524" y="216005"/>
                </a:lnTo>
                <a:cubicBezTo>
                  <a:pt x="430204" y="210638"/>
                  <a:pt x="442394" y="214216"/>
                  <a:pt x="447652" y="223877"/>
                </a:cubicBezTo>
                <a:cubicBezTo>
                  <a:pt x="453030" y="233418"/>
                  <a:pt x="449564" y="245584"/>
                  <a:pt x="439884" y="250951"/>
                </a:cubicBezTo>
                <a:lnTo>
                  <a:pt x="335674" y="308677"/>
                </a:lnTo>
                <a:cubicBezTo>
                  <a:pt x="332567" y="324063"/>
                  <a:pt x="319063" y="335751"/>
                  <a:pt x="302691" y="335751"/>
                </a:cubicBezTo>
                <a:cubicBezTo>
                  <a:pt x="286438" y="335751"/>
                  <a:pt x="272814" y="324182"/>
                  <a:pt x="269826" y="308677"/>
                </a:cubicBezTo>
                <a:lnTo>
                  <a:pt x="165497" y="250951"/>
                </a:lnTo>
                <a:cubicBezTo>
                  <a:pt x="155817" y="245584"/>
                  <a:pt x="152351" y="233418"/>
                  <a:pt x="157729" y="223877"/>
                </a:cubicBezTo>
                <a:cubicBezTo>
                  <a:pt x="160418" y="219047"/>
                  <a:pt x="164810" y="215737"/>
                  <a:pt x="169739" y="214306"/>
                </a:cubicBezTo>
                <a:close/>
                <a:moveTo>
                  <a:pt x="286807" y="64195"/>
                </a:moveTo>
                <a:cubicBezTo>
                  <a:pt x="252032" y="66462"/>
                  <a:pt x="219169" y="76247"/>
                  <a:pt x="190010" y="91878"/>
                </a:cubicBezTo>
                <a:lnTo>
                  <a:pt x="203036" y="114311"/>
                </a:lnTo>
                <a:cubicBezTo>
                  <a:pt x="204231" y="116339"/>
                  <a:pt x="204470" y="118606"/>
                  <a:pt x="203872" y="120754"/>
                </a:cubicBezTo>
                <a:cubicBezTo>
                  <a:pt x="203394" y="122902"/>
                  <a:pt x="201960" y="124692"/>
                  <a:pt x="200048" y="125885"/>
                </a:cubicBezTo>
                <a:cubicBezTo>
                  <a:pt x="197419" y="127436"/>
                  <a:pt x="194193" y="127317"/>
                  <a:pt x="191564" y="125885"/>
                </a:cubicBezTo>
                <a:cubicBezTo>
                  <a:pt x="190249" y="125169"/>
                  <a:pt x="189173" y="124095"/>
                  <a:pt x="188456" y="122782"/>
                </a:cubicBezTo>
                <a:lnTo>
                  <a:pt x="175431" y="100469"/>
                </a:lnTo>
                <a:cubicBezTo>
                  <a:pt x="147108" y="118248"/>
                  <a:pt x="122849" y="141874"/>
                  <a:pt x="104207" y="169557"/>
                </a:cubicBezTo>
                <a:lnTo>
                  <a:pt x="131692" y="185307"/>
                </a:lnTo>
                <a:cubicBezTo>
                  <a:pt x="139221" y="189722"/>
                  <a:pt x="141850" y="199387"/>
                  <a:pt x="137428" y="207024"/>
                </a:cubicBezTo>
                <a:cubicBezTo>
                  <a:pt x="134560" y="212155"/>
                  <a:pt x="129183" y="215018"/>
                  <a:pt x="123686" y="215018"/>
                </a:cubicBezTo>
                <a:cubicBezTo>
                  <a:pt x="120937" y="215018"/>
                  <a:pt x="118188" y="214302"/>
                  <a:pt x="115679" y="212871"/>
                </a:cubicBezTo>
                <a:lnTo>
                  <a:pt x="88313" y="197001"/>
                </a:lnTo>
                <a:cubicBezTo>
                  <a:pt x="73614" y="226593"/>
                  <a:pt x="65010" y="259645"/>
                  <a:pt x="63815" y="294606"/>
                </a:cubicBezTo>
                <a:lnTo>
                  <a:pt x="89866" y="294487"/>
                </a:lnTo>
                <a:cubicBezTo>
                  <a:pt x="94527" y="294487"/>
                  <a:pt x="98351" y="298305"/>
                  <a:pt x="98351" y="302959"/>
                </a:cubicBezTo>
                <a:cubicBezTo>
                  <a:pt x="98351" y="305107"/>
                  <a:pt x="97514" y="307254"/>
                  <a:pt x="95841" y="308925"/>
                </a:cubicBezTo>
                <a:cubicBezTo>
                  <a:pt x="94288" y="310476"/>
                  <a:pt x="92256" y="311311"/>
                  <a:pt x="89986" y="311311"/>
                </a:cubicBezTo>
                <a:lnTo>
                  <a:pt x="63934" y="311431"/>
                </a:lnTo>
                <a:cubicBezTo>
                  <a:pt x="65249" y="345795"/>
                  <a:pt x="73853" y="378370"/>
                  <a:pt x="88313" y="407604"/>
                </a:cubicBezTo>
                <a:lnTo>
                  <a:pt x="115679" y="391734"/>
                </a:lnTo>
                <a:cubicBezTo>
                  <a:pt x="123327" y="387320"/>
                  <a:pt x="133126" y="389945"/>
                  <a:pt x="137428" y="397581"/>
                </a:cubicBezTo>
                <a:cubicBezTo>
                  <a:pt x="141850" y="405218"/>
                  <a:pt x="139221" y="414883"/>
                  <a:pt x="131692" y="419298"/>
                </a:cubicBezTo>
                <a:lnTo>
                  <a:pt x="104207" y="435048"/>
                </a:lnTo>
                <a:cubicBezTo>
                  <a:pt x="123208" y="463208"/>
                  <a:pt x="147825" y="487073"/>
                  <a:pt x="176626" y="504971"/>
                </a:cubicBezTo>
                <a:lnTo>
                  <a:pt x="189532" y="482419"/>
                </a:lnTo>
                <a:cubicBezTo>
                  <a:pt x="191086" y="479794"/>
                  <a:pt x="193834" y="478243"/>
                  <a:pt x="196941" y="478243"/>
                </a:cubicBezTo>
                <a:cubicBezTo>
                  <a:pt x="198375" y="478243"/>
                  <a:pt x="199809" y="478601"/>
                  <a:pt x="201124" y="479317"/>
                </a:cubicBezTo>
                <a:cubicBezTo>
                  <a:pt x="203036" y="480510"/>
                  <a:pt x="204470" y="482300"/>
                  <a:pt x="205067" y="484448"/>
                </a:cubicBezTo>
                <a:cubicBezTo>
                  <a:pt x="205665" y="486595"/>
                  <a:pt x="205306" y="488863"/>
                  <a:pt x="204231" y="490772"/>
                </a:cubicBezTo>
                <a:lnTo>
                  <a:pt x="191325" y="513324"/>
                </a:lnTo>
                <a:cubicBezTo>
                  <a:pt x="220125" y="528597"/>
                  <a:pt x="252510" y="538143"/>
                  <a:pt x="286807" y="540410"/>
                </a:cubicBezTo>
                <a:lnTo>
                  <a:pt x="286807" y="508789"/>
                </a:lnTo>
                <a:cubicBezTo>
                  <a:pt x="286807" y="499960"/>
                  <a:pt x="293978" y="492800"/>
                  <a:pt x="302701" y="492800"/>
                </a:cubicBezTo>
                <a:cubicBezTo>
                  <a:pt x="311545" y="492800"/>
                  <a:pt x="318715" y="499960"/>
                  <a:pt x="318715" y="508789"/>
                </a:cubicBezTo>
                <a:lnTo>
                  <a:pt x="318715" y="540410"/>
                </a:lnTo>
                <a:cubicBezTo>
                  <a:pt x="353490" y="538143"/>
                  <a:pt x="386354" y="528358"/>
                  <a:pt x="415512" y="512608"/>
                </a:cubicBezTo>
                <a:lnTo>
                  <a:pt x="402367" y="490175"/>
                </a:lnTo>
                <a:cubicBezTo>
                  <a:pt x="401291" y="488266"/>
                  <a:pt x="400933" y="485999"/>
                  <a:pt x="401530" y="483851"/>
                </a:cubicBezTo>
                <a:cubicBezTo>
                  <a:pt x="402128" y="481703"/>
                  <a:pt x="403562" y="479794"/>
                  <a:pt x="405474" y="478720"/>
                </a:cubicBezTo>
                <a:cubicBezTo>
                  <a:pt x="406789" y="478004"/>
                  <a:pt x="408223" y="477527"/>
                  <a:pt x="409657" y="477527"/>
                </a:cubicBezTo>
                <a:cubicBezTo>
                  <a:pt x="412644" y="477527"/>
                  <a:pt x="415512" y="479198"/>
                  <a:pt x="416946" y="481703"/>
                </a:cubicBezTo>
                <a:lnTo>
                  <a:pt x="430092" y="504136"/>
                </a:lnTo>
                <a:cubicBezTo>
                  <a:pt x="458294" y="486357"/>
                  <a:pt x="482553" y="462731"/>
                  <a:pt x="501196" y="435048"/>
                </a:cubicBezTo>
                <a:lnTo>
                  <a:pt x="473830" y="419298"/>
                </a:lnTo>
                <a:cubicBezTo>
                  <a:pt x="466182" y="414883"/>
                  <a:pt x="463672" y="405218"/>
                  <a:pt x="467974" y="397581"/>
                </a:cubicBezTo>
                <a:cubicBezTo>
                  <a:pt x="472396" y="389945"/>
                  <a:pt x="482195" y="387320"/>
                  <a:pt x="489724" y="391734"/>
                </a:cubicBezTo>
                <a:lnTo>
                  <a:pt x="517209" y="407485"/>
                </a:lnTo>
                <a:cubicBezTo>
                  <a:pt x="531789" y="377893"/>
                  <a:pt x="540512" y="344841"/>
                  <a:pt x="541588" y="309999"/>
                </a:cubicBezTo>
                <a:lnTo>
                  <a:pt x="515536" y="309999"/>
                </a:lnTo>
                <a:cubicBezTo>
                  <a:pt x="514102" y="309999"/>
                  <a:pt x="512668" y="309641"/>
                  <a:pt x="511354" y="308925"/>
                </a:cubicBezTo>
                <a:cubicBezTo>
                  <a:pt x="508725" y="307493"/>
                  <a:pt x="507171" y="304629"/>
                  <a:pt x="507171" y="301646"/>
                </a:cubicBezTo>
                <a:cubicBezTo>
                  <a:pt x="507171" y="299379"/>
                  <a:pt x="508008" y="297351"/>
                  <a:pt x="509561" y="295680"/>
                </a:cubicBezTo>
                <a:cubicBezTo>
                  <a:pt x="511115" y="294129"/>
                  <a:pt x="513266" y="293174"/>
                  <a:pt x="515536" y="293174"/>
                </a:cubicBezTo>
                <a:lnTo>
                  <a:pt x="541588" y="293174"/>
                </a:lnTo>
                <a:cubicBezTo>
                  <a:pt x="540273" y="258810"/>
                  <a:pt x="531669" y="226235"/>
                  <a:pt x="517209" y="197001"/>
                </a:cubicBezTo>
                <a:lnTo>
                  <a:pt x="489724" y="212871"/>
                </a:lnTo>
                <a:cubicBezTo>
                  <a:pt x="487214" y="214302"/>
                  <a:pt x="484585" y="215018"/>
                  <a:pt x="481836" y="215018"/>
                </a:cubicBezTo>
                <a:cubicBezTo>
                  <a:pt x="476339" y="215018"/>
                  <a:pt x="470962" y="212155"/>
                  <a:pt x="467974" y="207024"/>
                </a:cubicBezTo>
                <a:cubicBezTo>
                  <a:pt x="463553" y="199387"/>
                  <a:pt x="466182" y="189722"/>
                  <a:pt x="473830" y="185307"/>
                </a:cubicBezTo>
                <a:lnTo>
                  <a:pt x="501196" y="169437"/>
                </a:lnTo>
                <a:cubicBezTo>
                  <a:pt x="482314" y="141397"/>
                  <a:pt x="457577" y="117532"/>
                  <a:pt x="428777" y="99634"/>
                </a:cubicBezTo>
                <a:lnTo>
                  <a:pt x="415871" y="122066"/>
                </a:lnTo>
                <a:cubicBezTo>
                  <a:pt x="414437" y="124692"/>
                  <a:pt x="411569" y="126362"/>
                  <a:pt x="408581" y="126362"/>
                </a:cubicBezTo>
                <a:cubicBezTo>
                  <a:pt x="407147" y="126362"/>
                  <a:pt x="405713" y="126004"/>
                  <a:pt x="404398" y="125288"/>
                </a:cubicBezTo>
                <a:cubicBezTo>
                  <a:pt x="400335" y="122902"/>
                  <a:pt x="398901" y="117771"/>
                  <a:pt x="401291" y="113714"/>
                </a:cubicBezTo>
                <a:lnTo>
                  <a:pt x="414198" y="91281"/>
                </a:lnTo>
                <a:cubicBezTo>
                  <a:pt x="385278" y="76008"/>
                  <a:pt x="353012" y="66462"/>
                  <a:pt x="318715" y="64195"/>
                </a:cubicBezTo>
                <a:lnTo>
                  <a:pt x="318715" y="95816"/>
                </a:lnTo>
                <a:cubicBezTo>
                  <a:pt x="318715" y="104645"/>
                  <a:pt x="311545" y="111685"/>
                  <a:pt x="302701" y="111685"/>
                </a:cubicBezTo>
                <a:cubicBezTo>
                  <a:pt x="293978" y="111685"/>
                  <a:pt x="286807" y="104645"/>
                  <a:pt x="286807" y="95816"/>
                </a:cubicBezTo>
                <a:close/>
                <a:moveTo>
                  <a:pt x="302701" y="0"/>
                </a:moveTo>
                <a:cubicBezTo>
                  <a:pt x="469647" y="0"/>
                  <a:pt x="605522" y="135550"/>
                  <a:pt x="605522" y="302243"/>
                </a:cubicBezTo>
                <a:cubicBezTo>
                  <a:pt x="605522" y="468936"/>
                  <a:pt x="469647" y="604605"/>
                  <a:pt x="302701" y="604605"/>
                </a:cubicBezTo>
                <a:cubicBezTo>
                  <a:pt x="135755" y="604605"/>
                  <a:pt x="0" y="468936"/>
                  <a:pt x="0" y="302243"/>
                </a:cubicBezTo>
                <a:cubicBezTo>
                  <a:pt x="0" y="135550"/>
                  <a:pt x="135755" y="0"/>
                  <a:pt x="302701" y="0"/>
                </a:cubicBezTo>
                <a:close/>
              </a:path>
            </a:pathLst>
          </a:custGeom>
          <a:solidFill>
            <a:srgbClr val="92D050"/>
          </a:solidFill>
          <a:ln w="38100">
            <a:noFill/>
          </a:ln>
        </p:spPr>
        <p:style>
          <a:lnRef idx="2">
            <a:schemeClr val="dk1"/>
          </a:lnRef>
          <a:fillRef idx="1">
            <a:schemeClr val="lt1"/>
          </a:fillRef>
          <a:effectRef idx="0">
            <a:schemeClr val="dk1"/>
          </a:effectRef>
          <a:fontRef idx="minor">
            <a:schemeClr val="dk1"/>
          </a:fontRef>
        </p:style>
        <p:txBody>
          <a:bodyPr anchor="ctr">
            <a:norm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algn="ctr" fontAlgn="auto">
              <a:spcBef>
                <a:spcPts val="0"/>
              </a:spcBef>
              <a:spcAft>
                <a:spcPts val="0"/>
              </a:spcAft>
              <a:defRPr/>
            </a:pPr>
            <a:endParaRPr lang="en-US" dirty="0">
              <a:solidFill>
                <a:srgbClr val="FF0000"/>
              </a:solidFill>
            </a:endParaRPr>
          </a:p>
        </p:txBody>
      </p:sp>
      <p:sp>
        <p:nvSpPr>
          <p:cNvPr id="58" name="îṧļíḑe"/>
          <p:cNvSpPr/>
          <p:nvPr/>
        </p:nvSpPr>
        <p:spPr bwMode="auto">
          <a:xfrm>
            <a:off x="3402965" y="3613468"/>
            <a:ext cx="642938" cy="642937"/>
          </a:xfrm>
          <a:prstGeom prst="ellipse">
            <a:avLst/>
          </a:prstGeom>
          <a:solidFill>
            <a:schemeClr val="bg1"/>
          </a:solidFill>
          <a:ln w="6350">
            <a:solidFill>
              <a:schemeClr val="tx2"/>
            </a:solidFill>
          </a:ln>
        </p:spPr>
        <p:style>
          <a:lnRef idx="2">
            <a:schemeClr val="dk1"/>
          </a:lnRef>
          <a:fillRef idx="1">
            <a:schemeClr val="lt1"/>
          </a:fillRef>
          <a:effectRef idx="0">
            <a:schemeClr val="dk1"/>
          </a:effectRef>
          <a:fontRef idx="minor">
            <a:schemeClr val="dk1"/>
          </a:fontRef>
        </p:style>
        <p:txBody>
          <a:bodyPr anchor="ctr">
            <a:normAutofit lnSpcReduction="10000"/>
          </a:bodyPr>
          <a:lstStyle/>
          <a:p>
            <a:pPr algn="ctr" defTabSz="913765" eaLnBrk="1" fontAlgn="auto" hangingPunct="1">
              <a:spcBef>
                <a:spcPts val="0"/>
              </a:spcBef>
              <a:spcAft>
                <a:spcPts val="0"/>
              </a:spcAft>
              <a:defRPr/>
            </a:pPr>
            <a:endParaRPr lang="en-US" dirty="0">
              <a:solidFill>
                <a:srgbClr val="000000"/>
              </a:solidFill>
            </a:endParaRPr>
          </a:p>
        </p:txBody>
      </p:sp>
      <p:sp>
        <p:nvSpPr>
          <p:cNvPr id="59" name="ïṥľíḍe"/>
          <p:cNvSpPr/>
          <p:nvPr/>
        </p:nvSpPr>
        <p:spPr bwMode="auto">
          <a:xfrm>
            <a:off x="3533140" y="3743643"/>
            <a:ext cx="384175" cy="382587"/>
          </a:xfrm>
          <a:custGeom>
            <a:avLst/>
            <a:gdLst>
              <a:gd name="connsiteX0" fmla="*/ 169739 w 605522"/>
              <a:gd name="connsiteY0" fmla="*/ 214306 h 604605"/>
              <a:gd name="connsiteX1" fmla="*/ 184976 w 605522"/>
              <a:gd name="connsiteY1" fmla="*/ 216005 h 604605"/>
              <a:gd name="connsiteX2" fmla="*/ 287155 w 605522"/>
              <a:gd name="connsiteY2" fmla="*/ 272658 h 604605"/>
              <a:gd name="connsiteX3" fmla="*/ 302691 w 605522"/>
              <a:gd name="connsiteY3" fmla="*/ 268841 h 604605"/>
              <a:gd name="connsiteX4" fmla="*/ 318346 w 605522"/>
              <a:gd name="connsiteY4" fmla="*/ 272658 h 604605"/>
              <a:gd name="connsiteX5" fmla="*/ 420524 w 605522"/>
              <a:gd name="connsiteY5" fmla="*/ 216005 h 604605"/>
              <a:gd name="connsiteX6" fmla="*/ 447652 w 605522"/>
              <a:gd name="connsiteY6" fmla="*/ 223877 h 604605"/>
              <a:gd name="connsiteX7" fmla="*/ 439884 w 605522"/>
              <a:gd name="connsiteY7" fmla="*/ 250951 h 604605"/>
              <a:gd name="connsiteX8" fmla="*/ 335674 w 605522"/>
              <a:gd name="connsiteY8" fmla="*/ 308677 h 604605"/>
              <a:gd name="connsiteX9" fmla="*/ 302691 w 605522"/>
              <a:gd name="connsiteY9" fmla="*/ 335751 h 604605"/>
              <a:gd name="connsiteX10" fmla="*/ 269826 w 605522"/>
              <a:gd name="connsiteY10" fmla="*/ 308677 h 604605"/>
              <a:gd name="connsiteX11" fmla="*/ 165497 w 605522"/>
              <a:gd name="connsiteY11" fmla="*/ 250951 h 604605"/>
              <a:gd name="connsiteX12" fmla="*/ 157729 w 605522"/>
              <a:gd name="connsiteY12" fmla="*/ 223877 h 604605"/>
              <a:gd name="connsiteX13" fmla="*/ 169739 w 605522"/>
              <a:gd name="connsiteY13" fmla="*/ 214306 h 604605"/>
              <a:gd name="connsiteX14" fmla="*/ 286807 w 605522"/>
              <a:gd name="connsiteY14" fmla="*/ 64195 h 604605"/>
              <a:gd name="connsiteX15" fmla="*/ 190010 w 605522"/>
              <a:gd name="connsiteY15" fmla="*/ 91878 h 604605"/>
              <a:gd name="connsiteX16" fmla="*/ 203036 w 605522"/>
              <a:gd name="connsiteY16" fmla="*/ 114311 h 604605"/>
              <a:gd name="connsiteX17" fmla="*/ 203872 w 605522"/>
              <a:gd name="connsiteY17" fmla="*/ 120754 h 604605"/>
              <a:gd name="connsiteX18" fmla="*/ 200048 w 605522"/>
              <a:gd name="connsiteY18" fmla="*/ 125885 h 604605"/>
              <a:gd name="connsiteX19" fmla="*/ 191564 w 605522"/>
              <a:gd name="connsiteY19" fmla="*/ 125885 h 604605"/>
              <a:gd name="connsiteX20" fmla="*/ 188456 w 605522"/>
              <a:gd name="connsiteY20" fmla="*/ 122782 h 604605"/>
              <a:gd name="connsiteX21" fmla="*/ 175431 w 605522"/>
              <a:gd name="connsiteY21" fmla="*/ 100469 h 604605"/>
              <a:gd name="connsiteX22" fmla="*/ 104207 w 605522"/>
              <a:gd name="connsiteY22" fmla="*/ 169557 h 604605"/>
              <a:gd name="connsiteX23" fmla="*/ 131692 w 605522"/>
              <a:gd name="connsiteY23" fmla="*/ 185307 h 604605"/>
              <a:gd name="connsiteX24" fmla="*/ 137428 w 605522"/>
              <a:gd name="connsiteY24" fmla="*/ 207024 h 604605"/>
              <a:gd name="connsiteX25" fmla="*/ 123686 w 605522"/>
              <a:gd name="connsiteY25" fmla="*/ 215018 h 604605"/>
              <a:gd name="connsiteX26" fmla="*/ 115679 w 605522"/>
              <a:gd name="connsiteY26" fmla="*/ 212871 h 604605"/>
              <a:gd name="connsiteX27" fmla="*/ 88313 w 605522"/>
              <a:gd name="connsiteY27" fmla="*/ 197001 h 604605"/>
              <a:gd name="connsiteX28" fmla="*/ 63815 w 605522"/>
              <a:gd name="connsiteY28" fmla="*/ 294606 h 604605"/>
              <a:gd name="connsiteX29" fmla="*/ 89866 w 605522"/>
              <a:gd name="connsiteY29" fmla="*/ 294487 h 604605"/>
              <a:gd name="connsiteX30" fmla="*/ 98351 w 605522"/>
              <a:gd name="connsiteY30" fmla="*/ 302959 h 604605"/>
              <a:gd name="connsiteX31" fmla="*/ 95841 w 605522"/>
              <a:gd name="connsiteY31" fmla="*/ 308925 h 604605"/>
              <a:gd name="connsiteX32" fmla="*/ 89986 w 605522"/>
              <a:gd name="connsiteY32" fmla="*/ 311311 h 604605"/>
              <a:gd name="connsiteX33" fmla="*/ 63934 w 605522"/>
              <a:gd name="connsiteY33" fmla="*/ 311431 h 604605"/>
              <a:gd name="connsiteX34" fmla="*/ 88313 w 605522"/>
              <a:gd name="connsiteY34" fmla="*/ 407604 h 604605"/>
              <a:gd name="connsiteX35" fmla="*/ 115679 w 605522"/>
              <a:gd name="connsiteY35" fmla="*/ 391734 h 604605"/>
              <a:gd name="connsiteX36" fmla="*/ 137428 w 605522"/>
              <a:gd name="connsiteY36" fmla="*/ 397581 h 604605"/>
              <a:gd name="connsiteX37" fmla="*/ 131692 w 605522"/>
              <a:gd name="connsiteY37" fmla="*/ 419298 h 604605"/>
              <a:gd name="connsiteX38" fmla="*/ 104207 w 605522"/>
              <a:gd name="connsiteY38" fmla="*/ 435048 h 604605"/>
              <a:gd name="connsiteX39" fmla="*/ 176626 w 605522"/>
              <a:gd name="connsiteY39" fmla="*/ 504971 h 604605"/>
              <a:gd name="connsiteX40" fmla="*/ 189532 w 605522"/>
              <a:gd name="connsiteY40" fmla="*/ 482419 h 604605"/>
              <a:gd name="connsiteX41" fmla="*/ 196941 w 605522"/>
              <a:gd name="connsiteY41" fmla="*/ 478243 h 604605"/>
              <a:gd name="connsiteX42" fmla="*/ 201124 w 605522"/>
              <a:gd name="connsiteY42" fmla="*/ 479317 h 604605"/>
              <a:gd name="connsiteX43" fmla="*/ 205067 w 605522"/>
              <a:gd name="connsiteY43" fmla="*/ 484448 h 604605"/>
              <a:gd name="connsiteX44" fmla="*/ 204231 w 605522"/>
              <a:gd name="connsiteY44" fmla="*/ 490772 h 604605"/>
              <a:gd name="connsiteX45" fmla="*/ 191325 w 605522"/>
              <a:gd name="connsiteY45" fmla="*/ 513324 h 604605"/>
              <a:gd name="connsiteX46" fmla="*/ 286807 w 605522"/>
              <a:gd name="connsiteY46" fmla="*/ 540410 h 604605"/>
              <a:gd name="connsiteX47" fmla="*/ 286807 w 605522"/>
              <a:gd name="connsiteY47" fmla="*/ 508789 h 604605"/>
              <a:gd name="connsiteX48" fmla="*/ 302701 w 605522"/>
              <a:gd name="connsiteY48" fmla="*/ 492800 h 604605"/>
              <a:gd name="connsiteX49" fmla="*/ 318715 w 605522"/>
              <a:gd name="connsiteY49" fmla="*/ 508789 h 604605"/>
              <a:gd name="connsiteX50" fmla="*/ 318715 w 605522"/>
              <a:gd name="connsiteY50" fmla="*/ 540410 h 604605"/>
              <a:gd name="connsiteX51" fmla="*/ 415512 w 605522"/>
              <a:gd name="connsiteY51" fmla="*/ 512608 h 604605"/>
              <a:gd name="connsiteX52" fmla="*/ 402367 w 605522"/>
              <a:gd name="connsiteY52" fmla="*/ 490175 h 604605"/>
              <a:gd name="connsiteX53" fmla="*/ 401530 w 605522"/>
              <a:gd name="connsiteY53" fmla="*/ 483851 h 604605"/>
              <a:gd name="connsiteX54" fmla="*/ 405474 w 605522"/>
              <a:gd name="connsiteY54" fmla="*/ 478720 h 604605"/>
              <a:gd name="connsiteX55" fmla="*/ 409657 w 605522"/>
              <a:gd name="connsiteY55" fmla="*/ 477527 h 604605"/>
              <a:gd name="connsiteX56" fmla="*/ 416946 w 605522"/>
              <a:gd name="connsiteY56" fmla="*/ 481703 h 604605"/>
              <a:gd name="connsiteX57" fmla="*/ 430092 w 605522"/>
              <a:gd name="connsiteY57" fmla="*/ 504136 h 604605"/>
              <a:gd name="connsiteX58" fmla="*/ 501196 w 605522"/>
              <a:gd name="connsiteY58" fmla="*/ 435048 h 604605"/>
              <a:gd name="connsiteX59" fmla="*/ 473830 w 605522"/>
              <a:gd name="connsiteY59" fmla="*/ 419298 h 604605"/>
              <a:gd name="connsiteX60" fmla="*/ 467974 w 605522"/>
              <a:gd name="connsiteY60" fmla="*/ 397581 h 604605"/>
              <a:gd name="connsiteX61" fmla="*/ 489724 w 605522"/>
              <a:gd name="connsiteY61" fmla="*/ 391734 h 604605"/>
              <a:gd name="connsiteX62" fmla="*/ 517209 w 605522"/>
              <a:gd name="connsiteY62" fmla="*/ 407485 h 604605"/>
              <a:gd name="connsiteX63" fmla="*/ 541588 w 605522"/>
              <a:gd name="connsiteY63" fmla="*/ 309999 h 604605"/>
              <a:gd name="connsiteX64" fmla="*/ 515536 w 605522"/>
              <a:gd name="connsiteY64" fmla="*/ 309999 h 604605"/>
              <a:gd name="connsiteX65" fmla="*/ 511354 w 605522"/>
              <a:gd name="connsiteY65" fmla="*/ 308925 h 604605"/>
              <a:gd name="connsiteX66" fmla="*/ 507171 w 605522"/>
              <a:gd name="connsiteY66" fmla="*/ 301646 h 604605"/>
              <a:gd name="connsiteX67" fmla="*/ 509561 w 605522"/>
              <a:gd name="connsiteY67" fmla="*/ 295680 h 604605"/>
              <a:gd name="connsiteX68" fmla="*/ 515536 w 605522"/>
              <a:gd name="connsiteY68" fmla="*/ 293174 h 604605"/>
              <a:gd name="connsiteX69" fmla="*/ 541588 w 605522"/>
              <a:gd name="connsiteY69" fmla="*/ 293174 h 604605"/>
              <a:gd name="connsiteX70" fmla="*/ 517209 w 605522"/>
              <a:gd name="connsiteY70" fmla="*/ 197001 h 604605"/>
              <a:gd name="connsiteX71" fmla="*/ 489724 w 605522"/>
              <a:gd name="connsiteY71" fmla="*/ 212871 h 604605"/>
              <a:gd name="connsiteX72" fmla="*/ 481836 w 605522"/>
              <a:gd name="connsiteY72" fmla="*/ 215018 h 604605"/>
              <a:gd name="connsiteX73" fmla="*/ 467974 w 605522"/>
              <a:gd name="connsiteY73" fmla="*/ 207024 h 604605"/>
              <a:gd name="connsiteX74" fmla="*/ 473830 w 605522"/>
              <a:gd name="connsiteY74" fmla="*/ 185307 h 604605"/>
              <a:gd name="connsiteX75" fmla="*/ 501196 w 605522"/>
              <a:gd name="connsiteY75" fmla="*/ 169437 h 604605"/>
              <a:gd name="connsiteX76" fmla="*/ 428777 w 605522"/>
              <a:gd name="connsiteY76" fmla="*/ 99634 h 604605"/>
              <a:gd name="connsiteX77" fmla="*/ 415871 w 605522"/>
              <a:gd name="connsiteY77" fmla="*/ 122066 h 604605"/>
              <a:gd name="connsiteX78" fmla="*/ 408581 w 605522"/>
              <a:gd name="connsiteY78" fmla="*/ 126362 h 604605"/>
              <a:gd name="connsiteX79" fmla="*/ 404398 w 605522"/>
              <a:gd name="connsiteY79" fmla="*/ 125288 h 604605"/>
              <a:gd name="connsiteX80" fmla="*/ 401291 w 605522"/>
              <a:gd name="connsiteY80" fmla="*/ 113714 h 604605"/>
              <a:gd name="connsiteX81" fmla="*/ 414198 w 605522"/>
              <a:gd name="connsiteY81" fmla="*/ 91281 h 604605"/>
              <a:gd name="connsiteX82" fmla="*/ 318715 w 605522"/>
              <a:gd name="connsiteY82" fmla="*/ 64195 h 604605"/>
              <a:gd name="connsiteX83" fmla="*/ 318715 w 605522"/>
              <a:gd name="connsiteY83" fmla="*/ 95816 h 604605"/>
              <a:gd name="connsiteX84" fmla="*/ 302701 w 605522"/>
              <a:gd name="connsiteY84" fmla="*/ 111685 h 604605"/>
              <a:gd name="connsiteX85" fmla="*/ 286807 w 605522"/>
              <a:gd name="connsiteY85" fmla="*/ 95816 h 604605"/>
              <a:gd name="connsiteX86" fmla="*/ 302701 w 605522"/>
              <a:gd name="connsiteY86" fmla="*/ 0 h 604605"/>
              <a:gd name="connsiteX87" fmla="*/ 605522 w 605522"/>
              <a:gd name="connsiteY87" fmla="*/ 302243 h 604605"/>
              <a:gd name="connsiteX88" fmla="*/ 302701 w 605522"/>
              <a:gd name="connsiteY88" fmla="*/ 604605 h 604605"/>
              <a:gd name="connsiteX89" fmla="*/ 0 w 605522"/>
              <a:gd name="connsiteY89" fmla="*/ 302243 h 604605"/>
              <a:gd name="connsiteX90" fmla="*/ 302701 w 605522"/>
              <a:gd name="connsiteY90" fmla="*/ 0 h 60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5522" h="604605">
                <a:moveTo>
                  <a:pt x="169739" y="214306"/>
                </a:moveTo>
                <a:cubicBezTo>
                  <a:pt x="174669" y="212874"/>
                  <a:pt x="180136" y="213322"/>
                  <a:pt x="184976" y="216005"/>
                </a:cubicBezTo>
                <a:lnTo>
                  <a:pt x="287155" y="272658"/>
                </a:lnTo>
                <a:cubicBezTo>
                  <a:pt x="291816" y="270153"/>
                  <a:pt x="297074" y="268841"/>
                  <a:pt x="302691" y="268841"/>
                </a:cubicBezTo>
                <a:cubicBezTo>
                  <a:pt x="308307" y="268841"/>
                  <a:pt x="313685" y="270153"/>
                  <a:pt x="318346" y="272658"/>
                </a:cubicBezTo>
                <a:lnTo>
                  <a:pt x="420524" y="216005"/>
                </a:lnTo>
                <a:cubicBezTo>
                  <a:pt x="430204" y="210638"/>
                  <a:pt x="442394" y="214216"/>
                  <a:pt x="447652" y="223877"/>
                </a:cubicBezTo>
                <a:cubicBezTo>
                  <a:pt x="453030" y="233418"/>
                  <a:pt x="449564" y="245584"/>
                  <a:pt x="439884" y="250951"/>
                </a:cubicBezTo>
                <a:lnTo>
                  <a:pt x="335674" y="308677"/>
                </a:lnTo>
                <a:cubicBezTo>
                  <a:pt x="332567" y="324063"/>
                  <a:pt x="319063" y="335751"/>
                  <a:pt x="302691" y="335751"/>
                </a:cubicBezTo>
                <a:cubicBezTo>
                  <a:pt x="286438" y="335751"/>
                  <a:pt x="272814" y="324182"/>
                  <a:pt x="269826" y="308677"/>
                </a:cubicBezTo>
                <a:lnTo>
                  <a:pt x="165497" y="250951"/>
                </a:lnTo>
                <a:cubicBezTo>
                  <a:pt x="155817" y="245584"/>
                  <a:pt x="152351" y="233418"/>
                  <a:pt x="157729" y="223877"/>
                </a:cubicBezTo>
                <a:cubicBezTo>
                  <a:pt x="160418" y="219047"/>
                  <a:pt x="164810" y="215737"/>
                  <a:pt x="169739" y="214306"/>
                </a:cubicBezTo>
                <a:close/>
                <a:moveTo>
                  <a:pt x="286807" y="64195"/>
                </a:moveTo>
                <a:cubicBezTo>
                  <a:pt x="252032" y="66462"/>
                  <a:pt x="219169" y="76247"/>
                  <a:pt x="190010" y="91878"/>
                </a:cubicBezTo>
                <a:lnTo>
                  <a:pt x="203036" y="114311"/>
                </a:lnTo>
                <a:cubicBezTo>
                  <a:pt x="204231" y="116339"/>
                  <a:pt x="204470" y="118606"/>
                  <a:pt x="203872" y="120754"/>
                </a:cubicBezTo>
                <a:cubicBezTo>
                  <a:pt x="203394" y="122902"/>
                  <a:pt x="201960" y="124692"/>
                  <a:pt x="200048" y="125885"/>
                </a:cubicBezTo>
                <a:cubicBezTo>
                  <a:pt x="197419" y="127436"/>
                  <a:pt x="194193" y="127317"/>
                  <a:pt x="191564" y="125885"/>
                </a:cubicBezTo>
                <a:cubicBezTo>
                  <a:pt x="190249" y="125169"/>
                  <a:pt x="189173" y="124095"/>
                  <a:pt x="188456" y="122782"/>
                </a:cubicBezTo>
                <a:lnTo>
                  <a:pt x="175431" y="100469"/>
                </a:lnTo>
                <a:cubicBezTo>
                  <a:pt x="147108" y="118248"/>
                  <a:pt x="122849" y="141874"/>
                  <a:pt x="104207" y="169557"/>
                </a:cubicBezTo>
                <a:lnTo>
                  <a:pt x="131692" y="185307"/>
                </a:lnTo>
                <a:cubicBezTo>
                  <a:pt x="139221" y="189722"/>
                  <a:pt x="141850" y="199387"/>
                  <a:pt x="137428" y="207024"/>
                </a:cubicBezTo>
                <a:cubicBezTo>
                  <a:pt x="134560" y="212155"/>
                  <a:pt x="129183" y="215018"/>
                  <a:pt x="123686" y="215018"/>
                </a:cubicBezTo>
                <a:cubicBezTo>
                  <a:pt x="120937" y="215018"/>
                  <a:pt x="118188" y="214302"/>
                  <a:pt x="115679" y="212871"/>
                </a:cubicBezTo>
                <a:lnTo>
                  <a:pt x="88313" y="197001"/>
                </a:lnTo>
                <a:cubicBezTo>
                  <a:pt x="73614" y="226593"/>
                  <a:pt x="65010" y="259645"/>
                  <a:pt x="63815" y="294606"/>
                </a:cubicBezTo>
                <a:lnTo>
                  <a:pt x="89866" y="294487"/>
                </a:lnTo>
                <a:cubicBezTo>
                  <a:pt x="94527" y="294487"/>
                  <a:pt x="98351" y="298305"/>
                  <a:pt x="98351" y="302959"/>
                </a:cubicBezTo>
                <a:cubicBezTo>
                  <a:pt x="98351" y="305107"/>
                  <a:pt x="97514" y="307254"/>
                  <a:pt x="95841" y="308925"/>
                </a:cubicBezTo>
                <a:cubicBezTo>
                  <a:pt x="94288" y="310476"/>
                  <a:pt x="92256" y="311311"/>
                  <a:pt x="89986" y="311311"/>
                </a:cubicBezTo>
                <a:lnTo>
                  <a:pt x="63934" y="311431"/>
                </a:lnTo>
                <a:cubicBezTo>
                  <a:pt x="65249" y="345795"/>
                  <a:pt x="73853" y="378370"/>
                  <a:pt x="88313" y="407604"/>
                </a:cubicBezTo>
                <a:lnTo>
                  <a:pt x="115679" y="391734"/>
                </a:lnTo>
                <a:cubicBezTo>
                  <a:pt x="123327" y="387320"/>
                  <a:pt x="133126" y="389945"/>
                  <a:pt x="137428" y="397581"/>
                </a:cubicBezTo>
                <a:cubicBezTo>
                  <a:pt x="141850" y="405218"/>
                  <a:pt x="139221" y="414883"/>
                  <a:pt x="131692" y="419298"/>
                </a:cubicBezTo>
                <a:lnTo>
                  <a:pt x="104207" y="435048"/>
                </a:lnTo>
                <a:cubicBezTo>
                  <a:pt x="123208" y="463208"/>
                  <a:pt x="147825" y="487073"/>
                  <a:pt x="176626" y="504971"/>
                </a:cubicBezTo>
                <a:lnTo>
                  <a:pt x="189532" y="482419"/>
                </a:lnTo>
                <a:cubicBezTo>
                  <a:pt x="191086" y="479794"/>
                  <a:pt x="193834" y="478243"/>
                  <a:pt x="196941" y="478243"/>
                </a:cubicBezTo>
                <a:cubicBezTo>
                  <a:pt x="198375" y="478243"/>
                  <a:pt x="199809" y="478601"/>
                  <a:pt x="201124" y="479317"/>
                </a:cubicBezTo>
                <a:cubicBezTo>
                  <a:pt x="203036" y="480510"/>
                  <a:pt x="204470" y="482300"/>
                  <a:pt x="205067" y="484448"/>
                </a:cubicBezTo>
                <a:cubicBezTo>
                  <a:pt x="205665" y="486595"/>
                  <a:pt x="205306" y="488863"/>
                  <a:pt x="204231" y="490772"/>
                </a:cubicBezTo>
                <a:lnTo>
                  <a:pt x="191325" y="513324"/>
                </a:lnTo>
                <a:cubicBezTo>
                  <a:pt x="220125" y="528597"/>
                  <a:pt x="252510" y="538143"/>
                  <a:pt x="286807" y="540410"/>
                </a:cubicBezTo>
                <a:lnTo>
                  <a:pt x="286807" y="508789"/>
                </a:lnTo>
                <a:cubicBezTo>
                  <a:pt x="286807" y="499960"/>
                  <a:pt x="293978" y="492800"/>
                  <a:pt x="302701" y="492800"/>
                </a:cubicBezTo>
                <a:cubicBezTo>
                  <a:pt x="311545" y="492800"/>
                  <a:pt x="318715" y="499960"/>
                  <a:pt x="318715" y="508789"/>
                </a:cubicBezTo>
                <a:lnTo>
                  <a:pt x="318715" y="540410"/>
                </a:lnTo>
                <a:cubicBezTo>
                  <a:pt x="353490" y="538143"/>
                  <a:pt x="386354" y="528358"/>
                  <a:pt x="415512" y="512608"/>
                </a:cubicBezTo>
                <a:lnTo>
                  <a:pt x="402367" y="490175"/>
                </a:lnTo>
                <a:cubicBezTo>
                  <a:pt x="401291" y="488266"/>
                  <a:pt x="400933" y="485999"/>
                  <a:pt x="401530" y="483851"/>
                </a:cubicBezTo>
                <a:cubicBezTo>
                  <a:pt x="402128" y="481703"/>
                  <a:pt x="403562" y="479794"/>
                  <a:pt x="405474" y="478720"/>
                </a:cubicBezTo>
                <a:cubicBezTo>
                  <a:pt x="406789" y="478004"/>
                  <a:pt x="408223" y="477527"/>
                  <a:pt x="409657" y="477527"/>
                </a:cubicBezTo>
                <a:cubicBezTo>
                  <a:pt x="412644" y="477527"/>
                  <a:pt x="415512" y="479198"/>
                  <a:pt x="416946" y="481703"/>
                </a:cubicBezTo>
                <a:lnTo>
                  <a:pt x="430092" y="504136"/>
                </a:lnTo>
                <a:cubicBezTo>
                  <a:pt x="458294" y="486357"/>
                  <a:pt x="482553" y="462731"/>
                  <a:pt x="501196" y="435048"/>
                </a:cubicBezTo>
                <a:lnTo>
                  <a:pt x="473830" y="419298"/>
                </a:lnTo>
                <a:cubicBezTo>
                  <a:pt x="466182" y="414883"/>
                  <a:pt x="463672" y="405218"/>
                  <a:pt x="467974" y="397581"/>
                </a:cubicBezTo>
                <a:cubicBezTo>
                  <a:pt x="472396" y="389945"/>
                  <a:pt x="482195" y="387320"/>
                  <a:pt x="489724" y="391734"/>
                </a:cubicBezTo>
                <a:lnTo>
                  <a:pt x="517209" y="407485"/>
                </a:lnTo>
                <a:cubicBezTo>
                  <a:pt x="531789" y="377893"/>
                  <a:pt x="540512" y="344841"/>
                  <a:pt x="541588" y="309999"/>
                </a:cubicBezTo>
                <a:lnTo>
                  <a:pt x="515536" y="309999"/>
                </a:lnTo>
                <a:cubicBezTo>
                  <a:pt x="514102" y="309999"/>
                  <a:pt x="512668" y="309641"/>
                  <a:pt x="511354" y="308925"/>
                </a:cubicBezTo>
                <a:cubicBezTo>
                  <a:pt x="508725" y="307493"/>
                  <a:pt x="507171" y="304629"/>
                  <a:pt x="507171" y="301646"/>
                </a:cubicBezTo>
                <a:cubicBezTo>
                  <a:pt x="507171" y="299379"/>
                  <a:pt x="508008" y="297351"/>
                  <a:pt x="509561" y="295680"/>
                </a:cubicBezTo>
                <a:cubicBezTo>
                  <a:pt x="511115" y="294129"/>
                  <a:pt x="513266" y="293174"/>
                  <a:pt x="515536" y="293174"/>
                </a:cubicBezTo>
                <a:lnTo>
                  <a:pt x="541588" y="293174"/>
                </a:lnTo>
                <a:cubicBezTo>
                  <a:pt x="540273" y="258810"/>
                  <a:pt x="531669" y="226235"/>
                  <a:pt x="517209" y="197001"/>
                </a:cubicBezTo>
                <a:lnTo>
                  <a:pt x="489724" y="212871"/>
                </a:lnTo>
                <a:cubicBezTo>
                  <a:pt x="487214" y="214302"/>
                  <a:pt x="484585" y="215018"/>
                  <a:pt x="481836" y="215018"/>
                </a:cubicBezTo>
                <a:cubicBezTo>
                  <a:pt x="476339" y="215018"/>
                  <a:pt x="470962" y="212155"/>
                  <a:pt x="467974" y="207024"/>
                </a:cubicBezTo>
                <a:cubicBezTo>
                  <a:pt x="463553" y="199387"/>
                  <a:pt x="466182" y="189722"/>
                  <a:pt x="473830" y="185307"/>
                </a:cubicBezTo>
                <a:lnTo>
                  <a:pt x="501196" y="169437"/>
                </a:lnTo>
                <a:cubicBezTo>
                  <a:pt x="482314" y="141397"/>
                  <a:pt x="457577" y="117532"/>
                  <a:pt x="428777" y="99634"/>
                </a:cubicBezTo>
                <a:lnTo>
                  <a:pt x="415871" y="122066"/>
                </a:lnTo>
                <a:cubicBezTo>
                  <a:pt x="414437" y="124692"/>
                  <a:pt x="411569" y="126362"/>
                  <a:pt x="408581" y="126362"/>
                </a:cubicBezTo>
                <a:cubicBezTo>
                  <a:pt x="407147" y="126362"/>
                  <a:pt x="405713" y="126004"/>
                  <a:pt x="404398" y="125288"/>
                </a:cubicBezTo>
                <a:cubicBezTo>
                  <a:pt x="400335" y="122902"/>
                  <a:pt x="398901" y="117771"/>
                  <a:pt x="401291" y="113714"/>
                </a:cubicBezTo>
                <a:lnTo>
                  <a:pt x="414198" y="91281"/>
                </a:lnTo>
                <a:cubicBezTo>
                  <a:pt x="385278" y="76008"/>
                  <a:pt x="353012" y="66462"/>
                  <a:pt x="318715" y="64195"/>
                </a:cubicBezTo>
                <a:lnTo>
                  <a:pt x="318715" y="95816"/>
                </a:lnTo>
                <a:cubicBezTo>
                  <a:pt x="318715" y="104645"/>
                  <a:pt x="311545" y="111685"/>
                  <a:pt x="302701" y="111685"/>
                </a:cubicBezTo>
                <a:cubicBezTo>
                  <a:pt x="293978" y="111685"/>
                  <a:pt x="286807" y="104645"/>
                  <a:pt x="286807" y="95816"/>
                </a:cubicBezTo>
                <a:close/>
                <a:moveTo>
                  <a:pt x="302701" y="0"/>
                </a:moveTo>
                <a:cubicBezTo>
                  <a:pt x="469647" y="0"/>
                  <a:pt x="605522" y="135550"/>
                  <a:pt x="605522" y="302243"/>
                </a:cubicBezTo>
                <a:cubicBezTo>
                  <a:pt x="605522" y="468936"/>
                  <a:pt x="469647" y="604605"/>
                  <a:pt x="302701" y="604605"/>
                </a:cubicBezTo>
                <a:cubicBezTo>
                  <a:pt x="135755" y="604605"/>
                  <a:pt x="0" y="468936"/>
                  <a:pt x="0" y="302243"/>
                </a:cubicBezTo>
                <a:cubicBezTo>
                  <a:pt x="0" y="135550"/>
                  <a:pt x="135755" y="0"/>
                  <a:pt x="302701" y="0"/>
                </a:cubicBezTo>
                <a:close/>
              </a:path>
            </a:pathLst>
          </a:custGeom>
          <a:solidFill>
            <a:schemeClr val="tx1">
              <a:lumMod val="50000"/>
              <a:lumOff val="50000"/>
            </a:schemeClr>
          </a:solidFill>
          <a:ln w="38100">
            <a:noFill/>
          </a:ln>
        </p:spPr>
        <p:style>
          <a:lnRef idx="2">
            <a:schemeClr val="dk1"/>
          </a:lnRef>
          <a:fillRef idx="1">
            <a:schemeClr val="lt1"/>
          </a:fillRef>
          <a:effectRef idx="0">
            <a:schemeClr val="dk1"/>
          </a:effectRef>
          <a:fontRef idx="minor">
            <a:schemeClr val="dk1"/>
          </a:fontRef>
        </p:style>
        <p:txBody>
          <a:bodyPr anchor="ctr">
            <a:norm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algn="ctr" fontAlgn="auto">
              <a:spcBef>
                <a:spcPts val="0"/>
              </a:spcBef>
              <a:spcAft>
                <a:spcPts val="0"/>
              </a:spcAft>
              <a:defRPr/>
            </a:pPr>
            <a:endParaRPr lang="en-US" dirty="0">
              <a:solidFill>
                <a:srgbClr val="000000"/>
              </a:solidFill>
            </a:endParaRPr>
          </a:p>
        </p:txBody>
      </p:sp>
      <p:sp>
        <p:nvSpPr>
          <p:cNvPr id="60" name="îṥ1îdè"/>
          <p:cNvSpPr/>
          <p:nvPr/>
        </p:nvSpPr>
        <p:spPr bwMode="auto">
          <a:xfrm>
            <a:off x="4661218" y="2666365"/>
            <a:ext cx="642937" cy="642938"/>
          </a:xfrm>
          <a:prstGeom prst="ellipse">
            <a:avLst/>
          </a:prstGeom>
          <a:solidFill>
            <a:srgbClr val="92D050"/>
          </a:solidFill>
          <a:ln w="6350">
            <a:solidFill>
              <a:schemeClr val="tx2"/>
            </a:solidFill>
          </a:ln>
        </p:spPr>
        <p:style>
          <a:lnRef idx="2">
            <a:schemeClr val="dk1"/>
          </a:lnRef>
          <a:fillRef idx="1">
            <a:schemeClr val="lt1"/>
          </a:fillRef>
          <a:effectRef idx="0">
            <a:schemeClr val="dk1"/>
          </a:effectRef>
          <a:fontRef idx="minor">
            <a:schemeClr val="dk1"/>
          </a:fontRef>
        </p:style>
        <p:txBody>
          <a:bodyPr anchor="ctr">
            <a:normAutofit lnSpcReduction="10000"/>
          </a:bodyPr>
          <a:lstStyle/>
          <a:p>
            <a:pPr algn="ctr" defTabSz="913765" eaLnBrk="1" fontAlgn="auto" hangingPunct="1">
              <a:spcBef>
                <a:spcPts val="0"/>
              </a:spcBef>
              <a:spcAft>
                <a:spcPts val="0"/>
              </a:spcAft>
              <a:defRPr/>
            </a:pPr>
            <a:endParaRPr lang="en-US" dirty="0">
              <a:solidFill>
                <a:srgbClr val="000000"/>
              </a:solidFill>
            </a:endParaRPr>
          </a:p>
        </p:txBody>
      </p:sp>
      <p:sp>
        <p:nvSpPr>
          <p:cNvPr id="61" name="îšļíḓé"/>
          <p:cNvSpPr/>
          <p:nvPr/>
        </p:nvSpPr>
        <p:spPr bwMode="auto">
          <a:xfrm>
            <a:off x="4789805" y="2794953"/>
            <a:ext cx="384175" cy="384175"/>
          </a:xfrm>
          <a:custGeom>
            <a:avLst/>
            <a:gdLst>
              <a:gd name="connsiteX0" fmla="*/ 169739 w 605522"/>
              <a:gd name="connsiteY0" fmla="*/ 214306 h 604605"/>
              <a:gd name="connsiteX1" fmla="*/ 184976 w 605522"/>
              <a:gd name="connsiteY1" fmla="*/ 216005 h 604605"/>
              <a:gd name="connsiteX2" fmla="*/ 287155 w 605522"/>
              <a:gd name="connsiteY2" fmla="*/ 272658 h 604605"/>
              <a:gd name="connsiteX3" fmla="*/ 302691 w 605522"/>
              <a:gd name="connsiteY3" fmla="*/ 268841 h 604605"/>
              <a:gd name="connsiteX4" fmla="*/ 318346 w 605522"/>
              <a:gd name="connsiteY4" fmla="*/ 272658 h 604605"/>
              <a:gd name="connsiteX5" fmla="*/ 420524 w 605522"/>
              <a:gd name="connsiteY5" fmla="*/ 216005 h 604605"/>
              <a:gd name="connsiteX6" fmla="*/ 447652 w 605522"/>
              <a:gd name="connsiteY6" fmla="*/ 223877 h 604605"/>
              <a:gd name="connsiteX7" fmla="*/ 439884 w 605522"/>
              <a:gd name="connsiteY7" fmla="*/ 250951 h 604605"/>
              <a:gd name="connsiteX8" fmla="*/ 335674 w 605522"/>
              <a:gd name="connsiteY8" fmla="*/ 308677 h 604605"/>
              <a:gd name="connsiteX9" fmla="*/ 302691 w 605522"/>
              <a:gd name="connsiteY9" fmla="*/ 335751 h 604605"/>
              <a:gd name="connsiteX10" fmla="*/ 269826 w 605522"/>
              <a:gd name="connsiteY10" fmla="*/ 308677 h 604605"/>
              <a:gd name="connsiteX11" fmla="*/ 165497 w 605522"/>
              <a:gd name="connsiteY11" fmla="*/ 250951 h 604605"/>
              <a:gd name="connsiteX12" fmla="*/ 157729 w 605522"/>
              <a:gd name="connsiteY12" fmla="*/ 223877 h 604605"/>
              <a:gd name="connsiteX13" fmla="*/ 169739 w 605522"/>
              <a:gd name="connsiteY13" fmla="*/ 214306 h 604605"/>
              <a:gd name="connsiteX14" fmla="*/ 286807 w 605522"/>
              <a:gd name="connsiteY14" fmla="*/ 64195 h 604605"/>
              <a:gd name="connsiteX15" fmla="*/ 190010 w 605522"/>
              <a:gd name="connsiteY15" fmla="*/ 91878 h 604605"/>
              <a:gd name="connsiteX16" fmla="*/ 203036 w 605522"/>
              <a:gd name="connsiteY16" fmla="*/ 114311 h 604605"/>
              <a:gd name="connsiteX17" fmla="*/ 203872 w 605522"/>
              <a:gd name="connsiteY17" fmla="*/ 120754 h 604605"/>
              <a:gd name="connsiteX18" fmla="*/ 200048 w 605522"/>
              <a:gd name="connsiteY18" fmla="*/ 125885 h 604605"/>
              <a:gd name="connsiteX19" fmla="*/ 191564 w 605522"/>
              <a:gd name="connsiteY19" fmla="*/ 125885 h 604605"/>
              <a:gd name="connsiteX20" fmla="*/ 188456 w 605522"/>
              <a:gd name="connsiteY20" fmla="*/ 122782 h 604605"/>
              <a:gd name="connsiteX21" fmla="*/ 175431 w 605522"/>
              <a:gd name="connsiteY21" fmla="*/ 100469 h 604605"/>
              <a:gd name="connsiteX22" fmla="*/ 104207 w 605522"/>
              <a:gd name="connsiteY22" fmla="*/ 169557 h 604605"/>
              <a:gd name="connsiteX23" fmla="*/ 131692 w 605522"/>
              <a:gd name="connsiteY23" fmla="*/ 185307 h 604605"/>
              <a:gd name="connsiteX24" fmla="*/ 137428 w 605522"/>
              <a:gd name="connsiteY24" fmla="*/ 207024 h 604605"/>
              <a:gd name="connsiteX25" fmla="*/ 123686 w 605522"/>
              <a:gd name="connsiteY25" fmla="*/ 215018 h 604605"/>
              <a:gd name="connsiteX26" fmla="*/ 115679 w 605522"/>
              <a:gd name="connsiteY26" fmla="*/ 212871 h 604605"/>
              <a:gd name="connsiteX27" fmla="*/ 88313 w 605522"/>
              <a:gd name="connsiteY27" fmla="*/ 197001 h 604605"/>
              <a:gd name="connsiteX28" fmla="*/ 63815 w 605522"/>
              <a:gd name="connsiteY28" fmla="*/ 294606 h 604605"/>
              <a:gd name="connsiteX29" fmla="*/ 89866 w 605522"/>
              <a:gd name="connsiteY29" fmla="*/ 294487 h 604605"/>
              <a:gd name="connsiteX30" fmla="*/ 98351 w 605522"/>
              <a:gd name="connsiteY30" fmla="*/ 302959 h 604605"/>
              <a:gd name="connsiteX31" fmla="*/ 95841 w 605522"/>
              <a:gd name="connsiteY31" fmla="*/ 308925 h 604605"/>
              <a:gd name="connsiteX32" fmla="*/ 89986 w 605522"/>
              <a:gd name="connsiteY32" fmla="*/ 311311 h 604605"/>
              <a:gd name="connsiteX33" fmla="*/ 63934 w 605522"/>
              <a:gd name="connsiteY33" fmla="*/ 311431 h 604605"/>
              <a:gd name="connsiteX34" fmla="*/ 88313 w 605522"/>
              <a:gd name="connsiteY34" fmla="*/ 407604 h 604605"/>
              <a:gd name="connsiteX35" fmla="*/ 115679 w 605522"/>
              <a:gd name="connsiteY35" fmla="*/ 391734 h 604605"/>
              <a:gd name="connsiteX36" fmla="*/ 137428 w 605522"/>
              <a:gd name="connsiteY36" fmla="*/ 397581 h 604605"/>
              <a:gd name="connsiteX37" fmla="*/ 131692 w 605522"/>
              <a:gd name="connsiteY37" fmla="*/ 419298 h 604605"/>
              <a:gd name="connsiteX38" fmla="*/ 104207 w 605522"/>
              <a:gd name="connsiteY38" fmla="*/ 435048 h 604605"/>
              <a:gd name="connsiteX39" fmla="*/ 176626 w 605522"/>
              <a:gd name="connsiteY39" fmla="*/ 504971 h 604605"/>
              <a:gd name="connsiteX40" fmla="*/ 189532 w 605522"/>
              <a:gd name="connsiteY40" fmla="*/ 482419 h 604605"/>
              <a:gd name="connsiteX41" fmla="*/ 196941 w 605522"/>
              <a:gd name="connsiteY41" fmla="*/ 478243 h 604605"/>
              <a:gd name="connsiteX42" fmla="*/ 201124 w 605522"/>
              <a:gd name="connsiteY42" fmla="*/ 479317 h 604605"/>
              <a:gd name="connsiteX43" fmla="*/ 205067 w 605522"/>
              <a:gd name="connsiteY43" fmla="*/ 484448 h 604605"/>
              <a:gd name="connsiteX44" fmla="*/ 204231 w 605522"/>
              <a:gd name="connsiteY44" fmla="*/ 490772 h 604605"/>
              <a:gd name="connsiteX45" fmla="*/ 191325 w 605522"/>
              <a:gd name="connsiteY45" fmla="*/ 513324 h 604605"/>
              <a:gd name="connsiteX46" fmla="*/ 286807 w 605522"/>
              <a:gd name="connsiteY46" fmla="*/ 540410 h 604605"/>
              <a:gd name="connsiteX47" fmla="*/ 286807 w 605522"/>
              <a:gd name="connsiteY47" fmla="*/ 508789 h 604605"/>
              <a:gd name="connsiteX48" fmla="*/ 302701 w 605522"/>
              <a:gd name="connsiteY48" fmla="*/ 492800 h 604605"/>
              <a:gd name="connsiteX49" fmla="*/ 318715 w 605522"/>
              <a:gd name="connsiteY49" fmla="*/ 508789 h 604605"/>
              <a:gd name="connsiteX50" fmla="*/ 318715 w 605522"/>
              <a:gd name="connsiteY50" fmla="*/ 540410 h 604605"/>
              <a:gd name="connsiteX51" fmla="*/ 415512 w 605522"/>
              <a:gd name="connsiteY51" fmla="*/ 512608 h 604605"/>
              <a:gd name="connsiteX52" fmla="*/ 402367 w 605522"/>
              <a:gd name="connsiteY52" fmla="*/ 490175 h 604605"/>
              <a:gd name="connsiteX53" fmla="*/ 401530 w 605522"/>
              <a:gd name="connsiteY53" fmla="*/ 483851 h 604605"/>
              <a:gd name="connsiteX54" fmla="*/ 405474 w 605522"/>
              <a:gd name="connsiteY54" fmla="*/ 478720 h 604605"/>
              <a:gd name="connsiteX55" fmla="*/ 409657 w 605522"/>
              <a:gd name="connsiteY55" fmla="*/ 477527 h 604605"/>
              <a:gd name="connsiteX56" fmla="*/ 416946 w 605522"/>
              <a:gd name="connsiteY56" fmla="*/ 481703 h 604605"/>
              <a:gd name="connsiteX57" fmla="*/ 430092 w 605522"/>
              <a:gd name="connsiteY57" fmla="*/ 504136 h 604605"/>
              <a:gd name="connsiteX58" fmla="*/ 501196 w 605522"/>
              <a:gd name="connsiteY58" fmla="*/ 435048 h 604605"/>
              <a:gd name="connsiteX59" fmla="*/ 473830 w 605522"/>
              <a:gd name="connsiteY59" fmla="*/ 419298 h 604605"/>
              <a:gd name="connsiteX60" fmla="*/ 467974 w 605522"/>
              <a:gd name="connsiteY60" fmla="*/ 397581 h 604605"/>
              <a:gd name="connsiteX61" fmla="*/ 489724 w 605522"/>
              <a:gd name="connsiteY61" fmla="*/ 391734 h 604605"/>
              <a:gd name="connsiteX62" fmla="*/ 517209 w 605522"/>
              <a:gd name="connsiteY62" fmla="*/ 407485 h 604605"/>
              <a:gd name="connsiteX63" fmla="*/ 541588 w 605522"/>
              <a:gd name="connsiteY63" fmla="*/ 309999 h 604605"/>
              <a:gd name="connsiteX64" fmla="*/ 515536 w 605522"/>
              <a:gd name="connsiteY64" fmla="*/ 309999 h 604605"/>
              <a:gd name="connsiteX65" fmla="*/ 511354 w 605522"/>
              <a:gd name="connsiteY65" fmla="*/ 308925 h 604605"/>
              <a:gd name="connsiteX66" fmla="*/ 507171 w 605522"/>
              <a:gd name="connsiteY66" fmla="*/ 301646 h 604605"/>
              <a:gd name="connsiteX67" fmla="*/ 509561 w 605522"/>
              <a:gd name="connsiteY67" fmla="*/ 295680 h 604605"/>
              <a:gd name="connsiteX68" fmla="*/ 515536 w 605522"/>
              <a:gd name="connsiteY68" fmla="*/ 293174 h 604605"/>
              <a:gd name="connsiteX69" fmla="*/ 541588 w 605522"/>
              <a:gd name="connsiteY69" fmla="*/ 293174 h 604605"/>
              <a:gd name="connsiteX70" fmla="*/ 517209 w 605522"/>
              <a:gd name="connsiteY70" fmla="*/ 197001 h 604605"/>
              <a:gd name="connsiteX71" fmla="*/ 489724 w 605522"/>
              <a:gd name="connsiteY71" fmla="*/ 212871 h 604605"/>
              <a:gd name="connsiteX72" fmla="*/ 481836 w 605522"/>
              <a:gd name="connsiteY72" fmla="*/ 215018 h 604605"/>
              <a:gd name="connsiteX73" fmla="*/ 467974 w 605522"/>
              <a:gd name="connsiteY73" fmla="*/ 207024 h 604605"/>
              <a:gd name="connsiteX74" fmla="*/ 473830 w 605522"/>
              <a:gd name="connsiteY74" fmla="*/ 185307 h 604605"/>
              <a:gd name="connsiteX75" fmla="*/ 501196 w 605522"/>
              <a:gd name="connsiteY75" fmla="*/ 169437 h 604605"/>
              <a:gd name="connsiteX76" fmla="*/ 428777 w 605522"/>
              <a:gd name="connsiteY76" fmla="*/ 99634 h 604605"/>
              <a:gd name="connsiteX77" fmla="*/ 415871 w 605522"/>
              <a:gd name="connsiteY77" fmla="*/ 122066 h 604605"/>
              <a:gd name="connsiteX78" fmla="*/ 408581 w 605522"/>
              <a:gd name="connsiteY78" fmla="*/ 126362 h 604605"/>
              <a:gd name="connsiteX79" fmla="*/ 404398 w 605522"/>
              <a:gd name="connsiteY79" fmla="*/ 125288 h 604605"/>
              <a:gd name="connsiteX80" fmla="*/ 401291 w 605522"/>
              <a:gd name="connsiteY80" fmla="*/ 113714 h 604605"/>
              <a:gd name="connsiteX81" fmla="*/ 414198 w 605522"/>
              <a:gd name="connsiteY81" fmla="*/ 91281 h 604605"/>
              <a:gd name="connsiteX82" fmla="*/ 318715 w 605522"/>
              <a:gd name="connsiteY82" fmla="*/ 64195 h 604605"/>
              <a:gd name="connsiteX83" fmla="*/ 318715 w 605522"/>
              <a:gd name="connsiteY83" fmla="*/ 95816 h 604605"/>
              <a:gd name="connsiteX84" fmla="*/ 302701 w 605522"/>
              <a:gd name="connsiteY84" fmla="*/ 111685 h 604605"/>
              <a:gd name="connsiteX85" fmla="*/ 286807 w 605522"/>
              <a:gd name="connsiteY85" fmla="*/ 95816 h 604605"/>
              <a:gd name="connsiteX86" fmla="*/ 302701 w 605522"/>
              <a:gd name="connsiteY86" fmla="*/ 0 h 604605"/>
              <a:gd name="connsiteX87" fmla="*/ 605522 w 605522"/>
              <a:gd name="connsiteY87" fmla="*/ 302243 h 604605"/>
              <a:gd name="connsiteX88" fmla="*/ 302701 w 605522"/>
              <a:gd name="connsiteY88" fmla="*/ 604605 h 604605"/>
              <a:gd name="connsiteX89" fmla="*/ 0 w 605522"/>
              <a:gd name="connsiteY89" fmla="*/ 302243 h 604605"/>
              <a:gd name="connsiteX90" fmla="*/ 302701 w 605522"/>
              <a:gd name="connsiteY90" fmla="*/ 0 h 60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5522" h="604605">
                <a:moveTo>
                  <a:pt x="169739" y="214306"/>
                </a:moveTo>
                <a:cubicBezTo>
                  <a:pt x="174669" y="212874"/>
                  <a:pt x="180136" y="213322"/>
                  <a:pt x="184976" y="216005"/>
                </a:cubicBezTo>
                <a:lnTo>
                  <a:pt x="287155" y="272658"/>
                </a:lnTo>
                <a:cubicBezTo>
                  <a:pt x="291816" y="270153"/>
                  <a:pt x="297074" y="268841"/>
                  <a:pt x="302691" y="268841"/>
                </a:cubicBezTo>
                <a:cubicBezTo>
                  <a:pt x="308307" y="268841"/>
                  <a:pt x="313685" y="270153"/>
                  <a:pt x="318346" y="272658"/>
                </a:cubicBezTo>
                <a:lnTo>
                  <a:pt x="420524" y="216005"/>
                </a:lnTo>
                <a:cubicBezTo>
                  <a:pt x="430204" y="210638"/>
                  <a:pt x="442394" y="214216"/>
                  <a:pt x="447652" y="223877"/>
                </a:cubicBezTo>
                <a:cubicBezTo>
                  <a:pt x="453030" y="233418"/>
                  <a:pt x="449564" y="245584"/>
                  <a:pt x="439884" y="250951"/>
                </a:cubicBezTo>
                <a:lnTo>
                  <a:pt x="335674" y="308677"/>
                </a:lnTo>
                <a:cubicBezTo>
                  <a:pt x="332567" y="324063"/>
                  <a:pt x="319063" y="335751"/>
                  <a:pt x="302691" y="335751"/>
                </a:cubicBezTo>
                <a:cubicBezTo>
                  <a:pt x="286438" y="335751"/>
                  <a:pt x="272814" y="324182"/>
                  <a:pt x="269826" y="308677"/>
                </a:cubicBezTo>
                <a:lnTo>
                  <a:pt x="165497" y="250951"/>
                </a:lnTo>
                <a:cubicBezTo>
                  <a:pt x="155817" y="245584"/>
                  <a:pt x="152351" y="233418"/>
                  <a:pt x="157729" y="223877"/>
                </a:cubicBezTo>
                <a:cubicBezTo>
                  <a:pt x="160418" y="219047"/>
                  <a:pt x="164810" y="215737"/>
                  <a:pt x="169739" y="214306"/>
                </a:cubicBezTo>
                <a:close/>
                <a:moveTo>
                  <a:pt x="286807" y="64195"/>
                </a:moveTo>
                <a:cubicBezTo>
                  <a:pt x="252032" y="66462"/>
                  <a:pt x="219169" y="76247"/>
                  <a:pt x="190010" y="91878"/>
                </a:cubicBezTo>
                <a:lnTo>
                  <a:pt x="203036" y="114311"/>
                </a:lnTo>
                <a:cubicBezTo>
                  <a:pt x="204231" y="116339"/>
                  <a:pt x="204470" y="118606"/>
                  <a:pt x="203872" y="120754"/>
                </a:cubicBezTo>
                <a:cubicBezTo>
                  <a:pt x="203394" y="122902"/>
                  <a:pt x="201960" y="124692"/>
                  <a:pt x="200048" y="125885"/>
                </a:cubicBezTo>
                <a:cubicBezTo>
                  <a:pt x="197419" y="127436"/>
                  <a:pt x="194193" y="127317"/>
                  <a:pt x="191564" y="125885"/>
                </a:cubicBezTo>
                <a:cubicBezTo>
                  <a:pt x="190249" y="125169"/>
                  <a:pt x="189173" y="124095"/>
                  <a:pt x="188456" y="122782"/>
                </a:cubicBezTo>
                <a:lnTo>
                  <a:pt x="175431" y="100469"/>
                </a:lnTo>
                <a:cubicBezTo>
                  <a:pt x="147108" y="118248"/>
                  <a:pt x="122849" y="141874"/>
                  <a:pt x="104207" y="169557"/>
                </a:cubicBezTo>
                <a:lnTo>
                  <a:pt x="131692" y="185307"/>
                </a:lnTo>
                <a:cubicBezTo>
                  <a:pt x="139221" y="189722"/>
                  <a:pt x="141850" y="199387"/>
                  <a:pt x="137428" y="207024"/>
                </a:cubicBezTo>
                <a:cubicBezTo>
                  <a:pt x="134560" y="212155"/>
                  <a:pt x="129183" y="215018"/>
                  <a:pt x="123686" y="215018"/>
                </a:cubicBezTo>
                <a:cubicBezTo>
                  <a:pt x="120937" y="215018"/>
                  <a:pt x="118188" y="214302"/>
                  <a:pt x="115679" y="212871"/>
                </a:cubicBezTo>
                <a:lnTo>
                  <a:pt x="88313" y="197001"/>
                </a:lnTo>
                <a:cubicBezTo>
                  <a:pt x="73614" y="226593"/>
                  <a:pt x="65010" y="259645"/>
                  <a:pt x="63815" y="294606"/>
                </a:cubicBezTo>
                <a:lnTo>
                  <a:pt x="89866" y="294487"/>
                </a:lnTo>
                <a:cubicBezTo>
                  <a:pt x="94527" y="294487"/>
                  <a:pt x="98351" y="298305"/>
                  <a:pt x="98351" y="302959"/>
                </a:cubicBezTo>
                <a:cubicBezTo>
                  <a:pt x="98351" y="305107"/>
                  <a:pt x="97514" y="307254"/>
                  <a:pt x="95841" y="308925"/>
                </a:cubicBezTo>
                <a:cubicBezTo>
                  <a:pt x="94288" y="310476"/>
                  <a:pt x="92256" y="311311"/>
                  <a:pt x="89986" y="311311"/>
                </a:cubicBezTo>
                <a:lnTo>
                  <a:pt x="63934" y="311431"/>
                </a:lnTo>
                <a:cubicBezTo>
                  <a:pt x="65249" y="345795"/>
                  <a:pt x="73853" y="378370"/>
                  <a:pt x="88313" y="407604"/>
                </a:cubicBezTo>
                <a:lnTo>
                  <a:pt x="115679" y="391734"/>
                </a:lnTo>
                <a:cubicBezTo>
                  <a:pt x="123327" y="387320"/>
                  <a:pt x="133126" y="389945"/>
                  <a:pt x="137428" y="397581"/>
                </a:cubicBezTo>
                <a:cubicBezTo>
                  <a:pt x="141850" y="405218"/>
                  <a:pt x="139221" y="414883"/>
                  <a:pt x="131692" y="419298"/>
                </a:cubicBezTo>
                <a:lnTo>
                  <a:pt x="104207" y="435048"/>
                </a:lnTo>
                <a:cubicBezTo>
                  <a:pt x="123208" y="463208"/>
                  <a:pt x="147825" y="487073"/>
                  <a:pt x="176626" y="504971"/>
                </a:cubicBezTo>
                <a:lnTo>
                  <a:pt x="189532" y="482419"/>
                </a:lnTo>
                <a:cubicBezTo>
                  <a:pt x="191086" y="479794"/>
                  <a:pt x="193834" y="478243"/>
                  <a:pt x="196941" y="478243"/>
                </a:cubicBezTo>
                <a:cubicBezTo>
                  <a:pt x="198375" y="478243"/>
                  <a:pt x="199809" y="478601"/>
                  <a:pt x="201124" y="479317"/>
                </a:cubicBezTo>
                <a:cubicBezTo>
                  <a:pt x="203036" y="480510"/>
                  <a:pt x="204470" y="482300"/>
                  <a:pt x="205067" y="484448"/>
                </a:cubicBezTo>
                <a:cubicBezTo>
                  <a:pt x="205665" y="486595"/>
                  <a:pt x="205306" y="488863"/>
                  <a:pt x="204231" y="490772"/>
                </a:cubicBezTo>
                <a:lnTo>
                  <a:pt x="191325" y="513324"/>
                </a:lnTo>
                <a:cubicBezTo>
                  <a:pt x="220125" y="528597"/>
                  <a:pt x="252510" y="538143"/>
                  <a:pt x="286807" y="540410"/>
                </a:cubicBezTo>
                <a:lnTo>
                  <a:pt x="286807" y="508789"/>
                </a:lnTo>
                <a:cubicBezTo>
                  <a:pt x="286807" y="499960"/>
                  <a:pt x="293978" y="492800"/>
                  <a:pt x="302701" y="492800"/>
                </a:cubicBezTo>
                <a:cubicBezTo>
                  <a:pt x="311545" y="492800"/>
                  <a:pt x="318715" y="499960"/>
                  <a:pt x="318715" y="508789"/>
                </a:cubicBezTo>
                <a:lnTo>
                  <a:pt x="318715" y="540410"/>
                </a:lnTo>
                <a:cubicBezTo>
                  <a:pt x="353490" y="538143"/>
                  <a:pt x="386354" y="528358"/>
                  <a:pt x="415512" y="512608"/>
                </a:cubicBezTo>
                <a:lnTo>
                  <a:pt x="402367" y="490175"/>
                </a:lnTo>
                <a:cubicBezTo>
                  <a:pt x="401291" y="488266"/>
                  <a:pt x="400933" y="485999"/>
                  <a:pt x="401530" y="483851"/>
                </a:cubicBezTo>
                <a:cubicBezTo>
                  <a:pt x="402128" y="481703"/>
                  <a:pt x="403562" y="479794"/>
                  <a:pt x="405474" y="478720"/>
                </a:cubicBezTo>
                <a:cubicBezTo>
                  <a:pt x="406789" y="478004"/>
                  <a:pt x="408223" y="477527"/>
                  <a:pt x="409657" y="477527"/>
                </a:cubicBezTo>
                <a:cubicBezTo>
                  <a:pt x="412644" y="477527"/>
                  <a:pt x="415512" y="479198"/>
                  <a:pt x="416946" y="481703"/>
                </a:cubicBezTo>
                <a:lnTo>
                  <a:pt x="430092" y="504136"/>
                </a:lnTo>
                <a:cubicBezTo>
                  <a:pt x="458294" y="486357"/>
                  <a:pt x="482553" y="462731"/>
                  <a:pt x="501196" y="435048"/>
                </a:cubicBezTo>
                <a:lnTo>
                  <a:pt x="473830" y="419298"/>
                </a:lnTo>
                <a:cubicBezTo>
                  <a:pt x="466182" y="414883"/>
                  <a:pt x="463672" y="405218"/>
                  <a:pt x="467974" y="397581"/>
                </a:cubicBezTo>
                <a:cubicBezTo>
                  <a:pt x="472396" y="389945"/>
                  <a:pt x="482195" y="387320"/>
                  <a:pt x="489724" y="391734"/>
                </a:cubicBezTo>
                <a:lnTo>
                  <a:pt x="517209" y="407485"/>
                </a:lnTo>
                <a:cubicBezTo>
                  <a:pt x="531789" y="377893"/>
                  <a:pt x="540512" y="344841"/>
                  <a:pt x="541588" y="309999"/>
                </a:cubicBezTo>
                <a:lnTo>
                  <a:pt x="515536" y="309999"/>
                </a:lnTo>
                <a:cubicBezTo>
                  <a:pt x="514102" y="309999"/>
                  <a:pt x="512668" y="309641"/>
                  <a:pt x="511354" y="308925"/>
                </a:cubicBezTo>
                <a:cubicBezTo>
                  <a:pt x="508725" y="307493"/>
                  <a:pt x="507171" y="304629"/>
                  <a:pt x="507171" y="301646"/>
                </a:cubicBezTo>
                <a:cubicBezTo>
                  <a:pt x="507171" y="299379"/>
                  <a:pt x="508008" y="297351"/>
                  <a:pt x="509561" y="295680"/>
                </a:cubicBezTo>
                <a:cubicBezTo>
                  <a:pt x="511115" y="294129"/>
                  <a:pt x="513266" y="293174"/>
                  <a:pt x="515536" y="293174"/>
                </a:cubicBezTo>
                <a:lnTo>
                  <a:pt x="541588" y="293174"/>
                </a:lnTo>
                <a:cubicBezTo>
                  <a:pt x="540273" y="258810"/>
                  <a:pt x="531669" y="226235"/>
                  <a:pt x="517209" y="197001"/>
                </a:cubicBezTo>
                <a:lnTo>
                  <a:pt x="489724" y="212871"/>
                </a:lnTo>
                <a:cubicBezTo>
                  <a:pt x="487214" y="214302"/>
                  <a:pt x="484585" y="215018"/>
                  <a:pt x="481836" y="215018"/>
                </a:cubicBezTo>
                <a:cubicBezTo>
                  <a:pt x="476339" y="215018"/>
                  <a:pt x="470962" y="212155"/>
                  <a:pt x="467974" y="207024"/>
                </a:cubicBezTo>
                <a:cubicBezTo>
                  <a:pt x="463553" y="199387"/>
                  <a:pt x="466182" y="189722"/>
                  <a:pt x="473830" y="185307"/>
                </a:cubicBezTo>
                <a:lnTo>
                  <a:pt x="501196" y="169437"/>
                </a:lnTo>
                <a:cubicBezTo>
                  <a:pt x="482314" y="141397"/>
                  <a:pt x="457577" y="117532"/>
                  <a:pt x="428777" y="99634"/>
                </a:cubicBezTo>
                <a:lnTo>
                  <a:pt x="415871" y="122066"/>
                </a:lnTo>
                <a:cubicBezTo>
                  <a:pt x="414437" y="124692"/>
                  <a:pt x="411569" y="126362"/>
                  <a:pt x="408581" y="126362"/>
                </a:cubicBezTo>
                <a:cubicBezTo>
                  <a:pt x="407147" y="126362"/>
                  <a:pt x="405713" y="126004"/>
                  <a:pt x="404398" y="125288"/>
                </a:cubicBezTo>
                <a:cubicBezTo>
                  <a:pt x="400335" y="122902"/>
                  <a:pt x="398901" y="117771"/>
                  <a:pt x="401291" y="113714"/>
                </a:cubicBezTo>
                <a:lnTo>
                  <a:pt x="414198" y="91281"/>
                </a:lnTo>
                <a:cubicBezTo>
                  <a:pt x="385278" y="76008"/>
                  <a:pt x="353012" y="66462"/>
                  <a:pt x="318715" y="64195"/>
                </a:cubicBezTo>
                <a:lnTo>
                  <a:pt x="318715" y="95816"/>
                </a:lnTo>
                <a:cubicBezTo>
                  <a:pt x="318715" y="104645"/>
                  <a:pt x="311545" y="111685"/>
                  <a:pt x="302701" y="111685"/>
                </a:cubicBezTo>
                <a:cubicBezTo>
                  <a:pt x="293978" y="111685"/>
                  <a:pt x="286807" y="104645"/>
                  <a:pt x="286807" y="95816"/>
                </a:cubicBezTo>
                <a:close/>
                <a:moveTo>
                  <a:pt x="302701" y="0"/>
                </a:moveTo>
                <a:cubicBezTo>
                  <a:pt x="469647" y="0"/>
                  <a:pt x="605522" y="135550"/>
                  <a:pt x="605522" y="302243"/>
                </a:cubicBezTo>
                <a:cubicBezTo>
                  <a:pt x="605522" y="468936"/>
                  <a:pt x="469647" y="604605"/>
                  <a:pt x="302701" y="604605"/>
                </a:cubicBezTo>
                <a:cubicBezTo>
                  <a:pt x="135755" y="604605"/>
                  <a:pt x="0" y="468936"/>
                  <a:pt x="0" y="302243"/>
                </a:cubicBezTo>
                <a:cubicBezTo>
                  <a:pt x="0" y="135550"/>
                  <a:pt x="135755" y="0"/>
                  <a:pt x="302701" y="0"/>
                </a:cubicBezTo>
                <a:close/>
              </a:path>
            </a:pathLst>
          </a:custGeom>
          <a:solidFill>
            <a:schemeClr val="tx1">
              <a:lumMod val="50000"/>
              <a:lumOff val="50000"/>
            </a:schemeClr>
          </a:solidFill>
          <a:ln w="38100">
            <a:noFill/>
          </a:ln>
        </p:spPr>
        <p:style>
          <a:lnRef idx="2">
            <a:schemeClr val="dk1"/>
          </a:lnRef>
          <a:fillRef idx="1">
            <a:schemeClr val="lt1"/>
          </a:fillRef>
          <a:effectRef idx="0">
            <a:schemeClr val="dk1"/>
          </a:effectRef>
          <a:fontRef idx="minor">
            <a:schemeClr val="dk1"/>
          </a:fontRef>
        </p:style>
        <p:txBody>
          <a:bodyPr anchor="ctr">
            <a:norm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algn="ctr" fontAlgn="auto">
              <a:spcBef>
                <a:spcPts val="0"/>
              </a:spcBef>
              <a:spcAft>
                <a:spcPts val="0"/>
              </a:spcAft>
              <a:defRPr/>
            </a:pPr>
            <a:endParaRPr lang="en-US" dirty="0">
              <a:solidFill>
                <a:srgbClr val="000000"/>
              </a:solidFill>
            </a:endParaRPr>
          </a:p>
        </p:txBody>
      </p:sp>
      <p:sp>
        <p:nvSpPr>
          <p:cNvPr id="62" name="ïsḷíḋè"/>
          <p:cNvSpPr/>
          <p:nvPr/>
        </p:nvSpPr>
        <p:spPr bwMode="auto">
          <a:xfrm>
            <a:off x="5885180" y="2620328"/>
            <a:ext cx="644525" cy="642937"/>
          </a:xfrm>
          <a:prstGeom prst="ellipse">
            <a:avLst/>
          </a:prstGeom>
          <a:solidFill>
            <a:srgbClr val="92D050"/>
          </a:solidFill>
          <a:ln w="6350">
            <a:solidFill>
              <a:schemeClr val="tx2"/>
            </a:solidFill>
          </a:ln>
        </p:spPr>
        <p:style>
          <a:lnRef idx="2">
            <a:schemeClr val="dk1"/>
          </a:lnRef>
          <a:fillRef idx="1">
            <a:schemeClr val="lt1"/>
          </a:fillRef>
          <a:effectRef idx="0">
            <a:schemeClr val="dk1"/>
          </a:effectRef>
          <a:fontRef idx="minor">
            <a:schemeClr val="dk1"/>
          </a:fontRef>
        </p:style>
        <p:txBody>
          <a:bodyPr anchor="ctr">
            <a:normAutofit lnSpcReduction="10000"/>
          </a:bodyPr>
          <a:lstStyle/>
          <a:p>
            <a:pPr algn="ctr" defTabSz="913765" eaLnBrk="1" fontAlgn="auto" hangingPunct="1">
              <a:spcBef>
                <a:spcPts val="0"/>
              </a:spcBef>
              <a:spcAft>
                <a:spcPts val="0"/>
              </a:spcAft>
              <a:defRPr/>
            </a:pPr>
            <a:endParaRPr lang="en-US" dirty="0">
              <a:solidFill>
                <a:srgbClr val="000000"/>
              </a:solidFill>
            </a:endParaRPr>
          </a:p>
        </p:txBody>
      </p:sp>
      <p:sp>
        <p:nvSpPr>
          <p:cNvPr id="63" name="îś1ïḓé"/>
          <p:cNvSpPr/>
          <p:nvPr/>
        </p:nvSpPr>
        <p:spPr bwMode="auto">
          <a:xfrm>
            <a:off x="6015355" y="2750503"/>
            <a:ext cx="384175" cy="384175"/>
          </a:xfrm>
          <a:custGeom>
            <a:avLst/>
            <a:gdLst>
              <a:gd name="connsiteX0" fmla="*/ 169739 w 605522"/>
              <a:gd name="connsiteY0" fmla="*/ 214306 h 604605"/>
              <a:gd name="connsiteX1" fmla="*/ 184976 w 605522"/>
              <a:gd name="connsiteY1" fmla="*/ 216005 h 604605"/>
              <a:gd name="connsiteX2" fmla="*/ 287155 w 605522"/>
              <a:gd name="connsiteY2" fmla="*/ 272658 h 604605"/>
              <a:gd name="connsiteX3" fmla="*/ 302691 w 605522"/>
              <a:gd name="connsiteY3" fmla="*/ 268841 h 604605"/>
              <a:gd name="connsiteX4" fmla="*/ 318346 w 605522"/>
              <a:gd name="connsiteY4" fmla="*/ 272658 h 604605"/>
              <a:gd name="connsiteX5" fmla="*/ 420524 w 605522"/>
              <a:gd name="connsiteY5" fmla="*/ 216005 h 604605"/>
              <a:gd name="connsiteX6" fmla="*/ 447652 w 605522"/>
              <a:gd name="connsiteY6" fmla="*/ 223877 h 604605"/>
              <a:gd name="connsiteX7" fmla="*/ 439884 w 605522"/>
              <a:gd name="connsiteY7" fmla="*/ 250951 h 604605"/>
              <a:gd name="connsiteX8" fmla="*/ 335674 w 605522"/>
              <a:gd name="connsiteY8" fmla="*/ 308677 h 604605"/>
              <a:gd name="connsiteX9" fmla="*/ 302691 w 605522"/>
              <a:gd name="connsiteY9" fmla="*/ 335751 h 604605"/>
              <a:gd name="connsiteX10" fmla="*/ 269826 w 605522"/>
              <a:gd name="connsiteY10" fmla="*/ 308677 h 604605"/>
              <a:gd name="connsiteX11" fmla="*/ 165497 w 605522"/>
              <a:gd name="connsiteY11" fmla="*/ 250951 h 604605"/>
              <a:gd name="connsiteX12" fmla="*/ 157729 w 605522"/>
              <a:gd name="connsiteY12" fmla="*/ 223877 h 604605"/>
              <a:gd name="connsiteX13" fmla="*/ 169739 w 605522"/>
              <a:gd name="connsiteY13" fmla="*/ 214306 h 604605"/>
              <a:gd name="connsiteX14" fmla="*/ 286807 w 605522"/>
              <a:gd name="connsiteY14" fmla="*/ 64195 h 604605"/>
              <a:gd name="connsiteX15" fmla="*/ 190010 w 605522"/>
              <a:gd name="connsiteY15" fmla="*/ 91878 h 604605"/>
              <a:gd name="connsiteX16" fmla="*/ 203036 w 605522"/>
              <a:gd name="connsiteY16" fmla="*/ 114311 h 604605"/>
              <a:gd name="connsiteX17" fmla="*/ 203872 w 605522"/>
              <a:gd name="connsiteY17" fmla="*/ 120754 h 604605"/>
              <a:gd name="connsiteX18" fmla="*/ 200048 w 605522"/>
              <a:gd name="connsiteY18" fmla="*/ 125885 h 604605"/>
              <a:gd name="connsiteX19" fmla="*/ 191564 w 605522"/>
              <a:gd name="connsiteY19" fmla="*/ 125885 h 604605"/>
              <a:gd name="connsiteX20" fmla="*/ 188456 w 605522"/>
              <a:gd name="connsiteY20" fmla="*/ 122782 h 604605"/>
              <a:gd name="connsiteX21" fmla="*/ 175431 w 605522"/>
              <a:gd name="connsiteY21" fmla="*/ 100469 h 604605"/>
              <a:gd name="connsiteX22" fmla="*/ 104207 w 605522"/>
              <a:gd name="connsiteY22" fmla="*/ 169557 h 604605"/>
              <a:gd name="connsiteX23" fmla="*/ 131692 w 605522"/>
              <a:gd name="connsiteY23" fmla="*/ 185307 h 604605"/>
              <a:gd name="connsiteX24" fmla="*/ 137428 w 605522"/>
              <a:gd name="connsiteY24" fmla="*/ 207024 h 604605"/>
              <a:gd name="connsiteX25" fmla="*/ 123686 w 605522"/>
              <a:gd name="connsiteY25" fmla="*/ 215018 h 604605"/>
              <a:gd name="connsiteX26" fmla="*/ 115679 w 605522"/>
              <a:gd name="connsiteY26" fmla="*/ 212871 h 604605"/>
              <a:gd name="connsiteX27" fmla="*/ 88313 w 605522"/>
              <a:gd name="connsiteY27" fmla="*/ 197001 h 604605"/>
              <a:gd name="connsiteX28" fmla="*/ 63815 w 605522"/>
              <a:gd name="connsiteY28" fmla="*/ 294606 h 604605"/>
              <a:gd name="connsiteX29" fmla="*/ 89866 w 605522"/>
              <a:gd name="connsiteY29" fmla="*/ 294487 h 604605"/>
              <a:gd name="connsiteX30" fmla="*/ 98351 w 605522"/>
              <a:gd name="connsiteY30" fmla="*/ 302959 h 604605"/>
              <a:gd name="connsiteX31" fmla="*/ 95841 w 605522"/>
              <a:gd name="connsiteY31" fmla="*/ 308925 h 604605"/>
              <a:gd name="connsiteX32" fmla="*/ 89986 w 605522"/>
              <a:gd name="connsiteY32" fmla="*/ 311311 h 604605"/>
              <a:gd name="connsiteX33" fmla="*/ 63934 w 605522"/>
              <a:gd name="connsiteY33" fmla="*/ 311431 h 604605"/>
              <a:gd name="connsiteX34" fmla="*/ 88313 w 605522"/>
              <a:gd name="connsiteY34" fmla="*/ 407604 h 604605"/>
              <a:gd name="connsiteX35" fmla="*/ 115679 w 605522"/>
              <a:gd name="connsiteY35" fmla="*/ 391734 h 604605"/>
              <a:gd name="connsiteX36" fmla="*/ 137428 w 605522"/>
              <a:gd name="connsiteY36" fmla="*/ 397581 h 604605"/>
              <a:gd name="connsiteX37" fmla="*/ 131692 w 605522"/>
              <a:gd name="connsiteY37" fmla="*/ 419298 h 604605"/>
              <a:gd name="connsiteX38" fmla="*/ 104207 w 605522"/>
              <a:gd name="connsiteY38" fmla="*/ 435048 h 604605"/>
              <a:gd name="connsiteX39" fmla="*/ 176626 w 605522"/>
              <a:gd name="connsiteY39" fmla="*/ 504971 h 604605"/>
              <a:gd name="connsiteX40" fmla="*/ 189532 w 605522"/>
              <a:gd name="connsiteY40" fmla="*/ 482419 h 604605"/>
              <a:gd name="connsiteX41" fmla="*/ 196941 w 605522"/>
              <a:gd name="connsiteY41" fmla="*/ 478243 h 604605"/>
              <a:gd name="connsiteX42" fmla="*/ 201124 w 605522"/>
              <a:gd name="connsiteY42" fmla="*/ 479317 h 604605"/>
              <a:gd name="connsiteX43" fmla="*/ 205067 w 605522"/>
              <a:gd name="connsiteY43" fmla="*/ 484448 h 604605"/>
              <a:gd name="connsiteX44" fmla="*/ 204231 w 605522"/>
              <a:gd name="connsiteY44" fmla="*/ 490772 h 604605"/>
              <a:gd name="connsiteX45" fmla="*/ 191325 w 605522"/>
              <a:gd name="connsiteY45" fmla="*/ 513324 h 604605"/>
              <a:gd name="connsiteX46" fmla="*/ 286807 w 605522"/>
              <a:gd name="connsiteY46" fmla="*/ 540410 h 604605"/>
              <a:gd name="connsiteX47" fmla="*/ 286807 w 605522"/>
              <a:gd name="connsiteY47" fmla="*/ 508789 h 604605"/>
              <a:gd name="connsiteX48" fmla="*/ 302701 w 605522"/>
              <a:gd name="connsiteY48" fmla="*/ 492800 h 604605"/>
              <a:gd name="connsiteX49" fmla="*/ 318715 w 605522"/>
              <a:gd name="connsiteY49" fmla="*/ 508789 h 604605"/>
              <a:gd name="connsiteX50" fmla="*/ 318715 w 605522"/>
              <a:gd name="connsiteY50" fmla="*/ 540410 h 604605"/>
              <a:gd name="connsiteX51" fmla="*/ 415512 w 605522"/>
              <a:gd name="connsiteY51" fmla="*/ 512608 h 604605"/>
              <a:gd name="connsiteX52" fmla="*/ 402367 w 605522"/>
              <a:gd name="connsiteY52" fmla="*/ 490175 h 604605"/>
              <a:gd name="connsiteX53" fmla="*/ 401530 w 605522"/>
              <a:gd name="connsiteY53" fmla="*/ 483851 h 604605"/>
              <a:gd name="connsiteX54" fmla="*/ 405474 w 605522"/>
              <a:gd name="connsiteY54" fmla="*/ 478720 h 604605"/>
              <a:gd name="connsiteX55" fmla="*/ 409657 w 605522"/>
              <a:gd name="connsiteY55" fmla="*/ 477527 h 604605"/>
              <a:gd name="connsiteX56" fmla="*/ 416946 w 605522"/>
              <a:gd name="connsiteY56" fmla="*/ 481703 h 604605"/>
              <a:gd name="connsiteX57" fmla="*/ 430092 w 605522"/>
              <a:gd name="connsiteY57" fmla="*/ 504136 h 604605"/>
              <a:gd name="connsiteX58" fmla="*/ 501196 w 605522"/>
              <a:gd name="connsiteY58" fmla="*/ 435048 h 604605"/>
              <a:gd name="connsiteX59" fmla="*/ 473830 w 605522"/>
              <a:gd name="connsiteY59" fmla="*/ 419298 h 604605"/>
              <a:gd name="connsiteX60" fmla="*/ 467974 w 605522"/>
              <a:gd name="connsiteY60" fmla="*/ 397581 h 604605"/>
              <a:gd name="connsiteX61" fmla="*/ 489724 w 605522"/>
              <a:gd name="connsiteY61" fmla="*/ 391734 h 604605"/>
              <a:gd name="connsiteX62" fmla="*/ 517209 w 605522"/>
              <a:gd name="connsiteY62" fmla="*/ 407485 h 604605"/>
              <a:gd name="connsiteX63" fmla="*/ 541588 w 605522"/>
              <a:gd name="connsiteY63" fmla="*/ 309999 h 604605"/>
              <a:gd name="connsiteX64" fmla="*/ 515536 w 605522"/>
              <a:gd name="connsiteY64" fmla="*/ 309999 h 604605"/>
              <a:gd name="connsiteX65" fmla="*/ 511354 w 605522"/>
              <a:gd name="connsiteY65" fmla="*/ 308925 h 604605"/>
              <a:gd name="connsiteX66" fmla="*/ 507171 w 605522"/>
              <a:gd name="connsiteY66" fmla="*/ 301646 h 604605"/>
              <a:gd name="connsiteX67" fmla="*/ 509561 w 605522"/>
              <a:gd name="connsiteY67" fmla="*/ 295680 h 604605"/>
              <a:gd name="connsiteX68" fmla="*/ 515536 w 605522"/>
              <a:gd name="connsiteY68" fmla="*/ 293174 h 604605"/>
              <a:gd name="connsiteX69" fmla="*/ 541588 w 605522"/>
              <a:gd name="connsiteY69" fmla="*/ 293174 h 604605"/>
              <a:gd name="connsiteX70" fmla="*/ 517209 w 605522"/>
              <a:gd name="connsiteY70" fmla="*/ 197001 h 604605"/>
              <a:gd name="connsiteX71" fmla="*/ 489724 w 605522"/>
              <a:gd name="connsiteY71" fmla="*/ 212871 h 604605"/>
              <a:gd name="connsiteX72" fmla="*/ 481836 w 605522"/>
              <a:gd name="connsiteY72" fmla="*/ 215018 h 604605"/>
              <a:gd name="connsiteX73" fmla="*/ 467974 w 605522"/>
              <a:gd name="connsiteY73" fmla="*/ 207024 h 604605"/>
              <a:gd name="connsiteX74" fmla="*/ 473830 w 605522"/>
              <a:gd name="connsiteY74" fmla="*/ 185307 h 604605"/>
              <a:gd name="connsiteX75" fmla="*/ 501196 w 605522"/>
              <a:gd name="connsiteY75" fmla="*/ 169437 h 604605"/>
              <a:gd name="connsiteX76" fmla="*/ 428777 w 605522"/>
              <a:gd name="connsiteY76" fmla="*/ 99634 h 604605"/>
              <a:gd name="connsiteX77" fmla="*/ 415871 w 605522"/>
              <a:gd name="connsiteY77" fmla="*/ 122066 h 604605"/>
              <a:gd name="connsiteX78" fmla="*/ 408581 w 605522"/>
              <a:gd name="connsiteY78" fmla="*/ 126362 h 604605"/>
              <a:gd name="connsiteX79" fmla="*/ 404398 w 605522"/>
              <a:gd name="connsiteY79" fmla="*/ 125288 h 604605"/>
              <a:gd name="connsiteX80" fmla="*/ 401291 w 605522"/>
              <a:gd name="connsiteY80" fmla="*/ 113714 h 604605"/>
              <a:gd name="connsiteX81" fmla="*/ 414198 w 605522"/>
              <a:gd name="connsiteY81" fmla="*/ 91281 h 604605"/>
              <a:gd name="connsiteX82" fmla="*/ 318715 w 605522"/>
              <a:gd name="connsiteY82" fmla="*/ 64195 h 604605"/>
              <a:gd name="connsiteX83" fmla="*/ 318715 w 605522"/>
              <a:gd name="connsiteY83" fmla="*/ 95816 h 604605"/>
              <a:gd name="connsiteX84" fmla="*/ 302701 w 605522"/>
              <a:gd name="connsiteY84" fmla="*/ 111685 h 604605"/>
              <a:gd name="connsiteX85" fmla="*/ 286807 w 605522"/>
              <a:gd name="connsiteY85" fmla="*/ 95816 h 604605"/>
              <a:gd name="connsiteX86" fmla="*/ 302701 w 605522"/>
              <a:gd name="connsiteY86" fmla="*/ 0 h 604605"/>
              <a:gd name="connsiteX87" fmla="*/ 605522 w 605522"/>
              <a:gd name="connsiteY87" fmla="*/ 302243 h 604605"/>
              <a:gd name="connsiteX88" fmla="*/ 302701 w 605522"/>
              <a:gd name="connsiteY88" fmla="*/ 604605 h 604605"/>
              <a:gd name="connsiteX89" fmla="*/ 0 w 605522"/>
              <a:gd name="connsiteY89" fmla="*/ 302243 h 604605"/>
              <a:gd name="connsiteX90" fmla="*/ 302701 w 605522"/>
              <a:gd name="connsiteY90" fmla="*/ 0 h 60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5522" h="604605">
                <a:moveTo>
                  <a:pt x="169739" y="214306"/>
                </a:moveTo>
                <a:cubicBezTo>
                  <a:pt x="174669" y="212874"/>
                  <a:pt x="180136" y="213322"/>
                  <a:pt x="184976" y="216005"/>
                </a:cubicBezTo>
                <a:lnTo>
                  <a:pt x="287155" y="272658"/>
                </a:lnTo>
                <a:cubicBezTo>
                  <a:pt x="291816" y="270153"/>
                  <a:pt x="297074" y="268841"/>
                  <a:pt x="302691" y="268841"/>
                </a:cubicBezTo>
                <a:cubicBezTo>
                  <a:pt x="308307" y="268841"/>
                  <a:pt x="313685" y="270153"/>
                  <a:pt x="318346" y="272658"/>
                </a:cubicBezTo>
                <a:lnTo>
                  <a:pt x="420524" y="216005"/>
                </a:lnTo>
                <a:cubicBezTo>
                  <a:pt x="430204" y="210638"/>
                  <a:pt x="442394" y="214216"/>
                  <a:pt x="447652" y="223877"/>
                </a:cubicBezTo>
                <a:cubicBezTo>
                  <a:pt x="453030" y="233418"/>
                  <a:pt x="449564" y="245584"/>
                  <a:pt x="439884" y="250951"/>
                </a:cubicBezTo>
                <a:lnTo>
                  <a:pt x="335674" y="308677"/>
                </a:lnTo>
                <a:cubicBezTo>
                  <a:pt x="332567" y="324063"/>
                  <a:pt x="319063" y="335751"/>
                  <a:pt x="302691" y="335751"/>
                </a:cubicBezTo>
                <a:cubicBezTo>
                  <a:pt x="286438" y="335751"/>
                  <a:pt x="272814" y="324182"/>
                  <a:pt x="269826" y="308677"/>
                </a:cubicBezTo>
                <a:lnTo>
                  <a:pt x="165497" y="250951"/>
                </a:lnTo>
                <a:cubicBezTo>
                  <a:pt x="155817" y="245584"/>
                  <a:pt x="152351" y="233418"/>
                  <a:pt x="157729" y="223877"/>
                </a:cubicBezTo>
                <a:cubicBezTo>
                  <a:pt x="160418" y="219047"/>
                  <a:pt x="164810" y="215737"/>
                  <a:pt x="169739" y="214306"/>
                </a:cubicBezTo>
                <a:close/>
                <a:moveTo>
                  <a:pt x="286807" y="64195"/>
                </a:moveTo>
                <a:cubicBezTo>
                  <a:pt x="252032" y="66462"/>
                  <a:pt x="219169" y="76247"/>
                  <a:pt x="190010" y="91878"/>
                </a:cubicBezTo>
                <a:lnTo>
                  <a:pt x="203036" y="114311"/>
                </a:lnTo>
                <a:cubicBezTo>
                  <a:pt x="204231" y="116339"/>
                  <a:pt x="204470" y="118606"/>
                  <a:pt x="203872" y="120754"/>
                </a:cubicBezTo>
                <a:cubicBezTo>
                  <a:pt x="203394" y="122902"/>
                  <a:pt x="201960" y="124692"/>
                  <a:pt x="200048" y="125885"/>
                </a:cubicBezTo>
                <a:cubicBezTo>
                  <a:pt x="197419" y="127436"/>
                  <a:pt x="194193" y="127317"/>
                  <a:pt x="191564" y="125885"/>
                </a:cubicBezTo>
                <a:cubicBezTo>
                  <a:pt x="190249" y="125169"/>
                  <a:pt x="189173" y="124095"/>
                  <a:pt x="188456" y="122782"/>
                </a:cubicBezTo>
                <a:lnTo>
                  <a:pt x="175431" y="100469"/>
                </a:lnTo>
                <a:cubicBezTo>
                  <a:pt x="147108" y="118248"/>
                  <a:pt x="122849" y="141874"/>
                  <a:pt x="104207" y="169557"/>
                </a:cubicBezTo>
                <a:lnTo>
                  <a:pt x="131692" y="185307"/>
                </a:lnTo>
                <a:cubicBezTo>
                  <a:pt x="139221" y="189722"/>
                  <a:pt x="141850" y="199387"/>
                  <a:pt x="137428" y="207024"/>
                </a:cubicBezTo>
                <a:cubicBezTo>
                  <a:pt x="134560" y="212155"/>
                  <a:pt x="129183" y="215018"/>
                  <a:pt x="123686" y="215018"/>
                </a:cubicBezTo>
                <a:cubicBezTo>
                  <a:pt x="120937" y="215018"/>
                  <a:pt x="118188" y="214302"/>
                  <a:pt x="115679" y="212871"/>
                </a:cubicBezTo>
                <a:lnTo>
                  <a:pt x="88313" y="197001"/>
                </a:lnTo>
                <a:cubicBezTo>
                  <a:pt x="73614" y="226593"/>
                  <a:pt x="65010" y="259645"/>
                  <a:pt x="63815" y="294606"/>
                </a:cubicBezTo>
                <a:lnTo>
                  <a:pt x="89866" y="294487"/>
                </a:lnTo>
                <a:cubicBezTo>
                  <a:pt x="94527" y="294487"/>
                  <a:pt x="98351" y="298305"/>
                  <a:pt x="98351" y="302959"/>
                </a:cubicBezTo>
                <a:cubicBezTo>
                  <a:pt x="98351" y="305107"/>
                  <a:pt x="97514" y="307254"/>
                  <a:pt x="95841" y="308925"/>
                </a:cubicBezTo>
                <a:cubicBezTo>
                  <a:pt x="94288" y="310476"/>
                  <a:pt x="92256" y="311311"/>
                  <a:pt x="89986" y="311311"/>
                </a:cubicBezTo>
                <a:lnTo>
                  <a:pt x="63934" y="311431"/>
                </a:lnTo>
                <a:cubicBezTo>
                  <a:pt x="65249" y="345795"/>
                  <a:pt x="73853" y="378370"/>
                  <a:pt x="88313" y="407604"/>
                </a:cubicBezTo>
                <a:lnTo>
                  <a:pt x="115679" y="391734"/>
                </a:lnTo>
                <a:cubicBezTo>
                  <a:pt x="123327" y="387320"/>
                  <a:pt x="133126" y="389945"/>
                  <a:pt x="137428" y="397581"/>
                </a:cubicBezTo>
                <a:cubicBezTo>
                  <a:pt x="141850" y="405218"/>
                  <a:pt x="139221" y="414883"/>
                  <a:pt x="131692" y="419298"/>
                </a:cubicBezTo>
                <a:lnTo>
                  <a:pt x="104207" y="435048"/>
                </a:lnTo>
                <a:cubicBezTo>
                  <a:pt x="123208" y="463208"/>
                  <a:pt x="147825" y="487073"/>
                  <a:pt x="176626" y="504971"/>
                </a:cubicBezTo>
                <a:lnTo>
                  <a:pt x="189532" y="482419"/>
                </a:lnTo>
                <a:cubicBezTo>
                  <a:pt x="191086" y="479794"/>
                  <a:pt x="193834" y="478243"/>
                  <a:pt x="196941" y="478243"/>
                </a:cubicBezTo>
                <a:cubicBezTo>
                  <a:pt x="198375" y="478243"/>
                  <a:pt x="199809" y="478601"/>
                  <a:pt x="201124" y="479317"/>
                </a:cubicBezTo>
                <a:cubicBezTo>
                  <a:pt x="203036" y="480510"/>
                  <a:pt x="204470" y="482300"/>
                  <a:pt x="205067" y="484448"/>
                </a:cubicBezTo>
                <a:cubicBezTo>
                  <a:pt x="205665" y="486595"/>
                  <a:pt x="205306" y="488863"/>
                  <a:pt x="204231" y="490772"/>
                </a:cubicBezTo>
                <a:lnTo>
                  <a:pt x="191325" y="513324"/>
                </a:lnTo>
                <a:cubicBezTo>
                  <a:pt x="220125" y="528597"/>
                  <a:pt x="252510" y="538143"/>
                  <a:pt x="286807" y="540410"/>
                </a:cubicBezTo>
                <a:lnTo>
                  <a:pt x="286807" y="508789"/>
                </a:lnTo>
                <a:cubicBezTo>
                  <a:pt x="286807" y="499960"/>
                  <a:pt x="293978" y="492800"/>
                  <a:pt x="302701" y="492800"/>
                </a:cubicBezTo>
                <a:cubicBezTo>
                  <a:pt x="311545" y="492800"/>
                  <a:pt x="318715" y="499960"/>
                  <a:pt x="318715" y="508789"/>
                </a:cubicBezTo>
                <a:lnTo>
                  <a:pt x="318715" y="540410"/>
                </a:lnTo>
                <a:cubicBezTo>
                  <a:pt x="353490" y="538143"/>
                  <a:pt x="386354" y="528358"/>
                  <a:pt x="415512" y="512608"/>
                </a:cubicBezTo>
                <a:lnTo>
                  <a:pt x="402367" y="490175"/>
                </a:lnTo>
                <a:cubicBezTo>
                  <a:pt x="401291" y="488266"/>
                  <a:pt x="400933" y="485999"/>
                  <a:pt x="401530" y="483851"/>
                </a:cubicBezTo>
                <a:cubicBezTo>
                  <a:pt x="402128" y="481703"/>
                  <a:pt x="403562" y="479794"/>
                  <a:pt x="405474" y="478720"/>
                </a:cubicBezTo>
                <a:cubicBezTo>
                  <a:pt x="406789" y="478004"/>
                  <a:pt x="408223" y="477527"/>
                  <a:pt x="409657" y="477527"/>
                </a:cubicBezTo>
                <a:cubicBezTo>
                  <a:pt x="412644" y="477527"/>
                  <a:pt x="415512" y="479198"/>
                  <a:pt x="416946" y="481703"/>
                </a:cubicBezTo>
                <a:lnTo>
                  <a:pt x="430092" y="504136"/>
                </a:lnTo>
                <a:cubicBezTo>
                  <a:pt x="458294" y="486357"/>
                  <a:pt x="482553" y="462731"/>
                  <a:pt x="501196" y="435048"/>
                </a:cubicBezTo>
                <a:lnTo>
                  <a:pt x="473830" y="419298"/>
                </a:lnTo>
                <a:cubicBezTo>
                  <a:pt x="466182" y="414883"/>
                  <a:pt x="463672" y="405218"/>
                  <a:pt x="467974" y="397581"/>
                </a:cubicBezTo>
                <a:cubicBezTo>
                  <a:pt x="472396" y="389945"/>
                  <a:pt x="482195" y="387320"/>
                  <a:pt x="489724" y="391734"/>
                </a:cubicBezTo>
                <a:lnTo>
                  <a:pt x="517209" y="407485"/>
                </a:lnTo>
                <a:cubicBezTo>
                  <a:pt x="531789" y="377893"/>
                  <a:pt x="540512" y="344841"/>
                  <a:pt x="541588" y="309999"/>
                </a:cubicBezTo>
                <a:lnTo>
                  <a:pt x="515536" y="309999"/>
                </a:lnTo>
                <a:cubicBezTo>
                  <a:pt x="514102" y="309999"/>
                  <a:pt x="512668" y="309641"/>
                  <a:pt x="511354" y="308925"/>
                </a:cubicBezTo>
                <a:cubicBezTo>
                  <a:pt x="508725" y="307493"/>
                  <a:pt x="507171" y="304629"/>
                  <a:pt x="507171" y="301646"/>
                </a:cubicBezTo>
                <a:cubicBezTo>
                  <a:pt x="507171" y="299379"/>
                  <a:pt x="508008" y="297351"/>
                  <a:pt x="509561" y="295680"/>
                </a:cubicBezTo>
                <a:cubicBezTo>
                  <a:pt x="511115" y="294129"/>
                  <a:pt x="513266" y="293174"/>
                  <a:pt x="515536" y="293174"/>
                </a:cubicBezTo>
                <a:lnTo>
                  <a:pt x="541588" y="293174"/>
                </a:lnTo>
                <a:cubicBezTo>
                  <a:pt x="540273" y="258810"/>
                  <a:pt x="531669" y="226235"/>
                  <a:pt x="517209" y="197001"/>
                </a:cubicBezTo>
                <a:lnTo>
                  <a:pt x="489724" y="212871"/>
                </a:lnTo>
                <a:cubicBezTo>
                  <a:pt x="487214" y="214302"/>
                  <a:pt x="484585" y="215018"/>
                  <a:pt x="481836" y="215018"/>
                </a:cubicBezTo>
                <a:cubicBezTo>
                  <a:pt x="476339" y="215018"/>
                  <a:pt x="470962" y="212155"/>
                  <a:pt x="467974" y="207024"/>
                </a:cubicBezTo>
                <a:cubicBezTo>
                  <a:pt x="463553" y="199387"/>
                  <a:pt x="466182" y="189722"/>
                  <a:pt x="473830" y="185307"/>
                </a:cubicBezTo>
                <a:lnTo>
                  <a:pt x="501196" y="169437"/>
                </a:lnTo>
                <a:cubicBezTo>
                  <a:pt x="482314" y="141397"/>
                  <a:pt x="457577" y="117532"/>
                  <a:pt x="428777" y="99634"/>
                </a:cubicBezTo>
                <a:lnTo>
                  <a:pt x="415871" y="122066"/>
                </a:lnTo>
                <a:cubicBezTo>
                  <a:pt x="414437" y="124692"/>
                  <a:pt x="411569" y="126362"/>
                  <a:pt x="408581" y="126362"/>
                </a:cubicBezTo>
                <a:cubicBezTo>
                  <a:pt x="407147" y="126362"/>
                  <a:pt x="405713" y="126004"/>
                  <a:pt x="404398" y="125288"/>
                </a:cubicBezTo>
                <a:cubicBezTo>
                  <a:pt x="400335" y="122902"/>
                  <a:pt x="398901" y="117771"/>
                  <a:pt x="401291" y="113714"/>
                </a:cubicBezTo>
                <a:lnTo>
                  <a:pt x="414198" y="91281"/>
                </a:lnTo>
                <a:cubicBezTo>
                  <a:pt x="385278" y="76008"/>
                  <a:pt x="353012" y="66462"/>
                  <a:pt x="318715" y="64195"/>
                </a:cubicBezTo>
                <a:lnTo>
                  <a:pt x="318715" y="95816"/>
                </a:lnTo>
                <a:cubicBezTo>
                  <a:pt x="318715" y="104645"/>
                  <a:pt x="311545" y="111685"/>
                  <a:pt x="302701" y="111685"/>
                </a:cubicBezTo>
                <a:cubicBezTo>
                  <a:pt x="293978" y="111685"/>
                  <a:pt x="286807" y="104645"/>
                  <a:pt x="286807" y="95816"/>
                </a:cubicBezTo>
                <a:close/>
                <a:moveTo>
                  <a:pt x="302701" y="0"/>
                </a:moveTo>
                <a:cubicBezTo>
                  <a:pt x="469647" y="0"/>
                  <a:pt x="605522" y="135550"/>
                  <a:pt x="605522" y="302243"/>
                </a:cubicBezTo>
                <a:cubicBezTo>
                  <a:pt x="605522" y="468936"/>
                  <a:pt x="469647" y="604605"/>
                  <a:pt x="302701" y="604605"/>
                </a:cubicBezTo>
                <a:cubicBezTo>
                  <a:pt x="135755" y="604605"/>
                  <a:pt x="0" y="468936"/>
                  <a:pt x="0" y="302243"/>
                </a:cubicBezTo>
                <a:cubicBezTo>
                  <a:pt x="0" y="135550"/>
                  <a:pt x="135755" y="0"/>
                  <a:pt x="302701" y="0"/>
                </a:cubicBezTo>
                <a:close/>
              </a:path>
            </a:pathLst>
          </a:custGeom>
          <a:solidFill>
            <a:schemeClr val="tx1">
              <a:lumMod val="50000"/>
              <a:lumOff val="50000"/>
            </a:schemeClr>
          </a:solidFill>
          <a:ln w="38100">
            <a:noFill/>
          </a:ln>
        </p:spPr>
        <p:style>
          <a:lnRef idx="2">
            <a:schemeClr val="dk1"/>
          </a:lnRef>
          <a:fillRef idx="1">
            <a:schemeClr val="lt1"/>
          </a:fillRef>
          <a:effectRef idx="0">
            <a:schemeClr val="dk1"/>
          </a:effectRef>
          <a:fontRef idx="minor">
            <a:schemeClr val="dk1"/>
          </a:fontRef>
        </p:style>
        <p:txBody>
          <a:bodyPr anchor="ctr">
            <a:norm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algn="ctr" fontAlgn="auto">
              <a:spcBef>
                <a:spcPts val="0"/>
              </a:spcBef>
              <a:spcAft>
                <a:spcPts val="0"/>
              </a:spcAft>
              <a:defRPr/>
            </a:pPr>
            <a:endParaRPr lang="en-US" dirty="0">
              <a:solidFill>
                <a:srgbClr val="000000"/>
              </a:solidFill>
            </a:endParaRPr>
          </a:p>
        </p:txBody>
      </p:sp>
      <p:sp>
        <p:nvSpPr>
          <p:cNvPr id="64" name="işlîḓè"/>
          <p:cNvSpPr/>
          <p:nvPr/>
        </p:nvSpPr>
        <p:spPr bwMode="auto">
          <a:xfrm>
            <a:off x="7512685" y="4670743"/>
            <a:ext cx="644525" cy="642937"/>
          </a:xfrm>
          <a:prstGeom prst="ellipse">
            <a:avLst/>
          </a:prstGeom>
          <a:solidFill>
            <a:schemeClr val="bg1"/>
          </a:solidFill>
          <a:ln w="6350">
            <a:solidFill>
              <a:schemeClr val="tx2"/>
            </a:solidFill>
          </a:ln>
        </p:spPr>
        <p:style>
          <a:lnRef idx="2">
            <a:schemeClr val="dk1"/>
          </a:lnRef>
          <a:fillRef idx="1">
            <a:schemeClr val="lt1"/>
          </a:fillRef>
          <a:effectRef idx="0">
            <a:schemeClr val="dk1"/>
          </a:effectRef>
          <a:fontRef idx="minor">
            <a:schemeClr val="dk1"/>
          </a:fontRef>
        </p:style>
        <p:txBody>
          <a:bodyPr anchor="ctr">
            <a:normAutofit lnSpcReduction="10000"/>
          </a:bodyPr>
          <a:lstStyle/>
          <a:p>
            <a:pPr algn="ctr" defTabSz="913765" eaLnBrk="1" fontAlgn="auto" hangingPunct="1">
              <a:spcBef>
                <a:spcPts val="0"/>
              </a:spcBef>
              <a:spcAft>
                <a:spcPts val="0"/>
              </a:spcAft>
              <a:defRPr/>
            </a:pPr>
            <a:endParaRPr lang="en-US" dirty="0">
              <a:solidFill>
                <a:srgbClr val="000000"/>
              </a:solidFill>
            </a:endParaRPr>
          </a:p>
        </p:txBody>
      </p:sp>
      <p:sp>
        <p:nvSpPr>
          <p:cNvPr id="65" name="işlîďê"/>
          <p:cNvSpPr/>
          <p:nvPr/>
        </p:nvSpPr>
        <p:spPr bwMode="auto">
          <a:xfrm>
            <a:off x="7642860" y="4800918"/>
            <a:ext cx="384175" cy="382587"/>
          </a:xfrm>
          <a:custGeom>
            <a:avLst/>
            <a:gdLst>
              <a:gd name="connsiteX0" fmla="*/ 169739 w 605522"/>
              <a:gd name="connsiteY0" fmla="*/ 214306 h 604605"/>
              <a:gd name="connsiteX1" fmla="*/ 184976 w 605522"/>
              <a:gd name="connsiteY1" fmla="*/ 216005 h 604605"/>
              <a:gd name="connsiteX2" fmla="*/ 287155 w 605522"/>
              <a:gd name="connsiteY2" fmla="*/ 272658 h 604605"/>
              <a:gd name="connsiteX3" fmla="*/ 302691 w 605522"/>
              <a:gd name="connsiteY3" fmla="*/ 268841 h 604605"/>
              <a:gd name="connsiteX4" fmla="*/ 318346 w 605522"/>
              <a:gd name="connsiteY4" fmla="*/ 272658 h 604605"/>
              <a:gd name="connsiteX5" fmla="*/ 420524 w 605522"/>
              <a:gd name="connsiteY5" fmla="*/ 216005 h 604605"/>
              <a:gd name="connsiteX6" fmla="*/ 447652 w 605522"/>
              <a:gd name="connsiteY6" fmla="*/ 223877 h 604605"/>
              <a:gd name="connsiteX7" fmla="*/ 439884 w 605522"/>
              <a:gd name="connsiteY7" fmla="*/ 250951 h 604605"/>
              <a:gd name="connsiteX8" fmla="*/ 335674 w 605522"/>
              <a:gd name="connsiteY8" fmla="*/ 308677 h 604605"/>
              <a:gd name="connsiteX9" fmla="*/ 302691 w 605522"/>
              <a:gd name="connsiteY9" fmla="*/ 335751 h 604605"/>
              <a:gd name="connsiteX10" fmla="*/ 269826 w 605522"/>
              <a:gd name="connsiteY10" fmla="*/ 308677 h 604605"/>
              <a:gd name="connsiteX11" fmla="*/ 165497 w 605522"/>
              <a:gd name="connsiteY11" fmla="*/ 250951 h 604605"/>
              <a:gd name="connsiteX12" fmla="*/ 157729 w 605522"/>
              <a:gd name="connsiteY12" fmla="*/ 223877 h 604605"/>
              <a:gd name="connsiteX13" fmla="*/ 169739 w 605522"/>
              <a:gd name="connsiteY13" fmla="*/ 214306 h 604605"/>
              <a:gd name="connsiteX14" fmla="*/ 286807 w 605522"/>
              <a:gd name="connsiteY14" fmla="*/ 64195 h 604605"/>
              <a:gd name="connsiteX15" fmla="*/ 190010 w 605522"/>
              <a:gd name="connsiteY15" fmla="*/ 91878 h 604605"/>
              <a:gd name="connsiteX16" fmla="*/ 203036 w 605522"/>
              <a:gd name="connsiteY16" fmla="*/ 114311 h 604605"/>
              <a:gd name="connsiteX17" fmla="*/ 203872 w 605522"/>
              <a:gd name="connsiteY17" fmla="*/ 120754 h 604605"/>
              <a:gd name="connsiteX18" fmla="*/ 200048 w 605522"/>
              <a:gd name="connsiteY18" fmla="*/ 125885 h 604605"/>
              <a:gd name="connsiteX19" fmla="*/ 191564 w 605522"/>
              <a:gd name="connsiteY19" fmla="*/ 125885 h 604605"/>
              <a:gd name="connsiteX20" fmla="*/ 188456 w 605522"/>
              <a:gd name="connsiteY20" fmla="*/ 122782 h 604605"/>
              <a:gd name="connsiteX21" fmla="*/ 175431 w 605522"/>
              <a:gd name="connsiteY21" fmla="*/ 100469 h 604605"/>
              <a:gd name="connsiteX22" fmla="*/ 104207 w 605522"/>
              <a:gd name="connsiteY22" fmla="*/ 169557 h 604605"/>
              <a:gd name="connsiteX23" fmla="*/ 131692 w 605522"/>
              <a:gd name="connsiteY23" fmla="*/ 185307 h 604605"/>
              <a:gd name="connsiteX24" fmla="*/ 137428 w 605522"/>
              <a:gd name="connsiteY24" fmla="*/ 207024 h 604605"/>
              <a:gd name="connsiteX25" fmla="*/ 123686 w 605522"/>
              <a:gd name="connsiteY25" fmla="*/ 215018 h 604605"/>
              <a:gd name="connsiteX26" fmla="*/ 115679 w 605522"/>
              <a:gd name="connsiteY26" fmla="*/ 212871 h 604605"/>
              <a:gd name="connsiteX27" fmla="*/ 88313 w 605522"/>
              <a:gd name="connsiteY27" fmla="*/ 197001 h 604605"/>
              <a:gd name="connsiteX28" fmla="*/ 63815 w 605522"/>
              <a:gd name="connsiteY28" fmla="*/ 294606 h 604605"/>
              <a:gd name="connsiteX29" fmla="*/ 89866 w 605522"/>
              <a:gd name="connsiteY29" fmla="*/ 294487 h 604605"/>
              <a:gd name="connsiteX30" fmla="*/ 98351 w 605522"/>
              <a:gd name="connsiteY30" fmla="*/ 302959 h 604605"/>
              <a:gd name="connsiteX31" fmla="*/ 95841 w 605522"/>
              <a:gd name="connsiteY31" fmla="*/ 308925 h 604605"/>
              <a:gd name="connsiteX32" fmla="*/ 89986 w 605522"/>
              <a:gd name="connsiteY32" fmla="*/ 311311 h 604605"/>
              <a:gd name="connsiteX33" fmla="*/ 63934 w 605522"/>
              <a:gd name="connsiteY33" fmla="*/ 311431 h 604605"/>
              <a:gd name="connsiteX34" fmla="*/ 88313 w 605522"/>
              <a:gd name="connsiteY34" fmla="*/ 407604 h 604605"/>
              <a:gd name="connsiteX35" fmla="*/ 115679 w 605522"/>
              <a:gd name="connsiteY35" fmla="*/ 391734 h 604605"/>
              <a:gd name="connsiteX36" fmla="*/ 137428 w 605522"/>
              <a:gd name="connsiteY36" fmla="*/ 397581 h 604605"/>
              <a:gd name="connsiteX37" fmla="*/ 131692 w 605522"/>
              <a:gd name="connsiteY37" fmla="*/ 419298 h 604605"/>
              <a:gd name="connsiteX38" fmla="*/ 104207 w 605522"/>
              <a:gd name="connsiteY38" fmla="*/ 435048 h 604605"/>
              <a:gd name="connsiteX39" fmla="*/ 176626 w 605522"/>
              <a:gd name="connsiteY39" fmla="*/ 504971 h 604605"/>
              <a:gd name="connsiteX40" fmla="*/ 189532 w 605522"/>
              <a:gd name="connsiteY40" fmla="*/ 482419 h 604605"/>
              <a:gd name="connsiteX41" fmla="*/ 196941 w 605522"/>
              <a:gd name="connsiteY41" fmla="*/ 478243 h 604605"/>
              <a:gd name="connsiteX42" fmla="*/ 201124 w 605522"/>
              <a:gd name="connsiteY42" fmla="*/ 479317 h 604605"/>
              <a:gd name="connsiteX43" fmla="*/ 205067 w 605522"/>
              <a:gd name="connsiteY43" fmla="*/ 484448 h 604605"/>
              <a:gd name="connsiteX44" fmla="*/ 204231 w 605522"/>
              <a:gd name="connsiteY44" fmla="*/ 490772 h 604605"/>
              <a:gd name="connsiteX45" fmla="*/ 191325 w 605522"/>
              <a:gd name="connsiteY45" fmla="*/ 513324 h 604605"/>
              <a:gd name="connsiteX46" fmla="*/ 286807 w 605522"/>
              <a:gd name="connsiteY46" fmla="*/ 540410 h 604605"/>
              <a:gd name="connsiteX47" fmla="*/ 286807 w 605522"/>
              <a:gd name="connsiteY47" fmla="*/ 508789 h 604605"/>
              <a:gd name="connsiteX48" fmla="*/ 302701 w 605522"/>
              <a:gd name="connsiteY48" fmla="*/ 492800 h 604605"/>
              <a:gd name="connsiteX49" fmla="*/ 318715 w 605522"/>
              <a:gd name="connsiteY49" fmla="*/ 508789 h 604605"/>
              <a:gd name="connsiteX50" fmla="*/ 318715 w 605522"/>
              <a:gd name="connsiteY50" fmla="*/ 540410 h 604605"/>
              <a:gd name="connsiteX51" fmla="*/ 415512 w 605522"/>
              <a:gd name="connsiteY51" fmla="*/ 512608 h 604605"/>
              <a:gd name="connsiteX52" fmla="*/ 402367 w 605522"/>
              <a:gd name="connsiteY52" fmla="*/ 490175 h 604605"/>
              <a:gd name="connsiteX53" fmla="*/ 401530 w 605522"/>
              <a:gd name="connsiteY53" fmla="*/ 483851 h 604605"/>
              <a:gd name="connsiteX54" fmla="*/ 405474 w 605522"/>
              <a:gd name="connsiteY54" fmla="*/ 478720 h 604605"/>
              <a:gd name="connsiteX55" fmla="*/ 409657 w 605522"/>
              <a:gd name="connsiteY55" fmla="*/ 477527 h 604605"/>
              <a:gd name="connsiteX56" fmla="*/ 416946 w 605522"/>
              <a:gd name="connsiteY56" fmla="*/ 481703 h 604605"/>
              <a:gd name="connsiteX57" fmla="*/ 430092 w 605522"/>
              <a:gd name="connsiteY57" fmla="*/ 504136 h 604605"/>
              <a:gd name="connsiteX58" fmla="*/ 501196 w 605522"/>
              <a:gd name="connsiteY58" fmla="*/ 435048 h 604605"/>
              <a:gd name="connsiteX59" fmla="*/ 473830 w 605522"/>
              <a:gd name="connsiteY59" fmla="*/ 419298 h 604605"/>
              <a:gd name="connsiteX60" fmla="*/ 467974 w 605522"/>
              <a:gd name="connsiteY60" fmla="*/ 397581 h 604605"/>
              <a:gd name="connsiteX61" fmla="*/ 489724 w 605522"/>
              <a:gd name="connsiteY61" fmla="*/ 391734 h 604605"/>
              <a:gd name="connsiteX62" fmla="*/ 517209 w 605522"/>
              <a:gd name="connsiteY62" fmla="*/ 407485 h 604605"/>
              <a:gd name="connsiteX63" fmla="*/ 541588 w 605522"/>
              <a:gd name="connsiteY63" fmla="*/ 309999 h 604605"/>
              <a:gd name="connsiteX64" fmla="*/ 515536 w 605522"/>
              <a:gd name="connsiteY64" fmla="*/ 309999 h 604605"/>
              <a:gd name="connsiteX65" fmla="*/ 511354 w 605522"/>
              <a:gd name="connsiteY65" fmla="*/ 308925 h 604605"/>
              <a:gd name="connsiteX66" fmla="*/ 507171 w 605522"/>
              <a:gd name="connsiteY66" fmla="*/ 301646 h 604605"/>
              <a:gd name="connsiteX67" fmla="*/ 509561 w 605522"/>
              <a:gd name="connsiteY67" fmla="*/ 295680 h 604605"/>
              <a:gd name="connsiteX68" fmla="*/ 515536 w 605522"/>
              <a:gd name="connsiteY68" fmla="*/ 293174 h 604605"/>
              <a:gd name="connsiteX69" fmla="*/ 541588 w 605522"/>
              <a:gd name="connsiteY69" fmla="*/ 293174 h 604605"/>
              <a:gd name="connsiteX70" fmla="*/ 517209 w 605522"/>
              <a:gd name="connsiteY70" fmla="*/ 197001 h 604605"/>
              <a:gd name="connsiteX71" fmla="*/ 489724 w 605522"/>
              <a:gd name="connsiteY71" fmla="*/ 212871 h 604605"/>
              <a:gd name="connsiteX72" fmla="*/ 481836 w 605522"/>
              <a:gd name="connsiteY72" fmla="*/ 215018 h 604605"/>
              <a:gd name="connsiteX73" fmla="*/ 467974 w 605522"/>
              <a:gd name="connsiteY73" fmla="*/ 207024 h 604605"/>
              <a:gd name="connsiteX74" fmla="*/ 473830 w 605522"/>
              <a:gd name="connsiteY74" fmla="*/ 185307 h 604605"/>
              <a:gd name="connsiteX75" fmla="*/ 501196 w 605522"/>
              <a:gd name="connsiteY75" fmla="*/ 169437 h 604605"/>
              <a:gd name="connsiteX76" fmla="*/ 428777 w 605522"/>
              <a:gd name="connsiteY76" fmla="*/ 99634 h 604605"/>
              <a:gd name="connsiteX77" fmla="*/ 415871 w 605522"/>
              <a:gd name="connsiteY77" fmla="*/ 122066 h 604605"/>
              <a:gd name="connsiteX78" fmla="*/ 408581 w 605522"/>
              <a:gd name="connsiteY78" fmla="*/ 126362 h 604605"/>
              <a:gd name="connsiteX79" fmla="*/ 404398 w 605522"/>
              <a:gd name="connsiteY79" fmla="*/ 125288 h 604605"/>
              <a:gd name="connsiteX80" fmla="*/ 401291 w 605522"/>
              <a:gd name="connsiteY80" fmla="*/ 113714 h 604605"/>
              <a:gd name="connsiteX81" fmla="*/ 414198 w 605522"/>
              <a:gd name="connsiteY81" fmla="*/ 91281 h 604605"/>
              <a:gd name="connsiteX82" fmla="*/ 318715 w 605522"/>
              <a:gd name="connsiteY82" fmla="*/ 64195 h 604605"/>
              <a:gd name="connsiteX83" fmla="*/ 318715 w 605522"/>
              <a:gd name="connsiteY83" fmla="*/ 95816 h 604605"/>
              <a:gd name="connsiteX84" fmla="*/ 302701 w 605522"/>
              <a:gd name="connsiteY84" fmla="*/ 111685 h 604605"/>
              <a:gd name="connsiteX85" fmla="*/ 286807 w 605522"/>
              <a:gd name="connsiteY85" fmla="*/ 95816 h 604605"/>
              <a:gd name="connsiteX86" fmla="*/ 302701 w 605522"/>
              <a:gd name="connsiteY86" fmla="*/ 0 h 604605"/>
              <a:gd name="connsiteX87" fmla="*/ 605522 w 605522"/>
              <a:gd name="connsiteY87" fmla="*/ 302243 h 604605"/>
              <a:gd name="connsiteX88" fmla="*/ 302701 w 605522"/>
              <a:gd name="connsiteY88" fmla="*/ 604605 h 604605"/>
              <a:gd name="connsiteX89" fmla="*/ 0 w 605522"/>
              <a:gd name="connsiteY89" fmla="*/ 302243 h 604605"/>
              <a:gd name="connsiteX90" fmla="*/ 302701 w 605522"/>
              <a:gd name="connsiteY90" fmla="*/ 0 h 60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5522" h="604605">
                <a:moveTo>
                  <a:pt x="169739" y="214306"/>
                </a:moveTo>
                <a:cubicBezTo>
                  <a:pt x="174669" y="212874"/>
                  <a:pt x="180136" y="213322"/>
                  <a:pt x="184976" y="216005"/>
                </a:cubicBezTo>
                <a:lnTo>
                  <a:pt x="287155" y="272658"/>
                </a:lnTo>
                <a:cubicBezTo>
                  <a:pt x="291816" y="270153"/>
                  <a:pt x="297074" y="268841"/>
                  <a:pt x="302691" y="268841"/>
                </a:cubicBezTo>
                <a:cubicBezTo>
                  <a:pt x="308307" y="268841"/>
                  <a:pt x="313685" y="270153"/>
                  <a:pt x="318346" y="272658"/>
                </a:cubicBezTo>
                <a:lnTo>
                  <a:pt x="420524" y="216005"/>
                </a:lnTo>
                <a:cubicBezTo>
                  <a:pt x="430204" y="210638"/>
                  <a:pt x="442394" y="214216"/>
                  <a:pt x="447652" y="223877"/>
                </a:cubicBezTo>
                <a:cubicBezTo>
                  <a:pt x="453030" y="233418"/>
                  <a:pt x="449564" y="245584"/>
                  <a:pt x="439884" y="250951"/>
                </a:cubicBezTo>
                <a:lnTo>
                  <a:pt x="335674" y="308677"/>
                </a:lnTo>
                <a:cubicBezTo>
                  <a:pt x="332567" y="324063"/>
                  <a:pt x="319063" y="335751"/>
                  <a:pt x="302691" y="335751"/>
                </a:cubicBezTo>
                <a:cubicBezTo>
                  <a:pt x="286438" y="335751"/>
                  <a:pt x="272814" y="324182"/>
                  <a:pt x="269826" y="308677"/>
                </a:cubicBezTo>
                <a:lnTo>
                  <a:pt x="165497" y="250951"/>
                </a:lnTo>
                <a:cubicBezTo>
                  <a:pt x="155817" y="245584"/>
                  <a:pt x="152351" y="233418"/>
                  <a:pt x="157729" y="223877"/>
                </a:cubicBezTo>
                <a:cubicBezTo>
                  <a:pt x="160418" y="219047"/>
                  <a:pt x="164810" y="215737"/>
                  <a:pt x="169739" y="214306"/>
                </a:cubicBezTo>
                <a:close/>
                <a:moveTo>
                  <a:pt x="286807" y="64195"/>
                </a:moveTo>
                <a:cubicBezTo>
                  <a:pt x="252032" y="66462"/>
                  <a:pt x="219169" y="76247"/>
                  <a:pt x="190010" y="91878"/>
                </a:cubicBezTo>
                <a:lnTo>
                  <a:pt x="203036" y="114311"/>
                </a:lnTo>
                <a:cubicBezTo>
                  <a:pt x="204231" y="116339"/>
                  <a:pt x="204470" y="118606"/>
                  <a:pt x="203872" y="120754"/>
                </a:cubicBezTo>
                <a:cubicBezTo>
                  <a:pt x="203394" y="122902"/>
                  <a:pt x="201960" y="124692"/>
                  <a:pt x="200048" y="125885"/>
                </a:cubicBezTo>
                <a:cubicBezTo>
                  <a:pt x="197419" y="127436"/>
                  <a:pt x="194193" y="127317"/>
                  <a:pt x="191564" y="125885"/>
                </a:cubicBezTo>
                <a:cubicBezTo>
                  <a:pt x="190249" y="125169"/>
                  <a:pt x="189173" y="124095"/>
                  <a:pt x="188456" y="122782"/>
                </a:cubicBezTo>
                <a:lnTo>
                  <a:pt x="175431" y="100469"/>
                </a:lnTo>
                <a:cubicBezTo>
                  <a:pt x="147108" y="118248"/>
                  <a:pt x="122849" y="141874"/>
                  <a:pt x="104207" y="169557"/>
                </a:cubicBezTo>
                <a:lnTo>
                  <a:pt x="131692" y="185307"/>
                </a:lnTo>
                <a:cubicBezTo>
                  <a:pt x="139221" y="189722"/>
                  <a:pt x="141850" y="199387"/>
                  <a:pt x="137428" y="207024"/>
                </a:cubicBezTo>
                <a:cubicBezTo>
                  <a:pt x="134560" y="212155"/>
                  <a:pt x="129183" y="215018"/>
                  <a:pt x="123686" y="215018"/>
                </a:cubicBezTo>
                <a:cubicBezTo>
                  <a:pt x="120937" y="215018"/>
                  <a:pt x="118188" y="214302"/>
                  <a:pt x="115679" y="212871"/>
                </a:cubicBezTo>
                <a:lnTo>
                  <a:pt x="88313" y="197001"/>
                </a:lnTo>
                <a:cubicBezTo>
                  <a:pt x="73614" y="226593"/>
                  <a:pt x="65010" y="259645"/>
                  <a:pt x="63815" y="294606"/>
                </a:cubicBezTo>
                <a:lnTo>
                  <a:pt x="89866" y="294487"/>
                </a:lnTo>
                <a:cubicBezTo>
                  <a:pt x="94527" y="294487"/>
                  <a:pt x="98351" y="298305"/>
                  <a:pt x="98351" y="302959"/>
                </a:cubicBezTo>
                <a:cubicBezTo>
                  <a:pt x="98351" y="305107"/>
                  <a:pt x="97514" y="307254"/>
                  <a:pt x="95841" y="308925"/>
                </a:cubicBezTo>
                <a:cubicBezTo>
                  <a:pt x="94288" y="310476"/>
                  <a:pt x="92256" y="311311"/>
                  <a:pt x="89986" y="311311"/>
                </a:cubicBezTo>
                <a:lnTo>
                  <a:pt x="63934" y="311431"/>
                </a:lnTo>
                <a:cubicBezTo>
                  <a:pt x="65249" y="345795"/>
                  <a:pt x="73853" y="378370"/>
                  <a:pt x="88313" y="407604"/>
                </a:cubicBezTo>
                <a:lnTo>
                  <a:pt x="115679" y="391734"/>
                </a:lnTo>
                <a:cubicBezTo>
                  <a:pt x="123327" y="387320"/>
                  <a:pt x="133126" y="389945"/>
                  <a:pt x="137428" y="397581"/>
                </a:cubicBezTo>
                <a:cubicBezTo>
                  <a:pt x="141850" y="405218"/>
                  <a:pt x="139221" y="414883"/>
                  <a:pt x="131692" y="419298"/>
                </a:cubicBezTo>
                <a:lnTo>
                  <a:pt x="104207" y="435048"/>
                </a:lnTo>
                <a:cubicBezTo>
                  <a:pt x="123208" y="463208"/>
                  <a:pt x="147825" y="487073"/>
                  <a:pt x="176626" y="504971"/>
                </a:cubicBezTo>
                <a:lnTo>
                  <a:pt x="189532" y="482419"/>
                </a:lnTo>
                <a:cubicBezTo>
                  <a:pt x="191086" y="479794"/>
                  <a:pt x="193834" y="478243"/>
                  <a:pt x="196941" y="478243"/>
                </a:cubicBezTo>
                <a:cubicBezTo>
                  <a:pt x="198375" y="478243"/>
                  <a:pt x="199809" y="478601"/>
                  <a:pt x="201124" y="479317"/>
                </a:cubicBezTo>
                <a:cubicBezTo>
                  <a:pt x="203036" y="480510"/>
                  <a:pt x="204470" y="482300"/>
                  <a:pt x="205067" y="484448"/>
                </a:cubicBezTo>
                <a:cubicBezTo>
                  <a:pt x="205665" y="486595"/>
                  <a:pt x="205306" y="488863"/>
                  <a:pt x="204231" y="490772"/>
                </a:cubicBezTo>
                <a:lnTo>
                  <a:pt x="191325" y="513324"/>
                </a:lnTo>
                <a:cubicBezTo>
                  <a:pt x="220125" y="528597"/>
                  <a:pt x="252510" y="538143"/>
                  <a:pt x="286807" y="540410"/>
                </a:cubicBezTo>
                <a:lnTo>
                  <a:pt x="286807" y="508789"/>
                </a:lnTo>
                <a:cubicBezTo>
                  <a:pt x="286807" y="499960"/>
                  <a:pt x="293978" y="492800"/>
                  <a:pt x="302701" y="492800"/>
                </a:cubicBezTo>
                <a:cubicBezTo>
                  <a:pt x="311545" y="492800"/>
                  <a:pt x="318715" y="499960"/>
                  <a:pt x="318715" y="508789"/>
                </a:cubicBezTo>
                <a:lnTo>
                  <a:pt x="318715" y="540410"/>
                </a:lnTo>
                <a:cubicBezTo>
                  <a:pt x="353490" y="538143"/>
                  <a:pt x="386354" y="528358"/>
                  <a:pt x="415512" y="512608"/>
                </a:cubicBezTo>
                <a:lnTo>
                  <a:pt x="402367" y="490175"/>
                </a:lnTo>
                <a:cubicBezTo>
                  <a:pt x="401291" y="488266"/>
                  <a:pt x="400933" y="485999"/>
                  <a:pt x="401530" y="483851"/>
                </a:cubicBezTo>
                <a:cubicBezTo>
                  <a:pt x="402128" y="481703"/>
                  <a:pt x="403562" y="479794"/>
                  <a:pt x="405474" y="478720"/>
                </a:cubicBezTo>
                <a:cubicBezTo>
                  <a:pt x="406789" y="478004"/>
                  <a:pt x="408223" y="477527"/>
                  <a:pt x="409657" y="477527"/>
                </a:cubicBezTo>
                <a:cubicBezTo>
                  <a:pt x="412644" y="477527"/>
                  <a:pt x="415512" y="479198"/>
                  <a:pt x="416946" y="481703"/>
                </a:cubicBezTo>
                <a:lnTo>
                  <a:pt x="430092" y="504136"/>
                </a:lnTo>
                <a:cubicBezTo>
                  <a:pt x="458294" y="486357"/>
                  <a:pt x="482553" y="462731"/>
                  <a:pt x="501196" y="435048"/>
                </a:cubicBezTo>
                <a:lnTo>
                  <a:pt x="473830" y="419298"/>
                </a:lnTo>
                <a:cubicBezTo>
                  <a:pt x="466182" y="414883"/>
                  <a:pt x="463672" y="405218"/>
                  <a:pt x="467974" y="397581"/>
                </a:cubicBezTo>
                <a:cubicBezTo>
                  <a:pt x="472396" y="389945"/>
                  <a:pt x="482195" y="387320"/>
                  <a:pt x="489724" y="391734"/>
                </a:cubicBezTo>
                <a:lnTo>
                  <a:pt x="517209" y="407485"/>
                </a:lnTo>
                <a:cubicBezTo>
                  <a:pt x="531789" y="377893"/>
                  <a:pt x="540512" y="344841"/>
                  <a:pt x="541588" y="309999"/>
                </a:cubicBezTo>
                <a:lnTo>
                  <a:pt x="515536" y="309999"/>
                </a:lnTo>
                <a:cubicBezTo>
                  <a:pt x="514102" y="309999"/>
                  <a:pt x="512668" y="309641"/>
                  <a:pt x="511354" y="308925"/>
                </a:cubicBezTo>
                <a:cubicBezTo>
                  <a:pt x="508725" y="307493"/>
                  <a:pt x="507171" y="304629"/>
                  <a:pt x="507171" y="301646"/>
                </a:cubicBezTo>
                <a:cubicBezTo>
                  <a:pt x="507171" y="299379"/>
                  <a:pt x="508008" y="297351"/>
                  <a:pt x="509561" y="295680"/>
                </a:cubicBezTo>
                <a:cubicBezTo>
                  <a:pt x="511115" y="294129"/>
                  <a:pt x="513266" y="293174"/>
                  <a:pt x="515536" y="293174"/>
                </a:cubicBezTo>
                <a:lnTo>
                  <a:pt x="541588" y="293174"/>
                </a:lnTo>
                <a:cubicBezTo>
                  <a:pt x="540273" y="258810"/>
                  <a:pt x="531669" y="226235"/>
                  <a:pt x="517209" y="197001"/>
                </a:cubicBezTo>
                <a:lnTo>
                  <a:pt x="489724" y="212871"/>
                </a:lnTo>
                <a:cubicBezTo>
                  <a:pt x="487214" y="214302"/>
                  <a:pt x="484585" y="215018"/>
                  <a:pt x="481836" y="215018"/>
                </a:cubicBezTo>
                <a:cubicBezTo>
                  <a:pt x="476339" y="215018"/>
                  <a:pt x="470962" y="212155"/>
                  <a:pt x="467974" y="207024"/>
                </a:cubicBezTo>
                <a:cubicBezTo>
                  <a:pt x="463553" y="199387"/>
                  <a:pt x="466182" y="189722"/>
                  <a:pt x="473830" y="185307"/>
                </a:cubicBezTo>
                <a:lnTo>
                  <a:pt x="501196" y="169437"/>
                </a:lnTo>
                <a:cubicBezTo>
                  <a:pt x="482314" y="141397"/>
                  <a:pt x="457577" y="117532"/>
                  <a:pt x="428777" y="99634"/>
                </a:cubicBezTo>
                <a:lnTo>
                  <a:pt x="415871" y="122066"/>
                </a:lnTo>
                <a:cubicBezTo>
                  <a:pt x="414437" y="124692"/>
                  <a:pt x="411569" y="126362"/>
                  <a:pt x="408581" y="126362"/>
                </a:cubicBezTo>
                <a:cubicBezTo>
                  <a:pt x="407147" y="126362"/>
                  <a:pt x="405713" y="126004"/>
                  <a:pt x="404398" y="125288"/>
                </a:cubicBezTo>
                <a:cubicBezTo>
                  <a:pt x="400335" y="122902"/>
                  <a:pt x="398901" y="117771"/>
                  <a:pt x="401291" y="113714"/>
                </a:cubicBezTo>
                <a:lnTo>
                  <a:pt x="414198" y="91281"/>
                </a:lnTo>
                <a:cubicBezTo>
                  <a:pt x="385278" y="76008"/>
                  <a:pt x="353012" y="66462"/>
                  <a:pt x="318715" y="64195"/>
                </a:cubicBezTo>
                <a:lnTo>
                  <a:pt x="318715" y="95816"/>
                </a:lnTo>
                <a:cubicBezTo>
                  <a:pt x="318715" y="104645"/>
                  <a:pt x="311545" y="111685"/>
                  <a:pt x="302701" y="111685"/>
                </a:cubicBezTo>
                <a:cubicBezTo>
                  <a:pt x="293978" y="111685"/>
                  <a:pt x="286807" y="104645"/>
                  <a:pt x="286807" y="95816"/>
                </a:cubicBezTo>
                <a:close/>
                <a:moveTo>
                  <a:pt x="302701" y="0"/>
                </a:moveTo>
                <a:cubicBezTo>
                  <a:pt x="469647" y="0"/>
                  <a:pt x="605522" y="135550"/>
                  <a:pt x="605522" y="302243"/>
                </a:cubicBezTo>
                <a:cubicBezTo>
                  <a:pt x="605522" y="468936"/>
                  <a:pt x="469647" y="604605"/>
                  <a:pt x="302701" y="604605"/>
                </a:cubicBezTo>
                <a:cubicBezTo>
                  <a:pt x="135755" y="604605"/>
                  <a:pt x="0" y="468936"/>
                  <a:pt x="0" y="302243"/>
                </a:cubicBezTo>
                <a:cubicBezTo>
                  <a:pt x="0" y="135550"/>
                  <a:pt x="135755" y="0"/>
                  <a:pt x="302701" y="0"/>
                </a:cubicBezTo>
                <a:close/>
              </a:path>
            </a:pathLst>
          </a:custGeom>
          <a:solidFill>
            <a:schemeClr val="tx1">
              <a:lumMod val="50000"/>
              <a:lumOff val="50000"/>
            </a:schemeClr>
          </a:solidFill>
          <a:ln w="38100">
            <a:noFill/>
          </a:ln>
        </p:spPr>
        <p:style>
          <a:lnRef idx="2">
            <a:schemeClr val="dk1"/>
          </a:lnRef>
          <a:fillRef idx="1">
            <a:schemeClr val="lt1"/>
          </a:fillRef>
          <a:effectRef idx="0">
            <a:schemeClr val="dk1"/>
          </a:effectRef>
          <a:fontRef idx="minor">
            <a:schemeClr val="dk1"/>
          </a:fontRef>
        </p:style>
        <p:txBody>
          <a:bodyPr anchor="ctr">
            <a:norm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algn="ctr" fontAlgn="auto">
              <a:spcBef>
                <a:spcPts val="0"/>
              </a:spcBef>
              <a:spcAft>
                <a:spcPts val="0"/>
              </a:spcAft>
              <a:defRPr/>
            </a:pPr>
            <a:endParaRPr lang="en-US" dirty="0">
              <a:solidFill>
                <a:srgbClr val="000000"/>
              </a:solidFill>
            </a:endParaRPr>
          </a:p>
        </p:txBody>
      </p:sp>
      <p:sp>
        <p:nvSpPr>
          <p:cNvPr id="14351" name="íslíḋê"/>
          <p:cNvSpPr txBox="1">
            <a:spLocks noChangeArrowheads="1"/>
          </p:cNvSpPr>
          <p:nvPr/>
        </p:nvSpPr>
        <p:spPr bwMode="auto">
          <a:xfrm>
            <a:off x="3718560" y="1974215"/>
            <a:ext cx="2205990" cy="490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913130">
              <a:defRPr>
                <a:solidFill>
                  <a:schemeClr val="tx1"/>
                </a:solidFill>
                <a:latin typeface="Arial" panose="020B0604020202090204" pitchFamily="34" charset="0"/>
                <a:ea typeface="宋体" pitchFamily="2" charset="-122"/>
              </a:defRPr>
            </a:lvl1pPr>
            <a:lvl2pPr marL="742950" indent="-285750" defTabSz="913130">
              <a:defRPr>
                <a:solidFill>
                  <a:schemeClr val="tx1"/>
                </a:solidFill>
                <a:latin typeface="Arial" panose="020B0604020202090204" pitchFamily="34" charset="0"/>
                <a:ea typeface="宋体" pitchFamily="2" charset="-122"/>
              </a:defRPr>
            </a:lvl2pPr>
            <a:lvl3pPr marL="1143000" indent="-228600" defTabSz="913130">
              <a:defRPr>
                <a:solidFill>
                  <a:schemeClr val="tx1"/>
                </a:solidFill>
                <a:latin typeface="Arial" panose="020B0604020202090204" pitchFamily="34" charset="0"/>
                <a:ea typeface="宋体" pitchFamily="2" charset="-122"/>
              </a:defRPr>
            </a:lvl3pPr>
            <a:lvl4pPr marL="1600200" indent="-228600" defTabSz="913130">
              <a:defRPr>
                <a:solidFill>
                  <a:schemeClr val="tx1"/>
                </a:solidFill>
                <a:latin typeface="Arial" panose="020B0604020202090204" pitchFamily="34" charset="0"/>
                <a:ea typeface="宋体" pitchFamily="2" charset="-122"/>
              </a:defRPr>
            </a:lvl4pPr>
            <a:lvl5pPr marL="2057400" indent="-228600" defTabSz="913130">
              <a:defRPr>
                <a:solidFill>
                  <a:schemeClr val="tx1"/>
                </a:solidFill>
                <a:latin typeface="Arial" panose="020B0604020202090204" pitchFamily="34" charset="0"/>
                <a:ea typeface="宋体" pitchFamily="2" charset="-122"/>
              </a:defRPr>
            </a:lvl5pPr>
            <a:lvl6pPr marL="2514600" indent="-228600" defTabSz="91313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defTabSz="91313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defTabSz="91313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defTabSz="91313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eaLnBrk="1" hangingPunct="1">
              <a:buSzPct val="25000"/>
            </a:pPr>
            <a:r>
              <a:rPr lang="zh-CN" altLang="en-US">
                <a:solidFill>
                  <a:srgbClr val="000000"/>
                </a:solidFill>
              </a:rPr>
              <a:t>前端开发</a:t>
            </a:r>
            <a:endParaRPr lang="zh-CN" altLang="en-US">
              <a:solidFill>
                <a:srgbClr val="000000"/>
              </a:solidFill>
            </a:endParaRPr>
          </a:p>
          <a:p>
            <a:pPr algn="ctr" eaLnBrk="1" hangingPunct="1">
              <a:buSzPct val="25000"/>
            </a:pPr>
            <a:r>
              <a:rPr lang="zh-CN" altLang="en-US">
                <a:solidFill>
                  <a:srgbClr val="000000"/>
                </a:solidFill>
              </a:rPr>
              <a:t>工程师</a:t>
            </a:r>
            <a:endParaRPr lang="de-DE" altLang="zh-CN">
              <a:solidFill>
                <a:srgbClr val="000000"/>
              </a:solidFill>
            </a:endParaRPr>
          </a:p>
        </p:txBody>
      </p:sp>
      <p:sp>
        <p:nvSpPr>
          <p:cNvPr id="14352" name="íslïde"/>
          <p:cNvSpPr txBox="1">
            <a:spLocks noChangeArrowheads="1"/>
          </p:cNvSpPr>
          <p:nvPr/>
        </p:nvSpPr>
        <p:spPr bwMode="auto">
          <a:xfrm>
            <a:off x="2559685" y="3168650"/>
            <a:ext cx="1945005"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913130">
              <a:defRPr>
                <a:solidFill>
                  <a:schemeClr val="tx1"/>
                </a:solidFill>
                <a:latin typeface="Arial" panose="020B0604020202090204" pitchFamily="34" charset="0"/>
                <a:ea typeface="宋体" pitchFamily="2" charset="-122"/>
              </a:defRPr>
            </a:lvl1pPr>
            <a:lvl2pPr marL="742950" indent="-285750" defTabSz="913130">
              <a:defRPr>
                <a:solidFill>
                  <a:schemeClr val="tx1"/>
                </a:solidFill>
                <a:latin typeface="Arial" panose="020B0604020202090204" pitchFamily="34" charset="0"/>
                <a:ea typeface="宋体" pitchFamily="2" charset="-122"/>
              </a:defRPr>
            </a:lvl2pPr>
            <a:lvl3pPr marL="1143000" indent="-228600" defTabSz="913130">
              <a:defRPr>
                <a:solidFill>
                  <a:schemeClr val="tx1"/>
                </a:solidFill>
                <a:latin typeface="Arial" panose="020B0604020202090204" pitchFamily="34" charset="0"/>
                <a:ea typeface="宋体" pitchFamily="2" charset="-122"/>
              </a:defRPr>
            </a:lvl3pPr>
            <a:lvl4pPr marL="1600200" indent="-228600" defTabSz="913130">
              <a:defRPr>
                <a:solidFill>
                  <a:schemeClr val="tx1"/>
                </a:solidFill>
                <a:latin typeface="Arial" panose="020B0604020202090204" pitchFamily="34" charset="0"/>
                <a:ea typeface="宋体" pitchFamily="2" charset="-122"/>
              </a:defRPr>
            </a:lvl4pPr>
            <a:lvl5pPr marL="2057400" indent="-228600" defTabSz="913130">
              <a:defRPr>
                <a:solidFill>
                  <a:schemeClr val="tx1"/>
                </a:solidFill>
                <a:latin typeface="Arial" panose="020B0604020202090204" pitchFamily="34" charset="0"/>
                <a:ea typeface="宋体" pitchFamily="2" charset="-122"/>
              </a:defRPr>
            </a:lvl5pPr>
            <a:lvl6pPr marL="2514600" indent="-228600" defTabSz="91313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defTabSz="91313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defTabSz="91313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defTabSz="91313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eaLnBrk="1" hangingPunct="1">
              <a:buSzPct val="25000"/>
            </a:pPr>
            <a:r>
              <a:rPr lang="en-US" altLang="zh-CN">
                <a:solidFill>
                  <a:srgbClr val="000000"/>
                </a:solidFill>
              </a:rPr>
              <a:t>UED</a:t>
            </a:r>
            <a:r>
              <a:rPr lang="zh-CN" altLang="en-US">
                <a:solidFill>
                  <a:srgbClr val="000000"/>
                </a:solidFill>
              </a:rPr>
              <a:t>工程师</a:t>
            </a:r>
            <a:endParaRPr lang="de-DE" altLang="zh-CN">
              <a:solidFill>
                <a:srgbClr val="000000"/>
              </a:solidFill>
            </a:endParaRPr>
          </a:p>
        </p:txBody>
      </p:sp>
      <p:sp>
        <p:nvSpPr>
          <p:cNvPr id="14353" name="íṡḷiḋè"/>
          <p:cNvSpPr txBox="1">
            <a:spLocks noChangeArrowheads="1"/>
          </p:cNvSpPr>
          <p:nvPr/>
        </p:nvSpPr>
        <p:spPr bwMode="auto">
          <a:xfrm>
            <a:off x="5662930" y="2042795"/>
            <a:ext cx="1559560" cy="344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913130">
              <a:defRPr>
                <a:solidFill>
                  <a:schemeClr val="tx1"/>
                </a:solidFill>
                <a:latin typeface="Arial" panose="020B0604020202090204" pitchFamily="34" charset="0"/>
                <a:ea typeface="宋体" pitchFamily="2" charset="-122"/>
              </a:defRPr>
            </a:lvl1pPr>
            <a:lvl2pPr marL="742950" indent="-285750" defTabSz="913130">
              <a:defRPr>
                <a:solidFill>
                  <a:schemeClr val="tx1"/>
                </a:solidFill>
                <a:latin typeface="Arial" panose="020B0604020202090204" pitchFamily="34" charset="0"/>
                <a:ea typeface="宋体" pitchFamily="2" charset="-122"/>
              </a:defRPr>
            </a:lvl2pPr>
            <a:lvl3pPr marL="1143000" indent="-228600" defTabSz="913130">
              <a:defRPr>
                <a:solidFill>
                  <a:schemeClr val="tx1"/>
                </a:solidFill>
                <a:latin typeface="Arial" panose="020B0604020202090204" pitchFamily="34" charset="0"/>
                <a:ea typeface="宋体" pitchFamily="2" charset="-122"/>
              </a:defRPr>
            </a:lvl3pPr>
            <a:lvl4pPr marL="1600200" indent="-228600" defTabSz="913130">
              <a:defRPr>
                <a:solidFill>
                  <a:schemeClr val="tx1"/>
                </a:solidFill>
                <a:latin typeface="Arial" panose="020B0604020202090204" pitchFamily="34" charset="0"/>
                <a:ea typeface="宋体" pitchFamily="2" charset="-122"/>
              </a:defRPr>
            </a:lvl4pPr>
            <a:lvl5pPr marL="2057400" indent="-228600" defTabSz="913130">
              <a:defRPr>
                <a:solidFill>
                  <a:schemeClr val="tx1"/>
                </a:solidFill>
                <a:latin typeface="Arial" panose="020B0604020202090204" pitchFamily="34" charset="0"/>
                <a:ea typeface="宋体" pitchFamily="2" charset="-122"/>
              </a:defRPr>
            </a:lvl5pPr>
            <a:lvl6pPr marL="2514600" indent="-228600" defTabSz="91313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defTabSz="91313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defTabSz="91313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defTabSz="91313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eaLnBrk="1" hangingPunct="1">
              <a:buSzPct val="25000"/>
            </a:pPr>
            <a:r>
              <a:rPr lang="zh-CN" altLang="en-US">
                <a:solidFill>
                  <a:srgbClr val="000000"/>
                </a:solidFill>
              </a:rPr>
              <a:t>后端开发工程师</a:t>
            </a:r>
            <a:endParaRPr lang="de-DE" altLang="zh-CN">
              <a:solidFill>
                <a:srgbClr val="000000"/>
              </a:solidFill>
            </a:endParaRPr>
          </a:p>
        </p:txBody>
      </p:sp>
      <p:sp>
        <p:nvSpPr>
          <p:cNvPr id="14354" name="î$ľîḋe"/>
          <p:cNvSpPr txBox="1">
            <a:spLocks noChangeArrowheads="1"/>
          </p:cNvSpPr>
          <p:nvPr/>
        </p:nvSpPr>
        <p:spPr bwMode="auto">
          <a:xfrm>
            <a:off x="6938645" y="4291330"/>
            <a:ext cx="1803400"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913130">
              <a:defRPr>
                <a:solidFill>
                  <a:schemeClr val="tx1"/>
                </a:solidFill>
                <a:latin typeface="Arial" panose="020B0604020202090204" pitchFamily="34" charset="0"/>
                <a:ea typeface="宋体" pitchFamily="2" charset="-122"/>
              </a:defRPr>
            </a:lvl1pPr>
            <a:lvl2pPr marL="742950" indent="-285750" defTabSz="913130">
              <a:defRPr>
                <a:solidFill>
                  <a:schemeClr val="tx1"/>
                </a:solidFill>
                <a:latin typeface="Arial" panose="020B0604020202090204" pitchFamily="34" charset="0"/>
                <a:ea typeface="宋体" pitchFamily="2" charset="-122"/>
              </a:defRPr>
            </a:lvl2pPr>
            <a:lvl3pPr marL="1143000" indent="-228600" defTabSz="913130">
              <a:defRPr>
                <a:solidFill>
                  <a:schemeClr val="tx1"/>
                </a:solidFill>
                <a:latin typeface="Arial" panose="020B0604020202090204" pitchFamily="34" charset="0"/>
                <a:ea typeface="宋体" pitchFamily="2" charset="-122"/>
              </a:defRPr>
            </a:lvl3pPr>
            <a:lvl4pPr marL="1600200" indent="-228600" defTabSz="913130">
              <a:defRPr>
                <a:solidFill>
                  <a:schemeClr val="tx1"/>
                </a:solidFill>
                <a:latin typeface="Arial" panose="020B0604020202090204" pitchFamily="34" charset="0"/>
                <a:ea typeface="宋体" pitchFamily="2" charset="-122"/>
              </a:defRPr>
            </a:lvl4pPr>
            <a:lvl5pPr marL="2057400" indent="-228600" defTabSz="913130">
              <a:defRPr>
                <a:solidFill>
                  <a:schemeClr val="tx1"/>
                </a:solidFill>
                <a:latin typeface="Arial" panose="020B0604020202090204" pitchFamily="34" charset="0"/>
                <a:ea typeface="宋体" pitchFamily="2" charset="-122"/>
              </a:defRPr>
            </a:lvl5pPr>
            <a:lvl6pPr marL="2514600" indent="-228600" defTabSz="91313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defTabSz="91313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defTabSz="91313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defTabSz="91313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eaLnBrk="1" hangingPunct="1">
              <a:buSzPct val="25000"/>
            </a:pPr>
            <a:r>
              <a:rPr lang="zh-CN" altLang="en-US">
                <a:solidFill>
                  <a:srgbClr val="000000"/>
                </a:solidFill>
              </a:rPr>
              <a:t>维护工程师</a:t>
            </a:r>
            <a:endParaRPr lang="de-DE" altLang="zh-CN">
              <a:solidFill>
                <a:srgbClr val="000000"/>
              </a:solidFill>
            </a:endParaRPr>
          </a:p>
        </p:txBody>
      </p:sp>
      <p:sp>
        <p:nvSpPr>
          <p:cNvPr id="14355" name="işliḑe"/>
          <p:cNvSpPr txBox="1">
            <a:spLocks noChangeArrowheads="1"/>
          </p:cNvSpPr>
          <p:nvPr/>
        </p:nvSpPr>
        <p:spPr bwMode="auto">
          <a:xfrm>
            <a:off x="2207260" y="4363720"/>
            <a:ext cx="2270125"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913130">
              <a:defRPr>
                <a:solidFill>
                  <a:schemeClr val="tx1"/>
                </a:solidFill>
                <a:latin typeface="Arial" panose="020B0604020202090204" pitchFamily="34" charset="0"/>
                <a:ea typeface="宋体" pitchFamily="2" charset="-122"/>
              </a:defRPr>
            </a:lvl1pPr>
            <a:lvl2pPr marL="742950" indent="-285750" defTabSz="913130">
              <a:defRPr>
                <a:solidFill>
                  <a:schemeClr val="tx1"/>
                </a:solidFill>
                <a:latin typeface="Arial" panose="020B0604020202090204" pitchFamily="34" charset="0"/>
                <a:ea typeface="宋体" pitchFamily="2" charset="-122"/>
              </a:defRPr>
            </a:lvl2pPr>
            <a:lvl3pPr marL="1143000" indent="-228600" defTabSz="913130">
              <a:defRPr>
                <a:solidFill>
                  <a:schemeClr val="tx1"/>
                </a:solidFill>
                <a:latin typeface="Arial" panose="020B0604020202090204" pitchFamily="34" charset="0"/>
                <a:ea typeface="宋体" pitchFamily="2" charset="-122"/>
              </a:defRPr>
            </a:lvl3pPr>
            <a:lvl4pPr marL="1600200" indent="-228600" defTabSz="913130">
              <a:defRPr>
                <a:solidFill>
                  <a:schemeClr val="tx1"/>
                </a:solidFill>
                <a:latin typeface="Arial" panose="020B0604020202090204" pitchFamily="34" charset="0"/>
                <a:ea typeface="宋体" pitchFamily="2" charset="-122"/>
              </a:defRPr>
            </a:lvl4pPr>
            <a:lvl5pPr marL="2057400" indent="-228600" defTabSz="913130">
              <a:defRPr>
                <a:solidFill>
                  <a:schemeClr val="tx1"/>
                </a:solidFill>
                <a:latin typeface="Arial" panose="020B0604020202090204" pitchFamily="34" charset="0"/>
                <a:ea typeface="宋体" pitchFamily="2" charset="-122"/>
              </a:defRPr>
            </a:lvl5pPr>
            <a:lvl6pPr marL="2514600" indent="-228600" defTabSz="91313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defTabSz="91313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defTabSz="91313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defTabSz="91313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eaLnBrk="1" hangingPunct="1">
              <a:buSzPct val="25000"/>
            </a:pPr>
            <a:r>
              <a:rPr lang="zh-CN" altLang="en-US">
                <a:solidFill>
                  <a:srgbClr val="000000"/>
                </a:solidFill>
              </a:rPr>
              <a:t>系统工程师</a:t>
            </a:r>
            <a:endParaRPr lang="de-DE" altLang="zh-CN">
              <a:solidFill>
                <a:srgbClr val="000000"/>
              </a:solidFill>
            </a:endParaRPr>
          </a:p>
        </p:txBody>
      </p:sp>
      <p:sp>
        <p:nvSpPr>
          <p:cNvPr id="71" name="ïsḷíḋè"/>
          <p:cNvSpPr/>
          <p:nvPr/>
        </p:nvSpPr>
        <p:spPr bwMode="auto">
          <a:xfrm>
            <a:off x="7015480" y="3355340"/>
            <a:ext cx="642938" cy="642938"/>
          </a:xfrm>
          <a:prstGeom prst="ellipse">
            <a:avLst/>
          </a:prstGeom>
          <a:solidFill>
            <a:srgbClr val="92D050"/>
          </a:solidFill>
          <a:ln w="6350">
            <a:solidFill>
              <a:schemeClr val="tx2"/>
            </a:solidFill>
          </a:ln>
        </p:spPr>
        <p:style>
          <a:lnRef idx="2">
            <a:schemeClr val="dk1"/>
          </a:lnRef>
          <a:fillRef idx="1">
            <a:schemeClr val="lt1"/>
          </a:fillRef>
          <a:effectRef idx="0">
            <a:schemeClr val="dk1"/>
          </a:effectRef>
          <a:fontRef idx="minor">
            <a:schemeClr val="dk1"/>
          </a:fontRef>
        </p:style>
        <p:txBody>
          <a:bodyPr anchor="ctr">
            <a:normAutofit lnSpcReduction="10000"/>
          </a:bodyPr>
          <a:lstStyle/>
          <a:p>
            <a:pPr algn="ctr" defTabSz="913765" eaLnBrk="1" fontAlgn="auto" hangingPunct="1">
              <a:spcBef>
                <a:spcPts val="0"/>
              </a:spcBef>
              <a:spcAft>
                <a:spcPts val="0"/>
              </a:spcAft>
              <a:defRPr/>
            </a:pPr>
            <a:endParaRPr lang="en-US" dirty="0">
              <a:solidFill>
                <a:srgbClr val="000000"/>
              </a:solidFill>
            </a:endParaRPr>
          </a:p>
        </p:txBody>
      </p:sp>
      <p:sp>
        <p:nvSpPr>
          <p:cNvPr id="72" name="îś1ïḓé"/>
          <p:cNvSpPr/>
          <p:nvPr/>
        </p:nvSpPr>
        <p:spPr bwMode="auto">
          <a:xfrm>
            <a:off x="7144068" y="3485515"/>
            <a:ext cx="384175" cy="382588"/>
          </a:xfrm>
          <a:custGeom>
            <a:avLst/>
            <a:gdLst>
              <a:gd name="connsiteX0" fmla="*/ 169739 w 605522"/>
              <a:gd name="connsiteY0" fmla="*/ 214306 h 604605"/>
              <a:gd name="connsiteX1" fmla="*/ 184976 w 605522"/>
              <a:gd name="connsiteY1" fmla="*/ 216005 h 604605"/>
              <a:gd name="connsiteX2" fmla="*/ 287155 w 605522"/>
              <a:gd name="connsiteY2" fmla="*/ 272658 h 604605"/>
              <a:gd name="connsiteX3" fmla="*/ 302691 w 605522"/>
              <a:gd name="connsiteY3" fmla="*/ 268841 h 604605"/>
              <a:gd name="connsiteX4" fmla="*/ 318346 w 605522"/>
              <a:gd name="connsiteY4" fmla="*/ 272658 h 604605"/>
              <a:gd name="connsiteX5" fmla="*/ 420524 w 605522"/>
              <a:gd name="connsiteY5" fmla="*/ 216005 h 604605"/>
              <a:gd name="connsiteX6" fmla="*/ 447652 w 605522"/>
              <a:gd name="connsiteY6" fmla="*/ 223877 h 604605"/>
              <a:gd name="connsiteX7" fmla="*/ 439884 w 605522"/>
              <a:gd name="connsiteY7" fmla="*/ 250951 h 604605"/>
              <a:gd name="connsiteX8" fmla="*/ 335674 w 605522"/>
              <a:gd name="connsiteY8" fmla="*/ 308677 h 604605"/>
              <a:gd name="connsiteX9" fmla="*/ 302691 w 605522"/>
              <a:gd name="connsiteY9" fmla="*/ 335751 h 604605"/>
              <a:gd name="connsiteX10" fmla="*/ 269826 w 605522"/>
              <a:gd name="connsiteY10" fmla="*/ 308677 h 604605"/>
              <a:gd name="connsiteX11" fmla="*/ 165497 w 605522"/>
              <a:gd name="connsiteY11" fmla="*/ 250951 h 604605"/>
              <a:gd name="connsiteX12" fmla="*/ 157729 w 605522"/>
              <a:gd name="connsiteY12" fmla="*/ 223877 h 604605"/>
              <a:gd name="connsiteX13" fmla="*/ 169739 w 605522"/>
              <a:gd name="connsiteY13" fmla="*/ 214306 h 604605"/>
              <a:gd name="connsiteX14" fmla="*/ 286807 w 605522"/>
              <a:gd name="connsiteY14" fmla="*/ 64195 h 604605"/>
              <a:gd name="connsiteX15" fmla="*/ 190010 w 605522"/>
              <a:gd name="connsiteY15" fmla="*/ 91878 h 604605"/>
              <a:gd name="connsiteX16" fmla="*/ 203036 w 605522"/>
              <a:gd name="connsiteY16" fmla="*/ 114311 h 604605"/>
              <a:gd name="connsiteX17" fmla="*/ 203872 w 605522"/>
              <a:gd name="connsiteY17" fmla="*/ 120754 h 604605"/>
              <a:gd name="connsiteX18" fmla="*/ 200048 w 605522"/>
              <a:gd name="connsiteY18" fmla="*/ 125885 h 604605"/>
              <a:gd name="connsiteX19" fmla="*/ 191564 w 605522"/>
              <a:gd name="connsiteY19" fmla="*/ 125885 h 604605"/>
              <a:gd name="connsiteX20" fmla="*/ 188456 w 605522"/>
              <a:gd name="connsiteY20" fmla="*/ 122782 h 604605"/>
              <a:gd name="connsiteX21" fmla="*/ 175431 w 605522"/>
              <a:gd name="connsiteY21" fmla="*/ 100469 h 604605"/>
              <a:gd name="connsiteX22" fmla="*/ 104207 w 605522"/>
              <a:gd name="connsiteY22" fmla="*/ 169557 h 604605"/>
              <a:gd name="connsiteX23" fmla="*/ 131692 w 605522"/>
              <a:gd name="connsiteY23" fmla="*/ 185307 h 604605"/>
              <a:gd name="connsiteX24" fmla="*/ 137428 w 605522"/>
              <a:gd name="connsiteY24" fmla="*/ 207024 h 604605"/>
              <a:gd name="connsiteX25" fmla="*/ 123686 w 605522"/>
              <a:gd name="connsiteY25" fmla="*/ 215018 h 604605"/>
              <a:gd name="connsiteX26" fmla="*/ 115679 w 605522"/>
              <a:gd name="connsiteY26" fmla="*/ 212871 h 604605"/>
              <a:gd name="connsiteX27" fmla="*/ 88313 w 605522"/>
              <a:gd name="connsiteY27" fmla="*/ 197001 h 604605"/>
              <a:gd name="connsiteX28" fmla="*/ 63815 w 605522"/>
              <a:gd name="connsiteY28" fmla="*/ 294606 h 604605"/>
              <a:gd name="connsiteX29" fmla="*/ 89866 w 605522"/>
              <a:gd name="connsiteY29" fmla="*/ 294487 h 604605"/>
              <a:gd name="connsiteX30" fmla="*/ 98351 w 605522"/>
              <a:gd name="connsiteY30" fmla="*/ 302959 h 604605"/>
              <a:gd name="connsiteX31" fmla="*/ 95841 w 605522"/>
              <a:gd name="connsiteY31" fmla="*/ 308925 h 604605"/>
              <a:gd name="connsiteX32" fmla="*/ 89986 w 605522"/>
              <a:gd name="connsiteY32" fmla="*/ 311311 h 604605"/>
              <a:gd name="connsiteX33" fmla="*/ 63934 w 605522"/>
              <a:gd name="connsiteY33" fmla="*/ 311431 h 604605"/>
              <a:gd name="connsiteX34" fmla="*/ 88313 w 605522"/>
              <a:gd name="connsiteY34" fmla="*/ 407604 h 604605"/>
              <a:gd name="connsiteX35" fmla="*/ 115679 w 605522"/>
              <a:gd name="connsiteY35" fmla="*/ 391734 h 604605"/>
              <a:gd name="connsiteX36" fmla="*/ 137428 w 605522"/>
              <a:gd name="connsiteY36" fmla="*/ 397581 h 604605"/>
              <a:gd name="connsiteX37" fmla="*/ 131692 w 605522"/>
              <a:gd name="connsiteY37" fmla="*/ 419298 h 604605"/>
              <a:gd name="connsiteX38" fmla="*/ 104207 w 605522"/>
              <a:gd name="connsiteY38" fmla="*/ 435048 h 604605"/>
              <a:gd name="connsiteX39" fmla="*/ 176626 w 605522"/>
              <a:gd name="connsiteY39" fmla="*/ 504971 h 604605"/>
              <a:gd name="connsiteX40" fmla="*/ 189532 w 605522"/>
              <a:gd name="connsiteY40" fmla="*/ 482419 h 604605"/>
              <a:gd name="connsiteX41" fmla="*/ 196941 w 605522"/>
              <a:gd name="connsiteY41" fmla="*/ 478243 h 604605"/>
              <a:gd name="connsiteX42" fmla="*/ 201124 w 605522"/>
              <a:gd name="connsiteY42" fmla="*/ 479317 h 604605"/>
              <a:gd name="connsiteX43" fmla="*/ 205067 w 605522"/>
              <a:gd name="connsiteY43" fmla="*/ 484448 h 604605"/>
              <a:gd name="connsiteX44" fmla="*/ 204231 w 605522"/>
              <a:gd name="connsiteY44" fmla="*/ 490772 h 604605"/>
              <a:gd name="connsiteX45" fmla="*/ 191325 w 605522"/>
              <a:gd name="connsiteY45" fmla="*/ 513324 h 604605"/>
              <a:gd name="connsiteX46" fmla="*/ 286807 w 605522"/>
              <a:gd name="connsiteY46" fmla="*/ 540410 h 604605"/>
              <a:gd name="connsiteX47" fmla="*/ 286807 w 605522"/>
              <a:gd name="connsiteY47" fmla="*/ 508789 h 604605"/>
              <a:gd name="connsiteX48" fmla="*/ 302701 w 605522"/>
              <a:gd name="connsiteY48" fmla="*/ 492800 h 604605"/>
              <a:gd name="connsiteX49" fmla="*/ 318715 w 605522"/>
              <a:gd name="connsiteY49" fmla="*/ 508789 h 604605"/>
              <a:gd name="connsiteX50" fmla="*/ 318715 w 605522"/>
              <a:gd name="connsiteY50" fmla="*/ 540410 h 604605"/>
              <a:gd name="connsiteX51" fmla="*/ 415512 w 605522"/>
              <a:gd name="connsiteY51" fmla="*/ 512608 h 604605"/>
              <a:gd name="connsiteX52" fmla="*/ 402367 w 605522"/>
              <a:gd name="connsiteY52" fmla="*/ 490175 h 604605"/>
              <a:gd name="connsiteX53" fmla="*/ 401530 w 605522"/>
              <a:gd name="connsiteY53" fmla="*/ 483851 h 604605"/>
              <a:gd name="connsiteX54" fmla="*/ 405474 w 605522"/>
              <a:gd name="connsiteY54" fmla="*/ 478720 h 604605"/>
              <a:gd name="connsiteX55" fmla="*/ 409657 w 605522"/>
              <a:gd name="connsiteY55" fmla="*/ 477527 h 604605"/>
              <a:gd name="connsiteX56" fmla="*/ 416946 w 605522"/>
              <a:gd name="connsiteY56" fmla="*/ 481703 h 604605"/>
              <a:gd name="connsiteX57" fmla="*/ 430092 w 605522"/>
              <a:gd name="connsiteY57" fmla="*/ 504136 h 604605"/>
              <a:gd name="connsiteX58" fmla="*/ 501196 w 605522"/>
              <a:gd name="connsiteY58" fmla="*/ 435048 h 604605"/>
              <a:gd name="connsiteX59" fmla="*/ 473830 w 605522"/>
              <a:gd name="connsiteY59" fmla="*/ 419298 h 604605"/>
              <a:gd name="connsiteX60" fmla="*/ 467974 w 605522"/>
              <a:gd name="connsiteY60" fmla="*/ 397581 h 604605"/>
              <a:gd name="connsiteX61" fmla="*/ 489724 w 605522"/>
              <a:gd name="connsiteY61" fmla="*/ 391734 h 604605"/>
              <a:gd name="connsiteX62" fmla="*/ 517209 w 605522"/>
              <a:gd name="connsiteY62" fmla="*/ 407485 h 604605"/>
              <a:gd name="connsiteX63" fmla="*/ 541588 w 605522"/>
              <a:gd name="connsiteY63" fmla="*/ 309999 h 604605"/>
              <a:gd name="connsiteX64" fmla="*/ 515536 w 605522"/>
              <a:gd name="connsiteY64" fmla="*/ 309999 h 604605"/>
              <a:gd name="connsiteX65" fmla="*/ 511354 w 605522"/>
              <a:gd name="connsiteY65" fmla="*/ 308925 h 604605"/>
              <a:gd name="connsiteX66" fmla="*/ 507171 w 605522"/>
              <a:gd name="connsiteY66" fmla="*/ 301646 h 604605"/>
              <a:gd name="connsiteX67" fmla="*/ 509561 w 605522"/>
              <a:gd name="connsiteY67" fmla="*/ 295680 h 604605"/>
              <a:gd name="connsiteX68" fmla="*/ 515536 w 605522"/>
              <a:gd name="connsiteY68" fmla="*/ 293174 h 604605"/>
              <a:gd name="connsiteX69" fmla="*/ 541588 w 605522"/>
              <a:gd name="connsiteY69" fmla="*/ 293174 h 604605"/>
              <a:gd name="connsiteX70" fmla="*/ 517209 w 605522"/>
              <a:gd name="connsiteY70" fmla="*/ 197001 h 604605"/>
              <a:gd name="connsiteX71" fmla="*/ 489724 w 605522"/>
              <a:gd name="connsiteY71" fmla="*/ 212871 h 604605"/>
              <a:gd name="connsiteX72" fmla="*/ 481836 w 605522"/>
              <a:gd name="connsiteY72" fmla="*/ 215018 h 604605"/>
              <a:gd name="connsiteX73" fmla="*/ 467974 w 605522"/>
              <a:gd name="connsiteY73" fmla="*/ 207024 h 604605"/>
              <a:gd name="connsiteX74" fmla="*/ 473830 w 605522"/>
              <a:gd name="connsiteY74" fmla="*/ 185307 h 604605"/>
              <a:gd name="connsiteX75" fmla="*/ 501196 w 605522"/>
              <a:gd name="connsiteY75" fmla="*/ 169437 h 604605"/>
              <a:gd name="connsiteX76" fmla="*/ 428777 w 605522"/>
              <a:gd name="connsiteY76" fmla="*/ 99634 h 604605"/>
              <a:gd name="connsiteX77" fmla="*/ 415871 w 605522"/>
              <a:gd name="connsiteY77" fmla="*/ 122066 h 604605"/>
              <a:gd name="connsiteX78" fmla="*/ 408581 w 605522"/>
              <a:gd name="connsiteY78" fmla="*/ 126362 h 604605"/>
              <a:gd name="connsiteX79" fmla="*/ 404398 w 605522"/>
              <a:gd name="connsiteY79" fmla="*/ 125288 h 604605"/>
              <a:gd name="connsiteX80" fmla="*/ 401291 w 605522"/>
              <a:gd name="connsiteY80" fmla="*/ 113714 h 604605"/>
              <a:gd name="connsiteX81" fmla="*/ 414198 w 605522"/>
              <a:gd name="connsiteY81" fmla="*/ 91281 h 604605"/>
              <a:gd name="connsiteX82" fmla="*/ 318715 w 605522"/>
              <a:gd name="connsiteY82" fmla="*/ 64195 h 604605"/>
              <a:gd name="connsiteX83" fmla="*/ 318715 w 605522"/>
              <a:gd name="connsiteY83" fmla="*/ 95816 h 604605"/>
              <a:gd name="connsiteX84" fmla="*/ 302701 w 605522"/>
              <a:gd name="connsiteY84" fmla="*/ 111685 h 604605"/>
              <a:gd name="connsiteX85" fmla="*/ 286807 w 605522"/>
              <a:gd name="connsiteY85" fmla="*/ 95816 h 604605"/>
              <a:gd name="connsiteX86" fmla="*/ 302701 w 605522"/>
              <a:gd name="connsiteY86" fmla="*/ 0 h 604605"/>
              <a:gd name="connsiteX87" fmla="*/ 605522 w 605522"/>
              <a:gd name="connsiteY87" fmla="*/ 302243 h 604605"/>
              <a:gd name="connsiteX88" fmla="*/ 302701 w 605522"/>
              <a:gd name="connsiteY88" fmla="*/ 604605 h 604605"/>
              <a:gd name="connsiteX89" fmla="*/ 0 w 605522"/>
              <a:gd name="connsiteY89" fmla="*/ 302243 h 604605"/>
              <a:gd name="connsiteX90" fmla="*/ 302701 w 605522"/>
              <a:gd name="connsiteY90" fmla="*/ 0 h 60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5522" h="604605">
                <a:moveTo>
                  <a:pt x="169739" y="214306"/>
                </a:moveTo>
                <a:cubicBezTo>
                  <a:pt x="174669" y="212874"/>
                  <a:pt x="180136" y="213322"/>
                  <a:pt x="184976" y="216005"/>
                </a:cubicBezTo>
                <a:lnTo>
                  <a:pt x="287155" y="272658"/>
                </a:lnTo>
                <a:cubicBezTo>
                  <a:pt x="291816" y="270153"/>
                  <a:pt x="297074" y="268841"/>
                  <a:pt x="302691" y="268841"/>
                </a:cubicBezTo>
                <a:cubicBezTo>
                  <a:pt x="308307" y="268841"/>
                  <a:pt x="313685" y="270153"/>
                  <a:pt x="318346" y="272658"/>
                </a:cubicBezTo>
                <a:lnTo>
                  <a:pt x="420524" y="216005"/>
                </a:lnTo>
                <a:cubicBezTo>
                  <a:pt x="430204" y="210638"/>
                  <a:pt x="442394" y="214216"/>
                  <a:pt x="447652" y="223877"/>
                </a:cubicBezTo>
                <a:cubicBezTo>
                  <a:pt x="453030" y="233418"/>
                  <a:pt x="449564" y="245584"/>
                  <a:pt x="439884" y="250951"/>
                </a:cubicBezTo>
                <a:lnTo>
                  <a:pt x="335674" y="308677"/>
                </a:lnTo>
                <a:cubicBezTo>
                  <a:pt x="332567" y="324063"/>
                  <a:pt x="319063" y="335751"/>
                  <a:pt x="302691" y="335751"/>
                </a:cubicBezTo>
                <a:cubicBezTo>
                  <a:pt x="286438" y="335751"/>
                  <a:pt x="272814" y="324182"/>
                  <a:pt x="269826" y="308677"/>
                </a:cubicBezTo>
                <a:lnTo>
                  <a:pt x="165497" y="250951"/>
                </a:lnTo>
                <a:cubicBezTo>
                  <a:pt x="155817" y="245584"/>
                  <a:pt x="152351" y="233418"/>
                  <a:pt x="157729" y="223877"/>
                </a:cubicBezTo>
                <a:cubicBezTo>
                  <a:pt x="160418" y="219047"/>
                  <a:pt x="164810" y="215737"/>
                  <a:pt x="169739" y="214306"/>
                </a:cubicBezTo>
                <a:close/>
                <a:moveTo>
                  <a:pt x="286807" y="64195"/>
                </a:moveTo>
                <a:cubicBezTo>
                  <a:pt x="252032" y="66462"/>
                  <a:pt x="219169" y="76247"/>
                  <a:pt x="190010" y="91878"/>
                </a:cubicBezTo>
                <a:lnTo>
                  <a:pt x="203036" y="114311"/>
                </a:lnTo>
                <a:cubicBezTo>
                  <a:pt x="204231" y="116339"/>
                  <a:pt x="204470" y="118606"/>
                  <a:pt x="203872" y="120754"/>
                </a:cubicBezTo>
                <a:cubicBezTo>
                  <a:pt x="203394" y="122902"/>
                  <a:pt x="201960" y="124692"/>
                  <a:pt x="200048" y="125885"/>
                </a:cubicBezTo>
                <a:cubicBezTo>
                  <a:pt x="197419" y="127436"/>
                  <a:pt x="194193" y="127317"/>
                  <a:pt x="191564" y="125885"/>
                </a:cubicBezTo>
                <a:cubicBezTo>
                  <a:pt x="190249" y="125169"/>
                  <a:pt x="189173" y="124095"/>
                  <a:pt x="188456" y="122782"/>
                </a:cubicBezTo>
                <a:lnTo>
                  <a:pt x="175431" y="100469"/>
                </a:lnTo>
                <a:cubicBezTo>
                  <a:pt x="147108" y="118248"/>
                  <a:pt x="122849" y="141874"/>
                  <a:pt x="104207" y="169557"/>
                </a:cubicBezTo>
                <a:lnTo>
                  <a:pt x="131692" y="185307"/>
                </a:lnTo>
                <a:cubicBezTo>
                  <a:pt x="139221" y="189722"/>
                  <a:pt x="141850" y="199387"/>
                  <a:pt x="137428" y="207024"/>
                </a:cubicBezTo>
                <a:cubicBezTo>
                  <a:pt x="134560" y="212155"/>
                  <a:pt x="129183" y="215018"/>
                  <a:pt x="123686" y="215018"/>
                </a:cubicBezTo>
                <a:cubicBezTo>
                  <a:pt x="120937" y="215018"/>
                  <a:pt x="118188" y="214302"/>
                  <a:pt x="115679" y="212871"/>
                </a:cubicBezTo>
                <a:lnTo>
                  <a:pt x="88313" y="197001"/>
                </a:lnTo>
                <a:cubicBezTo>
                  <a:pt x="73614" y="226593"/>
                  <a:pt x="65010" y="259645"/>
                  <a:pt x="63815" y="294606"/>
                </a:cubicBezTo>
                <a:lnTo>
                  <a:pt x="89866" y="294487"/>
                </a:lnTo>
                <a:cubicBezTo>
                  <a:pt x="94527" y="294487"/>
                  <a:pt x="98351" y="298305"/>
                  <a:pt x="98351" y="302959"/>
                </a:cubicBezTo>
                <a:cubicBezTo>
                  <a:pt x="98351" y="305107"/>
                  <a:pt x="97514" y="307254"/>
                  <a:pt x="95841" y="308925"/>
                </a:cubicBezTo>
                <a:cubicBezTo>
                  <a:pt x="94288" y="310476"/>
                  <a:pt x="92256" y="311311"/>
                  <a:pt x="89986" y="311311"/>
                </a:cubicBezTo>
                <a:lnTo>
                  <a:pt x="63934" y="311431"/>
                </a:lnTo>
                <a:cubicBezTo>
                  <a:pt x="65249" y="345795"/>
                  <a:pt x="73853" y="378370"/>
                  <a:pt x="88313" y="407604"/>
                </a:cubicBezTo>
                <a:lnTo>
                  <a:pt x="115679" y="391734"/>
                </a:lnTo>
                <a:cubicBezTo>
                  <a:pt x="123327" y="387320"/>
                  <a:pt x="133126" y="389945"/>
                  <a:pt x="137428" y="397581"/>
                </a:cubicBezTo>
                <a:cubicBezTo>
                  <a:pt x="141850" y="405218"/>
                  <a:pt x="139221" y="414883"/>
                  <a:pt x="131692" y="419298"/>
                </a:cubicBezTo>
                <a:lnTo>
                  <a:pt x="104207" y="435048"/>
                </a:lnTo>
                <a:cubicBezTo>
                  <a:pt x="123208" y="463208"/>
                  <a:pt x="147825" y="487073"/>
                  <a:pt x="176626" y="504971"/>
                </a:cubicBezTo>
                <a:lnTo>
                  <a:pt x="189532" y="482419"/>
                </a:lnTo>
                <a:cubicBezTo>
                  <a:pt x="191086" y="479794"/>
                  <a:pt x="193834" y="478243"/>
                  <a:pt x="196941" y="478243"/>
                </a:cubicBezTo>
                <a:cubicBezTo>
                  <a:pt x="198375" y="478243"/>
                  <a:pt x="199809" y="478601"/>
                  <a:pt x="201124" y="479317"/>
                </a:cubicBezTo>
                <a:cubicBezTo>
                  <a:pt x="203036" y="480510"/>
                  <a:pt x="204470" y="482300"/>
                  <a:pt x="205067" y="484448"/>
                </a:cubicBezTo>
                <a:cubicBezTo>
                  <a:pt x="205665" y="486595"/>
                  <a:pt x="205306" y="488863"/>
                  <a:pt x="204231" y="490772"/>
                </a:cubicBezTo>
                <a:lnTo>
                  <a:pt x="191325" y="513324"/>
                </a:lnTo>
                <a:cubicBezTo>
                  <a:pt x="220125" y="528597"/>
                  <a:pt x="252510" y="538143"/>
                  <a:pt x="286807" y="540410"/>
                </a:cubicBezTo>
                <a:lnTo>
                  <a:pt x="286807" y="508789"/>
                </a:lnTo>
                <a:cubicBezTo>
                  <a:pt x="286807" y="499960"/>
                  <a:pt x="293978" y="492800"/>
                  <a:pt x="302701" y="492800"/>
                </a:cubicBezTo>
                <a:cubicBezTo>
                  <a:pt x="311545" y="492800"/>
                  <a:pt x="318715" y="499960"/>
                  <a:pt x="318715" y="508789"/>
                </a:cubicBezTo>
                <a:lnTo>
                  <a:pt x="318715" y="540410"/>
                </a:lnTo>
                <a:cubicBezTo>
                  <a:pt x="353490" y="538143"/>
                  <a:pt x="386354" y="528358"/>
                  <a:pt x="415512" y="512608"/>
                </a:cubicBezTo>
                <a:lnTo>
                  <a:pt x="402367" y="490175"/>
                </a:lnTo>
                <a:cubicBezTo>
                  <a:pt x="401291" y="488266"/>
                  <a:pt x="400933" y="485999"/>
                  <a:pt x="401530" y="483851"/>
                </a:cubicBezTo>
                <a:cubicBezTo>
                  <a:pt x="402128" y="481703"/>
                  <a:pt x="403562" y="479794"/>
                  <a:pt x="405474" y="478720"/>
                </a:cubicBezTo>
                <a:cubicBezTo>
                  <a:pt x="406789" y="478004"/>
                  <a:pt x="408223" y="477527"/>
                  <a:pt x="409657" y="477527"/>
                </a:cubicBezTo>
                <a:cubicBezTo>
                  <a:pt x="412644" y="477527"/>
                  <a:pt x="415512" y="479198"/>
                  <a:pt x="416946" y="481703"/>
                </a:cubicBezTo>
                <a:lnTo>
                  <a:pt x="430092" y="504136"/>
                </a:lnTo>
                <a:cubicBezTo>
                  <a:pt x="458294" y="486357"/>
                  <a:pt x="482553" y="462731"/>
                  <a:pt x="501196" y="435048"/>
                </a:cubicBezTo>
                <a:lnTo>
                  <a:pt x="473830" y="419298"/>
                </a:lnTo>
                <a:cubicBezTo>
                  <a:pt x="466182" y="414883"/>
                  <a:pt x="463672" y="405218"/>
                  <a:pt x="467974" y="397581"/>
                </a:cubicBezTo>
                <a:cubicBezTo>
                  <a:pt x="472396" y="389945"/>
                  <a:pt x="482195" y="387320"/>
                  <a:pt x="489724" y="391734"/>
                </a:cubicBezTo>
                <a:lnTo>
                  <a:pt x="517209" y="407485"/>
                </a:lnTo>
                <a:cubicBezTo>
                  <a:pt x="531789" y="377893"/>
                  <a:pt x="540512" y="344841"/>
                  <a:pt x="541588" y="309999"/>
                </a:cubicBezTo>
                <a:lnTo>
                  <a:pt x="515536" y="309999"/>
                </a:lnTo>
                <a:cubicBezTo>
                  <a:pt x="514102" y="309999"/>
                  <a:pt x="512668" y="309641"/>
                  <a:pt x="511354" y="308925"/>
                </a:cubicBezTo>
                <a:cubicBezTo>
                  <a:pt x="508725" y="307493"/>
                  <a:pt x="507171" y="304629"/>
                  <a:pt x="507171" y="301646"/>
                </a:cubicBezTo>
                <a:cubicBezTo>
                  <a:pt x="507171" y="299379"/>
                  <a:pt x="508008" y="297351"/>
                  <a:pt x="509561" y="295680"/>
                </a:cubicBezTo>
                <a:cubicBezTo>
                  <a:pt x="511115" y="294129"/>
                  <a:pt x="513266" y="293174"/>
                  <a:pt x="515536" y="293174"/>
                </a:cubicBezTo>
                <a:lnTo>
                  <a:pt x="541588" y="293174"/>
                </a:lnTo>
                <a:cubicBezTo>
                  <a:pt x="540273" y="258810"/>
                  <a:pt x="531669" y="226235"/>
                  <a:pt x="517209" y="197001"/>
                </a:cubicBezTo>
                <a:lnTo>
                  <a:pt x="489724" y="212871"/>
                </a:lnTo>
                <a:cubicBezTo>
                  <a:pt x="487214" y="214302"/>
                  <a:pt x="484585" y="215018"/>
                  <a:pt x="481836" y="215018"/>
                </a:cubicBezTo>
                <a:cubicBezTo>
                  <a:pt x="476339" y="215018"/>
                  <a:pt x="470962" y="212155"/>
                  <a:pt x="467974" y="207024"/>
                </a:cubicBezTo>
                <a:cubicBezTo>
                  <a:pt x="463553" y="199387"/>
                  <a:pt x="466182" y="189722"/>
                  <a:pt x="473830" y="185307"/>
                </a:cubicBezTo>
                <a:lnTo>
                  <a:pt x="501196" y="169437"/>
                </a:lnTo>
                <a:cubicBezTo>
                  <a:pt x="482314" y="141397"/>
                  <a:pt x="457577" y="117532"/>
                  <a:pt x="428777" y="99634"/>
                </a:cubicBezTo>
                <a:lnTo>
                  <a:pt x="415871" y="122066"/>
                </a:lnTo>
                <a:cubicBezTo>
                  <a:pt x="414437" y="124692"/>
                  <a:pt x="411569" y="126362"/>
                  <a:pt x="408581" y="126362"/>
                </a:cubicBezTo>
                <a:cubicBezTo>
                  <a:pt x="407147" y="126362"/>
                  <a:pt x="405713" y="126004"/>
                  <a:pt x="404398" y="125288"/>
                </a:cubicBezTo>
                <a:cubicBezTo>
                  <a:pt x="400335" y="122902"/>
                  <a:pt x="398901" y="117771"/>
                  <a:pt x="401291" y="113714"/>
                </a:cubicBezTo>
                <a:lnTo>
                  <a:pt x="414198" y="91281"/>
                </a:lnTo>
                <a:cubicBezTo>
                  <a:pt x="385278" y="76008"/>
                  <a:pt x="353012" y="66462"/>
                  <a:pt x="318715" y="64195"/>
                </a:cubicBezTo>
                <a:lnTo>
                  <a:pt x="318715" y="95816"/>
                </a:lnTo>
                <a:cubicBezTo>
                  <a:pt x="318715" y="104645"/>
                  <a:pt x="311545" y="111685"/>
                  <a:pt x="302701" y="111685"/>
                </a:cubicBezTo>
                <a:cubicBezTo>
                  <a:pt x="293978" y="111685"/>
                  <a:pt x="286807" y="104645"/>
                  <a:pt x="286807" y="95816"/>
                </a:cubicBezTo>
                <a:close/>
                <a:moveTo>
                  <a:pt x="302701" y="0"/>
                </a:moveTo>
                <a:cubicBezTo>
                  <a:pt x="469647" y="0"/>
                  <a:pt x="605522" y="135550"/>
                  <a:pt x="605522" y="302243"/>
                </a:cubicBezTo>
                <a:cubicBezTo>
                  <a:pt x="605522" y="468936"/>
                  <a:pt x="469647" y="604605"/>
                  <a:pt x="302701" y="604605"/>
                </a:cubicBezTo>
                <a:cubicBezTo>
                  <a:pt x="135755" y="604605"/>
                  <a:pt x="0" y="468936"/>
                  <a:pt x="0" y="302243"/>
                </a:cubicBezTo>
                <a:cubicBezTo>
                  <a:pt x="0" y="135550"/>
                  <a:pt x="135755" y="0"/>
                  <a:pt x="302701" y="0"/>
                </a:cubicBezTo>
                <a:close/>
              </a:path>
            </a:pathLst>
          </a:custGeom>
          <a:solidFill>
            <a:schemeClr val="tx1">
              <a:lumMod val="50000"/>
              <a:lumOff val="50000"/>
            </a:schemeClr>
          </a:solidFill>
          <a:ln w="38100">
            <a:noFill/>
          </a:ln>
        </p:spPr>
        <p:style>
          <a:lnRef idx="2">
            <a:schemeClr val="dk1"/>
          </a:lnRef>
          <a:fillRef idx="1">
            <a:schemeClr val="lt1"/>
          </a:fillRef>
          <a:effectRef idx="0">
            <a:schemeClr val="dk1"/>
          </a:effectRef>
          <a:fontRef idx="minor">
            <a:schemeClr val="dk1"/>
          </a:fontRef>
        </p:style>
        <p:txBody>
          <a:bodyPr anchor="ctr">
            <a:norm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algn="ctr" fontAlgn="auto">
              <a:spcBef>
                <a:spcPts val="0"/>
              </a:spcBef>
              <a:spcAft>
                <a:spcPts val="0"/>
              </a:spcAft>
              <a:defRPr/>
            </a:pPr>
            <a:endParaRPr lang="en-US" dirty="0">
              <a:solidFill>
                <a:srgbClr val="000000"/>
              </a:solidFill>
            </a:endParaRPr>
          </a:p>
        </p:txBody>
      </p:sp>
      <p:sp>
        <p:nvSpPr>
          <p:cNvPr id="14358" name="íṡḷiḋè"/>
          <p:cNvSpPr txBox="1">
            <a:spLocks noChangeArrowheads="1"/>
          </p:cNvSpPr>
          <p:nvPr/>
        </p:nvSpPr>
        <p:spPr bwMode="auto">
          <a:xfrm>
            <a:off x="6598920" y="3069590"/>
            <a:ext cx="1854200" cy="344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913130">
              <a:defRPr>
                <a:solidFill>
                  <a:schemeClr val="tx1"/>
                </a:solidFill>
                <a:latin typeface="Arial" panose="020B0604020202090204" pitchFamily="34" charset="0"/>
                <a:ea typeface="宋体" pitchFamily="2" charset="-122"/>
              </a:defRPr>
            </a:lvl1pPr>
            <a:lvl2pPr marL="742950" indent="-285750" defTabSz="913130">
              <a:defRPr>
                <a:solidFill>
                  <a:schemeClr val="tx1"/>
                </a:solidFill>
                <a:latin typeface="Arial" panose="020B0604020202090204" pitchFamily="34" charset="0"/>
                <a:ea typeface="宋体" pitchFamily="2" charset="-122"/>
              </a:defRPr>
            </a:lvl2pPr>
            <a:lvl3pPr marL="1143000" indent="-228600" defTabSz="913130">
              <a:defRPr>
                <a:solidFill>
                  <a:schemeClr val="tx1"/>
                </a:solidFill>
                <a:latin typeface="Arial" panose="020B0604020202090204" pitchFamily="34" charset="0"/>
                <a:ea typeface="宋体" pitchFamily="2" charset="-122"/>
              </a:defRPr>
            </a:lvl3pPr>
            <a:lvl4pPr marL="1600200" indent="-228600" defTabSz="913130">
              <a:defRPr>
                <a:solidFill>
                  <a:schemeClr val="tx1"/>
                </a:solidFill>
                <a:latin typeface="Arial" panose="020B0604020202090204" pitchFamily="34" charset="0"/>
                <a:ea typeface="宋体" pitchFamily="2" charset="-122"/>
              </a:defRPr>
            </a:lvl4pPr>
            <a:lvl5pPr marL="2057400" indent="-228600" defTabSz="913130">
              <a:defRPr>
                <a:solidFill>
                  <a:schemeClr val="tx1"/>
                </a:solidFill>
                <a:latin typeface="Arial" panose="020B0604020202090204" pitchFamily="34" charset="0"/>
                <a:ea typeface="宋体" pitchFamily="2" charset="-122"/>
              </a:defRPr>
            </a:lvl5pPr>
            <a:lvl6pPr marL="2514600" indent="-228600" defTabSz="91313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defTabSz="91313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defTabSz="91313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defTabSz="91313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eaLnBrk="1" hangingPunct="1">
              <a:buSzPct val="25000"/>
            </a:pPr>
            <a:r>
              <a:rPr lang="zh-CN" altLang="en-US">
                <a:solidFill>
                  <a:srgbClr val="000000"/>
                </a:solidFill>
              </a:rPr>
              <a:t>测试工程师</a:t>
            </a:r>
            <a:endParaRPr lang="de-DE" altLang="zh-CN">
              <a:solidFill>
                <a:srgbClr val="000000"/>
              </a:solidFill>
            </a:endParaRPr>
          </a:p>
        </p:txBody>
      </p:sp>
    </p:spTree>
  </p:cSld>
  <p:clrMapOvr>
    <a:masterClrMapping/>
  </p:clrMapOvr>
  <p:transition spd="slow">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Course Outline</a:t>
              </a:r>
              <a:endParaRPr lang="en-US" altLang="zh-CN" sz="3200" b="1" dirty="0">
                <a:solidFill>
                  <a:schemeClr val="tx2">
                    <a:lumMod val="75000"/>
                  </a:schemeClr>
                </a:solidFill>
                <a:latin typeface="+mj-lt"/>
                <a:ea typeface="黑体" panose="02010609060101010101" pitchFamily="49" charset="-122"/>
                <a:cs typeface="+mj-lt"/>
              </a:endParaRPr>
            </a:p>
          </p:txBody>
        </p:sp>
      </p:grpSp>
      <p:graphicFrame>
        <p:nvGraphicFramePr>
          <p:cNvPr id="7" name="内容占位符 2"/>
          <p:cNvGraphicFramePr/>
          <p:nvPr>
            <p:custDataLst>
              <p:tags r:id="rId1"/>
            </p:custDataLst>
          </p:nvPr>
        </p:nvGraphicFramePr>
        <p:xfrm>
          <a:off x="755015" y="1269365"/>
          <a:ext cx="10578465" cy="5191760"/>
        </p:xfrm>
        <a:graphic>
          <a:graphicData uri="http://schemas.openxmlformats.org/drawingml/2006/table">
            <a:tbl>
              <a:tblPr firstRow="1" bandRow="1">
                <a:tableStyleId>{5C22544A-7EE6-4342-B048-85BDC9FD1C3A}</a:tableStyleId>
              </a:tblPr>
              <a:tblGrid>
                <a:gridCol w="2954655"/>
                <a:gridCol w="857885"/>
                <a:gridCol w="3334385"/>
                <a:gridCol w="3431540"/>
              </a:tblGrid>
              <a:tr h="466725">
                <a:tc>
                  <a:txBody>
                    <a:bodyPr/>
                    <a:p>
                      <a:pPr algn="ctr"/>
                      <a:r>
                        <a:rPr lang="zh-CN" altLang="en-US" sz="1800" dirty="0"/>
                        <a:t>章节</a:t>
                      </a:r>
                      <a:endParaRPr lang="zh-CN" altLang="en-US" sz="1800" dirty="0"/>
                    </a:p>
                  </a:txBody>
                  <a:tcPr marT="45723" marB="45723"/>
                </a:tc>
                <a:tc>
                  <a:txBody>
                    <a:bodyPr/>
                    <a:p>
                      <a:pPr algn="ctr"/>
                      <a:r>
                        <a:rPr lang="zh-CN" altLang="en-US" sz="1800" dirty="0"/>
                        <a:t>课时</a:t>
                      </a:r>
                      <a:endParaRPr lang="zh-CN" altLang="en-US" sz="1800" dirty="0"/>
                    </a:p>
                  </a:txBody>
                  <a:tcPr marT="45723" marB="45723"/>
                </a:tc>
                <a:tc>
                  <a:txBody>
                    <a:bodyPr/>
                    <a:p>
                      <a:pPr algn="ctr"/>
                      <a:r>
                        <a:rPr lang="zh-CN" altLang="en-US" sz="1800" dirty="0"/>
                        <a:t>关键知识点</a:t>
                      </a:r>
                      <a:endParaRPr lang="zh-CN" altLang="en-US" sz="1800" dirty="0"/>
                    </a:p>
                  </a:txBody>
                  <a:tcPr marT="45723" marB="45723"/>
                </a:tc>
                <a:tc>
                  <a:txBody>
                    <a:bodyPr/>
                    <a:p>
                      <a:pPr algn="ctr"/>
                      <a:r>
                        <a:rPr lang="zh-CN" altLang="en-US" sz="1800" dirty="0"/>
                        <a:t>学习安排</a:t>
                      </a:r>
                      <a:endParaRPr lang="zh-CN" altLang="en-US" sz="1800" dirty="0"/>
                    </a:p>
                  </a:txBody>
                  <a:tcPr marT="45723" marB="45723"/>
                </a:tc>
              </a:tr>
              <a:tr h="808355">
                <a:tc>
                  <a:txBody>
                    <a:bodyPr/>
                    <a:p>
                      <a:r>
                        <a:rPr lang="en-US" altLang="zh-CN" sz="1800" dirty="0"/>
                        <a:t>1. </a:t>
                      </a:r>
                      <a:r>
                        <a:rPr lang="zh-CN" altLang="en-US" sz="1800" dirty="0"/>
                        <a:t>为什么需要</a:t>
                      </a:r>
                      <a:r>
                        <a:rPr lang="en-US" altLang="zh-CN" sz="1800" dirty="0"/>
                        <a:t>UML</a:t>
                      </a:r>
                      <a:endParaRPr lang="zh-CN" altLang="en-US" sz="1800" dirty="0"/>
                    </a:p>
                  </a:txBody>
                  <a:tcPr marT="45723" marB="45723" anchor="ctr"/>
                </a:tc>
                <a:tc>
                  <a:txBody>
                    <a:bodyPr/>
                    <a:p>
                      <a:r>
                        <a:rPr lang="en-US" altLang="zh-CN" sz="1800" dirty="0"/>
                        <a:t>2</a:t>
                      </a:r>
                      <a:endParaRPr lang="zh-CN" altLang="en-US" sz="1800" dirty="0"/>
                    </a:p>
                  </a:txBody>
                  <a:tcPr marT="45723" marB="45723" anchor="ctr"/>
                </a:tc>
                <a:tc>
                  <a:txBody>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a:t>理解面向对象的思想，了解</a:t>
                      </a:r>
                      <a:r>
                        <a:rPr lang="en-US" altLang="zh-CN" sz="1800" dirty="0"/>
                        <a:t>UML</a:t>
                      </a:r>
                      <a:endParaRPr lang="zh-CN" altLang="en-US" sz="1800" dirty="0"/>
                    </a:p>
                  </a:txBody>
                  <a:tcPr marT="45723" marB="45723" anchor="ctr"/>
                </a:tc>
                <a:tc>
                  <a:txBody>
                    <a:bodyPr/>
                    <a:p>
                      <a:r>
                        <a:rPr lang="zh-CN" altLang="en-US" sz="1800" dirty="0"/>
                        <a:t>课后作业</a:t>
                      </a:r>
                      <a:endParaRPr lang="zh-CN" altLang="en-US" sz="1800" dirty="0"/>
                    </a:p>
                  </a:txBody>
                  <a:tcPr marT="45723" marB="45723" anchor="ctr"/>
                </a:tc>
              </a:tr>
              <a:tr h="805815">
                <a:tc>
                  <a:txBody>
                    <a:bodyPr/>
                    <a:p>
                      <a:r>
                        <a:rPr lang="en-US" altLang="zh-CN" sz="1800" dirty="0"/>
                        <a:t>2. </a:t>
                      </a:r>
                      <a:r>
                        <a:rPr lang="zh-CN" altLang="en-US" sz="1800" dirty="0"/>
                        <a:t>建模基础</a:t>
                      </a:r>
                      <a:endParaRPr lang="zh-CN" altLang="en-US" sz="1800" dirty="0"/>
                    </a:p>
                  </a:txBody>
                  <a:tcPr marT="45723" marB="45723" anchor="ctr"/>
                </a:tc>
                <a:tc>
                  <a:txBody>
                    <a:bodyPr/>
                    <a:p>
                      <a:r>
                        <a:rPr lang="en-US" altLang="zh-CN" sz="1800" dirty="0"/>
                        <a:t>2</a:t>
                      </a:r>
                      <a:endParaRPr lang="zh-CN" altLang="en-US" sz="1800" dirty="0"/>
                    </a:p>
                  </a:txBody>
                  <a:tcPr marT="45723" marB="45723" anchor="ctr"/>
                </a:tc>
                <a:tc>
                  <a:txBody>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a:t>理解建模思想，了解软件分析与设计过程全貌</a:t>
                      </a:r>
                      <a:endParaRPr lang="zh-CN" altLang="en-US" sz="1800" dirty="0"/>
                    </a:p>
                  </a:txBody>
                  <a:tcPr marT="45723" marB="45723" anchor="ctr"/>
                </a:tc>
                <a:tc>
                  <a:txBody>
                    <a:bodyPr/>
                    <a:p>
                      <a:r>
                        <a:rPr lang="zh-CN" altLang="en-US" sz="1800"/>
                        <a:t>课后</a:t>
                      </a:r>
                      <a:r>
                        <a:rPr lang="zh-CN" altLang="en-US" sz="1800" dirty="0"/>
                        <a:t>作业</a:t>
                      </a:r>
                      <a:endParaRPr lang="zh-CN" altLang="en-US" sz="1800" dirty="0"/>
                    </a:p>
                  </a:txBody>
                  <a:tcPr marT="45723" marB="45723" anchor="ctr"/>
                </a:tc>
              </a:tr>
              <a:tr h="1152525">
                <a:tc>
                  <a:txBody>
                    <a:bodyPr/>
                    <a:p>
                      <a:r>
                        <a:rPr lang="en-US" altLang="zh-CN" sz="1800" dirty="0"/>
                        <a:t>3. </a:t>
                      </a:r>
                      <a:r>
                        <a:rPr lang="zh-CN" altLang="en-US" sz="1800" dirty="0"/>
                        <a:t>业务建模</a:t>
                      </a:r>
                      <a:endParaRPr lang="zh-CN" altLang="en-US" sz="1800" dirty="0"/>
                    </a:p>
                  </a:txBody>
                  <a:tcPr marT="45723" marB="45723" anchor="ctr"/>
                </a:tc>
                <a:tc>
                  <a:txBody>
                    <a:bodyPr/>
                    <a:p>
                      <a:r>
                        <a:rPr lang="en-US" altLang="zh-CN" sz="1800" dirty="0"/>
                        <a:t>4</a:t>
                      </a:r>
                      <a:endParaRPr lang="zh-CN" altLang="en-US" sz="1800" dirty="0"/>
                    </a:p>
                  </a:txBody>
                  <a:tcPr marT="45723" marB="45723" anchor="ctr"/>
                </a:tc>
                <a:tc>
                  <a:txBody>
                    <a:bodyPr/>
                    <a:p>
                      <a:r>
                        <a:rPr lang="zh-CN" altLang="en-US" sz="1800" dirty="0"/>
                        <a:t>掌握如何识别参与者，理解业务用例并掌握其建模过程</a:t>
                      </a:r>
                      <a:endParaRPr lang="zh-CN" altLang="en-US" sz="1800" dirty="0"/>
                    </a:p>
                  </a:txBody>
                  <a:tcPr marT="45723" marB="45723" anchor="ctr"/>
                </a:tc>
                <a:tc>
                  <a:txBody>
                    <a:bodyPr/>
                    <a:p>
                      <a:r>
                        <a:rPr lang="zh-CN" altLang="en-US" sz="1800" dirty="0"/>
                        <a:t>实验实践，课后作业</a:t>
                      </a:r>
                      <a:endParaRPr lang="zh-CN" altLang="en-US" sz="1800" dirty="0"/>
                    </a:p>
                  </a:txBody>
                  <a:tcPr marT="45723" marB="45723" anchor="ctr"/>
                </a:tc>
              </a:tr>
              <a:tr h="1151890">
                <a:tc>
                  <a:txBody>
                    <a:bodyPr/>
                    <a:p>
                      <a:r>
                        <a:rPr lang="en-US" altLang="zh-CN" sz="1800" dirty="0"/>
                        <a:t>4. </a:t>
                      </a:r>
                      <a:r>
                        <a:rPr lang="zh-CN" altLang="en-US" sz="1800" dirty="0"/>
                        <a:t>用例建模</a:t>
                      </a:r>
                      <a:endParaRPr lang="zh-CN" altLang="en-US" sz="1800" dirty="0"/>
                    </a:p>
                  </a:txBody>
                  <a:tcPr marT="45723" marB="45723" anchor="ctr"/>
                </a:tc>
                <a:tc>
                  <a:txBody>
                    <a:bodyPr/>
                    <a:p>
                      <a:r>
                        <a:rPr lang="en-US" altLang="zh-CN" sz="1800" dirty="0"/>
                        <a:t>6</a:t>
                      </a:r>
                      <a:endParaRPr lang="zh-CN" altLang="en-US" sz="1800" dirty="0"/>
                    </a:p>
                  </a:txBody>
                  <a:tcPr marT="45723" marB="45723" anchor="ctr"/>
                </a:tc>
                <a:tc>
                  <a:txBody>
                    <a:bodyPr/>
                    <a:p>
                      <a:r>
                        <a:rPr lang="zh-CN" altLang="en-US" sz="1800" dirty="0"/>
                        <a:t>理解</a:t>
                      </a:r>
                      <a:r>
                        <a:rPr lang="zh-CN" altLang="en-US" sz="1800"/>
                        <a:t>系统用例并掌握</a:t>
                      </a:r>
                      <a:r>
                        <a:rPr lang="zh-CN" altLang="en-US" sz="1800" dirty="0"/>
                        <a:t>其</a:t>
                      </a:r>
                      <a:r>
                        <a:rPr lang="zh-CN" altLang="en-US" sz="1800"/>
                        <a:t>建模过程，掌握系统用例规约描述需求</a:t>
                      </a:r>
                      <a:endParaRPr lang="zh-CN" altLang="en-US" sz="1800" dirty="0"/>
                    </a:p>
                  </a:txBody>
                  <a:tcPr marT="45723" marB="45723" anchor="ctr"/>
                </a:tc>
                <a:tc>
                  <a:txBody>
                    <a:bodyPr/>
                    <a:p>
                      <a:r>
                        <a:rPr lang="zh-CN" altLang="en-US" sz="1800" dirty="0"/>
                        <a:t>实验实践，课后作业</a:t>
                      </a:r>
                      <a:endParaRPr lang="zh-CN" altLang="en-US" sz="1800" dirty="0"/>
                    </a:p>
                  </a:txBody>
                  <a:tcPr marT="45723" marB="45723" anchor="ctr"/>
                </a:tc>
              </a:tr>
              <a:tr h="806450">
                <a:tc>
                  <a:txBody>
                    <a:bodyPr/>
                    <a:p>
                      <a:r>
                        <a:rPr lang="en-US" altLang="zh-CN" sz="1800" dirty="0"/>
                        <a:t>5. </a:t>
                      </a:r>
                      <a:r>
                        <a:rPr lang="zh-CN" altLang="en-US" sz="1800" dirty="0"/>
                        <a:t>用例分析</a:t>
                      </a:r>
                      <a:endParaRPr lang="zh-CN" altLang="en-US" sz="1800" dirty="0"/>
                    </a:p>
                  </a:txBody>
                  <a:tcPr marT="45723" marB="45723" anchor="ctr"/>
                </a:tc>
                <a:tc>
                  <a:txBody>
                    <a:bodyPr/>
                    <a:p>
                      <a:r>
                        <a:rPr lang="en-US" altLang="zh-CN" sz="1800"/>
                        <a:t>6</a:t>
                      </a:r>
                      <a:endParaRPr lang="zh-CN" altLang="en-US" sz="1800" dirty="0"/>
                    </a:p>
                  </a:txBody>
                  <a:tcPr marT="45723" marB="45723" anchor="ctr"/>
                </a:tc>
                <a:tc>
                  <a:txBody>
                    <a:bodyPr/>
                    <a:p>
                      <a:r>
                        <a:rPr lang="zh-CN" altLang="en-US" sz="1800" dirty="0"/>
                        <a:t>掌握如何分析系统用例，掌握如何构造用例实现</a:t>
                      </a:r>
                      <a:endParaRPr lang="zh-CN" altLang="en-US" sz="1800" dirty="0"/>
                    </a:p>
                  </a:txBody>
                  <a:tcPr marT="45723" marB="45723" anchor="ctr"/>
                </a:tc>
                <a:tc>
                  <a:txBody>
                    <a:bodyPr/>
                    <a:p>
                      <a:r>
                        <a:rPr lang="zh-CN" altLang="en-US" sz="1800" dirty="0"/>
                        <a:t>实验实践，课后作业</a:t>
                      </a:r>
                      <a:endParaRPr lang="zh-CN" altLang="en-US" sz="1800" dirty="0"/>
                    </a:p>
                  </a:txBody>
                  <a:tcPr marT="45723" marB="45723" anchor="ctr"/>
                </a:tc>
              </a:tr>
            </a:tbl>
          </a:graphicData>
        </a:graphic>
      </p:graphicFrame>
    </p:spTree>
  </p:cSld>
  <p:clrMapOvr>
    <a:masterClrMapping/>
  </p:clrMapOvr>
  <p:transition spd="slow">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Course Outline</a:t>
              </a:r>
              <a:endParaRPr lang="en-US" altLang="zh-CN" sz="3200" b="1" dirty="0">
                <a:solidFill>
                  <a:schemeClr val="tx2">
                    <a:lumMod val="75000"/>
                  </a:schemeClr>
                </a:solidFill>
                <a:latin typeface="+mj-lt"/>
                <a:ea typeface="黑体" panose="02010609060101010101" pitchFamily="49" charset="-122"/>
                <a:cs typeface="+mj-lt"/>
              </a:endParaRPr>
            </a:p>
          </p:txBody>
        </p:sp>
      </p:grpSp>
      <p:graphicFrame>
        <p:nvGraphicFramePr>
          <p:cNvPr id="2" name="内容占位符 2"/>
          <p:cNvGraphicFramePr/>
          <p:nvPr>
            <p:custDataLst>
              <p:tags r:id="rId1"/>
            </p:custDataLst>
          </p:nvPr>
        </p:nvGraphicFramePr>
        <p:xfrm>
          <a:off x="838200" y="1341120"/>
          <a:ext cx="10302875" cy="5205095"/>
        </p:xfrm>
        <a:graphic>
          <a:graphicData uri="http://schemas.openxmlformats.org/drawingml/2006/table">
            <a:tbl>
              <a:tblPr firstRow="1" bandRow="1">
                <a:tableStyleId>{5C22544A-7EE6-4342-B048-85BDC9FD1C3A}</a:tableStyleId>
              </a:tblPr>
              <a:tblGrid>
                <a:gridCol w="2877185"/>
                <a:gridCol w="835660"/>
                <a:gridCol w="3248660"/>
                <a:gridCol w="3341370"/>
              </a:tblGrid>
              <a:tr h="468630">
                <a:tc>
                  <a:txBody>
                    <a:bodyPr/>
                    <a:p>
                      <a:pPr algn="ctr"/>
                      <a:r>
                        <a:rPr lang="zh-CN" altLang="en-US" sz="1800" dirty="0"/>
                        <a:t>章节</a:t>
                      </a:r>
                      <a:endParaRPr lang="zh-CN" altLang="en-US" sz="1800" dirty="0"/>
                    </a:p>
                  </a:txBody>
                  <a:tcPr marT="45723" marB="45723"/>
                </a:tc>
                <a:tc>
                  <a:txBody>
                    <a:bodyPr/>
                    <a:p>
                      <a:pPr algn="ctr"/>
                      <a:r>
                        <a:rPr lang="zh-CN" altLang="en-US" sz="1800" dirty="0"/>
                        <a:t>课时</a:t>
                      </a:r>
                      <a:endParaRPr lang="zh-CN" altLang="en-US" sz="1800" dirty="0"/>
                    </a:p>
                  </a:txBody>
                  <a:tcPr marT="45723" marB="45723"/>
                </a:tc>
                <a:tc>
                  <a:txBody>
                    <a:bodyPr/>
                    <a:p>
                      <a:pPr algn="ctr"/>
                      <a:r>
                        <a:rPr lang="zh-CN" altLang="en-US" sz="1800" dirty="0"/>
                        <a:t>关键知识点</a:t>
                      </a:r>
                      <a:endParaRPr lang="zh-CN" altLang="en-US" sz="1800" dirty="0"/>
                    </a:p>
                  </a:txBody>
                  <a:tcPr marT="45723" marB="45723"/>
                </a:tc>
                <a:tc>
                  <a:txBody>
                    <a:bodyPr/>
                    <a:p>
                      <a:pPr algn="ctr"/>
                      <a:r>
                        <a:rPr lang="zh-CN" altLang="en-US" sz="1800" dirty="0"/>
                        <a:t>学习安排</a:t>
                      </a:r>
                      <a:endParaRPr lang="zh-CN" altLang="en-US" sz="1800" dirty="0"/>
                    </a:p>
                  </a:txBody>
                  <a:tcPr marT="45723" marB="45723"/>
                </a:tc>
              </a:tr>
              <a:tr h="808990">
                <a:tc>
                  <a:txBody>
                    <a:bodyPr/>
                    <a:p>
                      <a:r>
                        <a:rPr lang="en-US" altLang="zh-CN" sz="1800" dirty="0"/>
                        <a:t>6. </a:t>
                      </a:r>
                      <a:r>
                        <a:rPr lang="zh-CN" altLang="en-US" sz="1800" dirty="0"/>
                        <a:t>面向对象设计原则</a:t>
                      </a:r>
                      <a:endParaRPr lang="zh-CN" altLang="en-US" sz="1800" dirty="0"/>
                    </a:p>
                  </a:txBody>
                  <a:tcPr marT="45723" marB="45723" anchor="ctr"/>
                </a:tc>
                <a:tc>
                  <a:txBody>
                    <a:bodyPr/>
                    <a:p>
                      <a:r>
                        <a:rPr lang="en-US" altLang="zh-CN" sz="1800" dirty="0"/>
                        <a:t>2</a:t>
                      </a:r>
                      <a:endParaRPr lang="zh-CN" altLang="en-US" sz="1800" dirty="0"/>
                    </a:p>
                  </a:txBody>
                  <a:tcPr marT="45723" marB="45723" anchor="ctr"/>
                </a:tc>
                <a:tc>
                  <a:txBody>
                    <a:bodyPr/>
                    <a:p>
                      <a:r>
                        <a:rPr lang="zh-CN" altLang="en-US" sz="1800" dirty="0"/>
                        <a:t>理解设计原则，掌握</a:t>
                      </a:r>
                      <a:r>
                        <a:rPr lang="en-US" altLang="zh-CN" sz="1800" dirty="0"/>
                        <a:t>2</a:t>
                      </a:r>
                      <a:r>
                        <a:rPr lang="zh-CN" altLang="en-US" sz="1800" dirty="0"/>
                        <a:t>个重要的设计原则</a:t>
                      </a:r>
                      <a:endParaRPr lang="zh-CN" altLang="en-US" sz="1800" dirty="0"/>
                    </a:p>
                  </a:txBody>
                  <a:tcPr marT="45723" marB="45723" anchor="ctr"/>
                </a:tc>
                <a:tc>
                  <a:txBody>
                    <a:bodyPr/>
                    <a:p>
                      <a:r>
                        <a:rPr lang="zh-CN" altLang="en-US" sz="1800" dirty="0"/>
                        <a:t>课后作业</a:t>
                      </a:r>
                      <a:endParaRPr lang="zh-CN" altLang="en-US" sz="1800" dirty="0"/>
                    </a:p>
                  </a:txBody>
                  <a:tcPr marT="45723" marB="45723" anchor="ctr"/>
                </a:tc>
              </a:tr>
              <a:tr h="808990">
                <a:tc>
                  <a:txBody>
                    <a:bodyPr/>
                    <a:p>
                      <a:r>
                        <a:rPr lang="en-US" altLang="zh-CN" sz="1800" dirty="0"/>
                        <a:t>7. </a:t>
                      </a:r>
                      <a:r>
                        <a:rPr lang="zh-CN" altLang="en-US" sz="1800" dirty="0"/>
                        <a:t>面向对象设计模式</a:t>
                      </a:r>
                      <a:endParaRPr lang="zh-CN" altLang="en-US" sz="1800" dirty="0"/>
                    </a:p>
                  </a:txBody>
                  <a:tcPr marT="45723" marB="45723" anchor="ctr"/>
                </a:tc>
                <a:tc>
                  <a:txBody>
                    <a:bodyPr/>
                    <a:p>
                      <a:r>
                        <a:rPr lang="en-US" altLang="zh-CN" sz="1800" dirty="0"/>
                        <a:t>2</a:t>
                      </a:r>
                      <a:endParaRPr lang="zh-CN" altLang="en-US" sz="1800" dirty="0"/>
                    </a:p>
                  </a:txBody>
                  <a:tcPr marT="45723" marB="45723" anchor="ctr"/>
                </a:tc>
                <a:tc>
                  <a:txBody>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a:t>理解设计模式，掌握</a:t>
                      </a:r>
                      <a:r>
                        <a:rPr lang="en-US" altLang="zh-CN" sz="1800" dirty="0"/>
                        <a:t>3</a:t>
                      </a:r>
                      <a:r>
                        <a:rPr lang="zh-CN" altLang="en-US" sz="1800" dirty="0"/>
                        <a:t>个重要的设计模式</a:t>
                      </a:r>
                      <a:endParaRPr lang="zh-CN" altLang="en-US" sz="1800" dirty="0"/>
                    </a:p>
                  </a:txBody>
                  <a:tcPr marT="45723" marB="45723" anchor="ctr"/>
                </a:tc>
                <a:tc>
                  <a:txBody>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a:t>课后作业</a:t>
                      </a:r>
                      <a:endParaRPr lang="zh-CN" altLang="en-US" sz="1800" dirty="0"/>
                    </a:p>
                  </a:txBody>
                  <a:tcPr marT="45723" marB="45723" anchor="ctr"/>
                </a:tc>
              </a:tr>
              <a:tr h="1155065">
                <a:tc>
                  <a:txBody>
                    <a:bodyPr/>
                    <a:p>
                      <a:r>
                        <a:rPr lang="en-US" altLang="zh-CN" sz="1800" dirty="0"/>
                        <a:t>8. </a:t>
                      </a:r>
                      <a:r>
                        <a:rPr lang="zh-CN" altLang="en-US" sz="1800" dirty="0"/>
                        <a:t>构架设计</a:t>
                      </a:r>
                      <a:endParaRPr lang="zh-CN" altLang="en-US" sz="1800" dirty="0"/>
                    </a:p>
                  </a:txBody>
                  <a:tcPr marT="45723" marB="45723" anchor="ctr"/>
                </a:tc>
                <a:tc>
                  <a:txBody>
                    <a:bodyPr/>
                    <a:p>
                      <a:r>
                        <a:rPr lang="en-US" altLang="zh-CN" sz="1800" dirty="0"/>
                        <a:t>2</a:t>
                      </a:r>
                      <a:endParaRPr lang="zh-CN" altLang="en-US" sz="1800" dirty="0"/>
                    </a:p>
                  </a:txBody>
                  <a:tcPr marT="45723" marB="45723" anchor="ctr"/>
                </a:tc>
                <a:tc>
                  <a:txBody>
                    <a:bodyPr/>
                    <a:p>
                      <a:r>
                        <a:rPr lang="zh-CN" altLang="en-US" sz="1800" dirty="0"/>
                        <a:t>理解架构设计的设计元素，掌握如何进行架构设计</a:t>
                      </a:r>
                      <a:endParaRPr lang="zh-CN" altLang="en-US" sz="1800" dirty="0"/>
                    </a:p>
                  </a:txBody>
                  <a:tcPr marT="45723" marB="45723" anchor="ctr"/>
                </a:tc>
                <a:tc>
                  <a:txBody>
                    <a:bodyPr/>
                    <a:p>
                      <a:r>
                        <a:rPr lang="zh-CN" altLang="en-US" sz="1800" dirty="0"/>
                        <a:t>实验实践，课后作业</a:t>
                      </a:r>
                      <a:endParaRPr lang="zh-CN" altLang="en-US" sz="1800" dirty="0"/>
                    </a:p>
                  </a:txBody>
                  <a:tcPr marT="45723" marB="45723" anchor="ctr"/>
                </a:tc>
              </a:tr>
              <a:tr h="1155065">
                <a:tc>
                  <a:txBody>
                    <a:bodyPr/>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dirty="0"/>
                        <a:t>9. </a:t>
                      </a:r>
                      <a:r>
                        <a:rPr lang="zh-CN" altLang="en-US" sz="1800" dirty="0"/>
                        <a:t>构件设计</a:t>
                      </a:r>
                      <a:endParaRPr lang="zh-CN" altLang="en-US" sz="1800" dirty="0"/>
                    </a:p>
                  </a:txBody>
                  <a:tcPr marT="45723" marB="45723" anchor="ctr"/>
                </a:tc>
                <a:tc>
                  <a:txBody>
                    <a:bodyPr/>
                    <a:p>
                      <a:r>
                        <a:rPr lang="en-US" altLang="zh-CN" sz="1800" dirty="0"/>
                        <a:t>4</a:t>
                      </a:r>
                      <a:endParaRPr lang="zh-CN" altLang="en-US" sz="1800" dirty="0"/>
                    </a:p>
                  </a:txBody>
                  <a:tcPr marT="45723" marB="45723" anchor="ctr"/>
                </a:tc>
                <a:tc>
                  <a:txBody>
                    <a:bodyPr/>
                    <a:p>
                      <a:r>
                        <a:rPr lang="zh-CN" altLang="en-US" sz="1800" dirty="0"/>
                        <a:t>掌握如何进行用例设计和类设计，理解数据库设计和子系统设计</a:t>
                      </a:r>
                      <a:endParaRPr lang="zh-CN" altLang="en-US" sz="1800" dirty="0"/>
                    </a:p>
                  </a:txBody>
                  <a:tcPr marT="45723" marB="45723" anchor="ctr"/>
                </a:tc>
                <a:tc>
                  <a:txBody>
                    <a:bodyPr/>
                    <a:p>
                      <a:r>
                        <a:rPr lang="zh-CN" altLang="en-US" sz="1800" dirty="0"/>
                        <a:t>实验实践，课后作业</a:t>
                      </a:r>
                      <a:endParaRPr lang="zh-CN" altLang="en-US" sz="1800" dirty="0"/>
                    </a:p>
                  </a:txBody>
                  <a:tcPr marT="45723" marB="45723" anchor="ctr"/>
                </a:tc>
              </a:tr>
              <a:tr h="808355">
                <a:tc>
                  <a:txBody>
                    <a:bodyPr/>
                    <a:p>
                      <a:r>
                        <a:rPr lang="en-US" altLang="zh-CN" sz="1800" dirty="0"/>
                        <a:t>10.</a:t>
                      </a:r>
                      <a:r>
                        <a:rPr lang="zh-CN" altLang="en-US" sz="1800" dirty="0"/>
                        <a:t>从模型到代码</a:t>
                      </a:r>
                      <a:endParaRPr lang="zh-CN" altLang="en-US" sz="1800" dirty="0"/>
                    </a:p>
                  </a:txBody>
                  <a:tcPr marT="45723" marB="45723" anchor="ctr"/>
                </a:tc>
                <a:tc>
                  <a:txBody>
                    <a:bodyPr/>
                    <a:p>
                      <a:r>
                        <a:rPr lang="en-US" altLang="zh-CN" sz="1800" dirty="0"/>
                        <a:t>2</a:t>
                      </a:r>
                      <a:endParaRPr lang="zh-CN" altLang="en-US" sz="1800" dirty="0"/>
                    </a:p>
                  </a:txBody>
                  <a:tcPr marT="45723" marB="45723" anchor="ctr"/>
                </a:tc>
                <a:tc>
                  <a:txBody>
                    <a:bodyPr/>
                    <a:p>
                      <a:r>
                        <a:rPr lang="zh-CN" altLang="en-US" sz="1800" dirty="0"/>
                        <a:t>理解正向工程和逆向工程，总结复习</a:t>
                      </a:r>
                      <a:endParaRPr lang="zh-CN" altLang="en-US" sz="1800" dirty="0"/>
                    </a:p>
                  </a:txBody>
                  <a:tcPr marT="45723" marB="45723" anchor="ctr"/>
                </a:tc>
                <a:tc>
                  <a:txBody>
                    <a:bodyPr/>
                    <a:p>
                      <a:r>
                        <a:rPr lang="zh-CN" altLang="en-US" sz="1800" dirty="0"/>
                        <a:t>课后作业</a:t>
                      </a:r>
                      <a:endParaRPr lang="zh-CN" altLang="en-US" sz="1800" dirty="0"/>
                    </a:p>
                  </a:txBody>
                  <a:tcPr marT="45723" marB="45723" anchor="ctr"/>
                </a:tc>
              </a:tr>
            </a:tbl>
          </a:graphicData>
        </a:graphic>
      </p:graphicFrame>
    </p:spTree>
  </p:cSld>
  <p:clrMapOvr>
    <a:masterClrMapping/>
  </p:clrMapOvr>
  <p:transition spd="slow">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Course Outline</a:t>
              </a:r>
              <a:endParaRPr lang="en-US" altLang="zh-CN" sz="3200" b="1" dirty="0">
                <a:solidFill>
                  <a:schemeClr val="tx2">
                    <a:lumMod val="75000"/>
                  </a:schemeClr>
                </a:solidFill>
                <a:latin typeface="+mj-lt"/>
                <a:ea typeface="黑体" panose="02010609060101010101" pitchFamily="49" charset="-122"/>
                <a:cs typeface="+mj-lt"/>
              </a:endParaRPr>
            </a:p>
          </p:txBody>
        </p:sp>
      </p:grpSp>
      <p:grpSp>
        <p:nvGrpSpPr>
          <p:cNvPr id="40964" name="Group 3"/>
          <p:cNvGrpSpPr/>
          <p:nvPr/>
        </p:nvGrpSpPr>
        <p:grpSpPr bwMode="auto">
          <a:xfrm>
            <a:off x="1152525" y="1285875"/>
            <a:ext cx="9558655" cy="5021580"/>
            <a:chOff x="113" y="980"/>
            <a:chExt cx="5534" cy="2495"/>
          </a:xfrm>
        </p:grpSpPr>
        <p:sp>
          <p:nvSpPr>
            <p:cNvPr id="40966" name="Rectangle 4"/>
            <p:cNvSpPr>
              <a:spLocks noChangeArrowheads="1"/>
            </p:cNvSpPr>
            <p:nvPr/>
          </p:nvSpPr>
          <p:spPr bwMode="auto">
            <a:xfrm>
              <a:off x="113" y="980"/>
              <a:ext cx="5534" cy="249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dirty="0"/>
            </a:p>
          </p:txBody>
        </p:sp>
        <p:sp>
          <p:nvSpPr>
            <p:cNvPr id="40967" name="Rectangle 5"/>
            <p:cNvSpPr>
              <a:spLocks noChangeArrowheads="1"/>
            </p:cNvSpPr>
            <p:nvPr/>
          </p:nvSpPr>
          <p:spPr bwMode="auto">
            <a:xfrm>
              <a:off x="158" y="1298"/>
              <a:ext cx="453" cy="317"/>
            </a:xfrm>
            <a:prstGeom prst="rect">
              <a:avLst/>
            </a:prstGeom>
            <a:solidFill>
              <a:srgbClr val="99CCFF"/>
            </a:solidFill>
            <a:ln w="9525">
              <a:solidFill>
                <a:srgbClr val="666699"/>
              </a:solidFill>
              <a:miter lim="800000"/>
            </a:ln>
          </p:spPr>
          <p:txBody>
            <a:bodyPr wrap="none" anchor="ctr"/>
            <a:lstStyle/>
            <a:p>
              <a:pPr algn="ctr"/>
              <a:r>
                <a:rPr lang="en-US" altLang="zh-CN" u="sng">
                  <a:solidFill>
                    <a:srgbClr val="660066"/>
                  </a:solidFill>
                  <a:latin typeface="Monotype Corsiva" pitchFamily="66" charset="0"/>
                </a:rPr>
                <a:t>OO</a:t>
              </a:r>
              <a:endParaRPr lang="en-US" altLang="zh-CN" u="sng">
                <a:solidFill>
                  <a:srgbClr val="660066"/>
                </a:solidFill>
                <a:latin typeface="Monotype Corsiva" pitchFamily="66" charset="0"/>
              </a:endParaRPr>
            </a:p>
          </p:txBody>
        </p:sp>
        <p:sp>
          <p:nvSpPr>
            <p:cNvPr id="40968" name="Rectangle 6"/>
            <p:cNvSpPr>
              <a:spLocks noChangeArrowheads="1"/>
            </p:cNvSpPr>
            <p:nvPr/>
          </p:nvSpPr>
          <p:spPr bwMode="auto">
            <a:xfrm>
              <a:off x="158" y="1978"/>
              <a:ext cx="453" cy="317"/>
            </a:xfrm>
            <a:prstGeom prst="rect">
              <a:avLst/>
            </a:prstGeom>
            <a:solidFill>
              <a:srgbClr val="99CCFF"/>
            </a:solidFill>
            <a:ln w="9525">
              <a:solidFill>
                <a:srgbClr val="666699"/>
              </a:solidFill>
              <a:miter lim="800000"/>
            </a:ln>
          </p:spPr>
          <p:txBody>
            <a:bodyPr wrap="none" anchor="ctr"/>
            <a:lstStyle/>
            <a:p>
              <a:pPr algn="ctr"/>
              <a:r>
                <a:rPr lang="en-US" altLang="zh-CN" b="0">
                  <a:solidFill>
                    <a:srgbClr val="660066"/>
                  </a:solidFill>
                  <a:latin typeface="Monotype Corsiva" pitchFamily="66" charset="0"/>
                </a:rPr>
                <a:t>UML</a:t>
              </a:r>
              <a:endParaRPr lang="en-US" altLang="zh-CN" b="0">
                <a:solidFill>
                  <a:srgbClr val="660066"/>
                </a:solidFill>
                <a:latin typeface="Monotype Corsiva" pitchFamily="66" charset="0"/>
              </a:endParaRPr>
            </a:p>
          </p:txBody>
        </p:sp>
        <p:grpSp>
          <p:nvGrpSpPr>
            <p:cNvPr id="40969" name="Group 7"/>
            <p:cNvGrpSpPr/>
            <p:nvPr/>
          </p:nvGrpSpPr>
          <p:grpSpPr bwMode="auto">
            <a:xfrm>
              <a:off x="1473" y="1615"/>
              <a:ext cx="1089" cy="540"/>
              <a:chOff x="1413" y="3657"/>
              <a:chExt cx="1089" cy="540"/>
            </a:xfrm>
          </p:grpSpPr>
          <p:sp>
            <p:nvSpPr>
              <p:cNvPr id="41008" name="Rectangle 8"/>
              <p:cNvSpPr>
                <a:spLocks noChangeArrowheads="1"/>
              </p:cNvSpPr>
              <p:nvPr/>
            </p:nvSpPr>
            <p:spPr bwMode="auto">
              <a:xfrm>
                <a:off x="1565" y="3657"/>
                <a:ext cx="635" cy="454"/>
              </a:xfrm>
              <a:prstGeom prst="rect">
                <a:avLst/>
              </a:prstGeom>
              <a:solidFill>
                <a:srgbClr val="99CCFF"/>
              </a:solidFill>
              <a:ln w="9525">
                <a:solidFill>
                  <a:srgbClr val="666699"/>
                </a:solidFill>
                <a:miter lim="800000"/>
              </a:ln>
            </p:spPr>
            <p:txBody>
              <a:bodyPr wrap="none" anchor="ctr"/>
              <a:lstStyle/>
              <a:p>
                <a:endParaRPr lang="zh-CN" altLang="en-US"/>
              </a:p>
            </p:txBody>
          </p:sp>
          <p:pic>
            <p:nvPicPr>
              <p:cNvPr id="41009" name="Picture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13" y="3748"/>
                <a:ext cx="1089"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40970" name="AutoShape 10"/>
            <p:cNvCxnSpPr>
              <a:cxnSpLocks noChangeShapeType="1"/>
              <a:stCxn id="40967" idx="3"/>
              <a:endCxn id="40997" idx="1"/>
            </p:cNvCxnSpPr>
            <p:nvPr/>
          </p:nvCxnSpPr>
          <p:spPr bwMode="auto">
            <a:xfrm>
              <a:off x="611" y="1457"/>
              <a:ext cx="207" cy="385"/>
            </a:xfrm>
            <a:prstGeom prst="curvedConnector3">
              <a:avLst>
                <a:gd name="adj1" fmla="val 49759"/>
              </a:avLst>
            </a:prstGeom>
            <a:noFill/>
            <a:ln w="19050">
              <a:solidFill>
                <a:srgbClr val="800000"/>
              </a:solidFill>
              <a:miter lim="800000"/>
              <a:tailEnd type="stealth" w="lg" len="lg"/>
            </a:ln>
            <a:extLst>
              <a:ext uri="{909E8E84-426E-40DD-AFC4-6F175D3DCCD1}">
                <a14:hiddenFill xmlns:a14="http://schemas.microsoft.com/office/drawing/2010/main">
                  <a:noFill/>
                </a14:hiddenFill>
              </a:ext>
            </a:extLst>
          </p:spPr>
        </p:cxnSp>
        <p:cxnSp>
          <p:nvCxnSpPr>
            <p:cNvPr id="40971" name="AutoShape 11"/>
            <p:cNvCxnSpPr>
              <a:cxnSpLocks noChangeShapeType="1"/>
              <a:stCxn id="40968" idx="3"/>
              <a:endCxn id="40997" idx="1"/>
            </p:cNvCxnSpPr>
            <p:nvPr/>
          </p:nvCxnSpPr>
          <p:spPr bwMode="auto">
            <a:xfrm flipV="1">
              <a:off x="611" y="1842"/>
              <a:ext cx="207" cy="295"/>
            </a:xfrm>
            <a:prstGeom prst="curvedConnector3">
              <a:avLst>
                <a:gd name="adj1" fmla="val 49759"/>
              </a:avLst>
            </a:prstGeom>
            <a:noFill/>
            <a:ln w="19050">
              <a:solidFill>
                <a:srgbClr val="800000"/>
              </a:solidFill>
              <a:miter lim="800000"/>
              <a:tailEnd type="stealth" w="lg" len="lg"/>
            </a:ln>
            <a:extLst>
              <a:ext uri="{909E8E84-426E-40DD-AFC4-6F175D3DCCD1}">
                <a14:hiddenFill xmlns:a14="http://schemas.microsoft.com/office/drawing/2010/main">
                  <a:noFill/>
                </a14:hiddenFill>
              </a:ext>
            </a:extLst>
          </p:spPr>
        </p:cxnSp>
        <p:cxnSp>
          <p:nvCxnSpPr>
            <p:cNvPr id="40972" name="AutoShape 12"/>
            <p:cNvCxnSpPr>
              <a:cxnSpLocks noChangeShapeType="1"/>
              <a:stCxn id="40997" idx="3"/>
              <a:endCxn id="41008" idx="1"/>
            </p:cNvCxnSpPr>
            <p:nvPr/>
          </p:nvCxnSpPr>
          <p:spPr bwMode="auto">
            <a:xfrm>
              <a:off x="1453" y="1842"/>
              <a:ext cx="172" cy="0"/>
            </a:xfrm>
            <a:prstGeom prst="straightConnector1">
              <a:avLst/>
            </a:prstGeom>
            <a:noFill/>
            <a:ln w="19050">
              <a:solidFill>
                <a:srgbClr val="800000"/>
              </a:solidFill>
              <a:miter lim="800000"/>
              <a:tailEnd type="stealth" w="lg" len="lg"/>
            </a:ln>
            <a:extLst>
              <a:ext uri="{909E8E84-426E-40DD-AFC4-6F175D3DCCD1}">
                <a14:hiddenFill xmlns:a14="http://schemas.microsoft.com/office/drawing/2010/main">
                  <a:noFill/>
                </a14:hiddenFill>
              </a:ext>
            </a:extLst>
          </p:spPr>
        </p:cxnSp>
        <p:cxnSp>
          <p:nvCxnSpPr>
            <p:cNvPr id="40973" name="AutoShape 13"/>
            <p:cNvCxnSpPr>
              <a:cxnSpLocks noChangeShapeType="1"/>
              <a:stCxn id="41005" idx="3"/>
              <a:endCxn id="40999" idx="1"/>
            </p:cNvCxnSpPr>
            <p:nvPr/>
          </p:nvCxnSpPr>
          <p:spPr bwMode="auto">
            <a:xfrm flipV="1">
              <a:off x="3244" y="1841"/>
              <a:ext cx="433" cy="1"/>
            </a:xfrm>
            <a:prstGeom prst="straightConnector1">
              <a:avLst/>
            </a:prstGeom>
            <a:noFill/>
            <a:ln w="19050">
              <a:solidFill>
                <a:srgbClr val="800000"/>
              </a:solidFill>
              <a:miter lim="800000"/>
              <a:tailEnd type="stealth" w="lg" len="lg"/>
            </a:ln>
            <a:extLst>
              <a:ext uri="{909E8E84-426E-40DD-AFC4-6F175D3DCCD1}">
                <a14:hiddenFill xmlns:a14="http://schemas.microsoft.com/office/drawing/2010/main">
                  <a:noFill/>
                </a14:hiddenFill>
              </a:ext>
            </a:extLst>
          </p:spPr>
        </p:cxnSp>
        <p:sp>
          <p:nvSpPr>
            <p:cNvPr id="104" name="Text Box 14"/>
            <p:cNvSpPr txBox="1">
              <a:spLocks noChangeArrowheads="1"/>
            </p:cNvSpPr>
            <p:nvPr/>
          </p:nvSpPr>
          <p:spPr bwMode="auto">
            <a:xfrm>
              <a:off x="3153" y="1595"/>
              <a:ext cx="635" cy="229"/>
            </a:xfrm>
            <a:prstGeom prst="rect">
              <a:avLst/>
            </a:prstGeom>
            <a:noFill/>
            <a:ln w="9525">
              <a:noFill/>
              <a:miter lim="800000"/>
            </a:ln>
            <a:effectLst/>
          </p:spPr>
          <p:txBody>
            <a:bodyPr>
              <a:spAutoFit/>
            </a:bodyPr>
            <a:lstStyle/>
            <a:p>
              <a:pPr algn="ctr">
                <a:spcBef>
                  <a:spcPct val="50000"/>
                </a:spcBef>
                <a:defRPr/>
              </a:pPr>
              <a:r>
                <a:rPr lang="en-US" altLang="zh-CN">
                  <a:solidFill>
                    <a:srgbClr val="FF6600"/>
                  </a:solidFill>
                  <a:effectLst>
                    <a:outerShdw blurRad="38100" dist="38100" dir="2700000" algn="tl">
                      <a:srgbClr val="C0C0C0"/>
                    </a:outerShdw>
                  </a:effectLst>
                  <a:ea typeface="宋体" pitchFamily="2" charset="-122"/>
                </a:rPr>
                <a:t>OOP</a:t>
              </a:r>
              <a:endParaRPr lang="en-US" altLang="zh-CN">
                <a:solidFill>
                  <a:srgbClr val="FF6600"/>
                </a:solidFill>
                <a:effectLst>
                  <a:outerShdw blurRad="38100" dist="38100" dir="2700000" algn="tl">
                    <a:srgbClr val="C0C0C0"/>
                  </a:outerShdw>
                </a:effectLst>
                <a:ea typeface="宋体" pitchFamily="2" charset="-122"/>
              </a:endParaRPr>
            </a:p>
          </p:txBody>
        </p:sp>
        <p:sp>
          <p:nvSpPr>
            <p:cNvPr id="105" name="Text Box 15"/>
            <p:cNvSpPr txBox="1">
              <a:spLocks noChangeArrowheads="1"/>
            </p:cNvSpPr>
            <p:nvPr/>
          </p:nvSpPr>
          <p:spPr bwMode="auto">
            <a:xfrm>
              <a:off x="3153" y="1781"/>
              <a:ext cx="635" cy="229"/>
            </a:xfrm>
            <a:prstGeom prst="rect">
              <a:avLst/>
            </a:prstGeom>
            <a:noFill/>
            <a:ln w="9525">
              <a:noFill/>
              <a:miter lim="800000"/>
            </a:ln>
            <a:effectLst/>
          </p:spPr>
          <p:txBody>
            <a:bodyPr>
              <a:spAutoFit/>
            </a:bodyPr>
            <a:lstStyle/>
            <a:p>
              <a:pPr algn="ctr">
                <a:spcBef>
                  <a:spcPct val="50000"/>
                </a:spcBef>
                <a:defRPr/>
              </a:pPr>
              <a:r>
                <a:rPr lang="en-US" altLang="zh-CN">
                  <a:solidFill>
                    <a:srgbClr val="FF6600"/>
                  </a:solidFill>
                  <a:effectLst>
                    <a:outerShdw blurRad="38100" dist="38100" dir="2700000" algn="tl">
                      <a:srgbClr val="C0C0C0"/>
                    </a:outerShdw>
                  </a:effectLst>
                  <a:ea typeface="宋体" pitchFamily="2" charset="-122"/>
                </a:rPr>
                <a:t>DP</a:t>
              </a:r>
              <a:endParaRPr lang="en-US" altLang="zh-CN">
                <a:solidFill>
                  <a:srgbClr val="FF6600"/>
                </a:solidFill>
                <a:effectLst>
                  <a:outerShdw blurRad="38100" dist="38100" dir="2700000" algn="tl">
                    <a:srgbClr val="C0C0C0"/>
                  </a:outerShdw>
                </a:effectLst>
                <a:ea typeface="宋体" pitchFamily="2" charset="-122"/>
              </a:endParaRPr>
            </a:p>
          </p:txBody>
        </p:sp>
        <p:sp>
          <p:nvSpPr>
            <p:cNvPr id="106" name="Text Box 16"/>
            <p:cNvSpPr txBox="1">
              <a:spLocks noChangeArrowheads="1"/>
            </p:cNvSpPr>
            <p:nvPr/>
          </p:nvSpPr>
          <p:spPr bwMode="auto">
            <a:xfrm>
              <a:off x="2064" y="2478"/>
              <a:ext cx="1406" cy="183"/>
            </a:xfrm>
            <a:prstGeom prst="rect">
              <a:avLst/>
            </a:prstGeom>
            <a:noFill/>
            <a:ln w="9525">
              <a:noFill/>
              <a:miter lim="800000"/>
            </a:ln>
            <a:effectLst/>
          </p:spPr>
          <p:txBody>
            <a:bodyPr>
              <a:spAutoFit/>
            </a:bodyPr>
            <a:lstStyle/>
            <a:p>
              <a:pPr algn="ctr">
                <a:spcBef>
                  <a:spcPct val="50000"/>
                </a:spcBef>
                <a:defRPr/>
              </a:pPr>
              <a:r>
                <a:rPr lang="en-US" altLang="zh-CN" sz="1800" dirty="0">
                  <a:solidFill>
                    <a:srgbClr val="336699"/>
                  </a:solidFill>
                  <a:effectLst>
                    <a:outerShdw blurRad="38100" dist="38100" dir="2700000" algn="tl">
                      <a:srgbClr val="C0C0C0"/>
                    </a:outerShdw>
                  </a:effectLst>
                  <a:latin typeface="Times New Roman" panose="02020603050405020304"/>
                  <a:ea typeface="宋体" pitchFamily="2" charset="-122"/>
                </a:rPr>
                <a:t>…</a:t>
              </a:r>
              <a:r>
                <a:rPr lang="en-US" altLang="zh-CN" sz="1800" dirty="0">
                  <a:solidFill>
                    <a:srgbClr val="336699"/>
                  </a:solidFill>
                  <a:effectLst>
                    <a:outerShdw blurRad="38100" dist="38100" dir="2700000" algn="tl">
                      <a:srgbClr val="C0C0C0"/>
                    </a:outerShdw>
                  </a:effectLst>
                  <a:ea typeface="宋体" pitchFamily="2" charset="-122"/>
                </a:rPr>
                <a:t> </a:t>
              </a:r>
              <a:r>
                <a:rPr lang="zh-CN" altLang="en-US" sz="1800">
                  <a:solidFill>
                    <a:srgbClr val="336699"/>
                  </a:solidFill>
                  <a:effectLst>
                    <a:outerShdw blurRad="38100" dist="38100" dir="2700000" algn="tl">
                      <a:srgbClr val="C0C0C0"/>
                    </a:outerShdw>
                  </a:effectLst>
                  <a:ea typeface="宋体" pitchFamily="2" charset="-122"/>
                </a:rPr>
                <a:t>教学案例</a:t>
              </a:r>
              <a:r>
                <a:rPr lang="en-US" altLang="zh-CN" sz="1800" dirty="0">
                  <a:solidFill>
                    <a:srgbClr val="336699"/>
                  </a:solidFill>
                  <a:effectLst>
                    <a:outerShdw blurRad="38100" dist="38100" dir="2700000" algn="tl">
                      <a:srgbClr val="C0C0C0"/>
                    </a:outerShdw>
                  </a:effectLst>
                  <a:ea typeface="宋体" pitchFamily="2" charset="-122"/>
                </a:rPr>
                <a:t> </a:t>
              </a:r>
              <a:r>
                <a:rPr lang="en-US" altLang="zh-CN" sz="1800" dirty="0">
                  <a:solidFill>
                    <a:srgbClr val="336699"/>
                  </a:solidFill>
                  <a:effectLst>
                    <a:outerShdw blurRad="38100" dist="38100" dir="2700000" algn="tl">
                      <a:srgbClr val="C0C0C0"/>
                    </a:outerShdw>
                  </a:effectLst>
                  <a:latin typeface="Times New Roman" panose="02020603050405020304"/>
                  <a:ea typeface="宋体" pitchFamily="2" charset="-122"/>
                </a:rPr>
                <a:t>…</a:t>
              </a:r>
              <a:endParaRPr lang="en-US" altLang="zh-CN" sz="1800" dirty="0">
                <a:solidFill>
                  <a:srgbClr val="336699"/>
                </a:solidFill>
                <a:effectLst>
                  <a:outerShdw blurRad="38100" dist="38100" dir="2700000" algn="tl">
                    <a:srgbClr val="C0C0C0"/>
                  </a:outerShdw>
                </a:effectLst>
                <a:ea typeface="宋体" pitchFamily="2" charset="-122"/>
              </a:endParaRPr>
            </a:p>
          </p:txBody>
        </p:sp>
        <p:sp>
          <p:nvSpPr>
            <p:cNvPr id="40977" name="Freeform 17"/>
            <p:cNvSpPr/>
            <p:nvPr/>
          </p:nvSpPr>
          <p:spPr bwMode="auto">
            <a:xfrm>
              <a:off x="250" y="2447"/>
              <a:ext cx="4808" cy="212"/>
            </a:xfrm>
            <a:custGeom>
              <a:avLst/>
              <a:gdLst>
                <a:gd name="T0" fmla="*/ 0 w 4650"/>
                <a:gd name="T1" fmla="*/ 166 h 212"/>
                <a:gd name="T2" fmla="*/ 727 w 4650"/>
                <a:gd name="T3" fmla="*/ 30 h 212"/>
                <a:gd name="T4" fmla="*/ 4268 w 4650"/>
                <a:gd name="T5" fmla="*/ 30 h 212"/>
                <a:gd name="T6" fmla="*/ 4947 w 4650"/>
                <a:gd name="T7" fmla="*/ 212 h 212"/>
                <a:gd name="T8" fmla="*/ 0 60000 65536"/>
                <a:gd name="T9" fmla="*/ 0 60000 65536"/>
                <a:gd name="T10" fmla="*/ 0 60000 65536"/>
                <a:gd name="T11" fmla="*/ 0 60000 65536"/>
                <a:gd name="T12" fmla="*/ 0 w 4650"/>
                <a:gd name="T13" fmla="*/ 0 h 212"/>
                <a:gd name="T14" fmla="*/ 4650 w 4650"/>
                <a:gd name="T15" fmla="*/ 212 h 212"/>
              </a:gdLst>
              <a:ahLst/>
              <a:cxnLst>
                <a:cxn ang="T8">
                  <a:pos x="T0" y="T1"/>
                </a:cxn>
                <a:cxn ang="T9">
                  <a:pos x="T2" y="T3"/>
                </a:cxn>
                <a:cxn ang="T10">
                  <a:pos x="T4" y="T5"/>
                </a:cxn>
                <a:cxn ang="T11">
                  <a:pos x="T6" y="T7"/>
                </a:cxn>
              </a:cxnLst>
              <a:rect l="T12" t="T13" r="T14" b="T15"/>
              <a:pathLst>
                <a:path w="4650" h="212">
                  <a:moveTo>
                    <a:pt x="0" y="166"/>
                  </a:moveTo>
                  <a:cubicBezTo>
                    <a:pt x="7" y="109"/>
                    <a:pt x="15" y="53"/>
                    <a:pt x="680" y="30"/>
                  </a:cubicBezTo>
                  <a:cubicBezTo>
                    <a:pt x="1345" y="7"/>
                    <a:pt x="3334" y="0"/>
                    <a:pt x="3992" y="30"/>
                  </a:cubicBezTo>
                  <a:cubicBezTo>
                    <a:pt x="4650" y="60"/>
                    <a:pt x="4521" y="182"/>
                    <a:pt x="4627" y="212"/>
                  </a:cubicBezTo>
                </a:path>
              </a:pathLst>
            </a:custGeom>
            <a:noFill/>
            <a:ln w="25400">
              <a:solidFill>
                <a:schemeClr val="hlink"/>
              </a:solidFill>
              <a:miter lim="800000"/>
              <a:tailEnd type="stealth" w="lg" len="lg"/>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cxnSp>
          <p:nvCxnSpPr>
            <p:cNvPr id="40978" name="AutoShape 18"/>
            <p:cNvCxnSpPr>
              <a:cxnSpLocks noChangeShapeType="1"/>
              <a:endCxn id="40984" idx="0"/>
            </p:cNvCxnSpPr>
            <p:nvPr/>
          </p:nvCxnSpPr>
          <p:spPr bwMode="auto">
            <a:xfrm>
              <a:off x="5219" y="2108"/>
              <a:ext cx="88" cy="505"/>
            </a:xfrm>
            <a:prstGeom prst="curvedConnector2">
              <a:avLst/>
            </a:prstGeom>
            <a:noFill/>
            <a:ln w="19050">
              <a:solidFill>
                <a:srgbClr val="800000"/>
              </a:solidFill>
              <a:miter lim="800000"/>
              <a:tailEnd type="stealth" w="lg" len="lg"/>
            </a:ln>
            <a:extLst>
              <a:ext uri="{909E8E84-426E-40DD-AFC4-6F175D3DCCD1}">
                <a14:hiddenFill xmlns:a14="http://schemas.microsoft.com/office/drawing/2010/main">
                  <a:noFill/>
                </a14:hiddenFill>
              </a:ext>
            </a:extLst>
          </p:spPr>
        </p:cxnSp>
        <p:sp>
          <p:nvSpPr>
            <p:cNvPr id="109" name="Text Box 19"/>
            <p:cNvSpPr txBox="1">
              <a:spLocks noChangeArrowheads="1"/>
            </p:cNvSpPr>
            <p:nvPr/>
          </p:nvSpPr>
          <p:spPr bwMode="auto">
            <a:xfrm>
              <a:off x="1384" y="2795"/>
              <a:ext cx="2631" cy="290"/>
            </a:xfrm>
            <a:prstGeom prst="rect">
              <a:avLst/>
            </a:prstGeom>
            <a:noFill/>
            <a:ln w="9525">
              <a:noFill/>
              <a:miter lim="800000"/>
            </a:ln>
            <a:effectLst/>
          </p:spPr>
          <p:txBody>
            <a:bodyPr>
              <a:spAutoFit/>
            </a:bodyPr>
            <a:lstStyle/>
            <a:p>
              <a:pPr algn="ctr">
                <a:spcBef>
                  <a:spcPct val="50000"/>
                </a:spcBef>
                <a:defRPr/>
              </a:pPr>
              <a:r>
                <a:rPr lang="zh-CN" altLang="en-US" sz="3200" u="sng" dirty="0">
                  <a:solidFill>
                    <a:srgbClr val="660066"/>
                  </a:solidFill>
                  <a:effectLst>
                    <a:outerShdw blurRad="38100" dist="38100" dir="2700000" algn="tl">
                      <a:srgbClr val="C0C0C0"/>
                    </a:outerShdw>
                  </a:effectLst>
                  <a:ea typeface="隶书" pitchFamily="49" charset="-122"/>
                </a:rPr>
                <a:t>学 习 路 线 图</a:t>
              </a:r>
              <a:endParaRPr lang="zh-CN" altLang="en-US" sz="3200" u="sng" dirty="0">
                <a:solidFill>
                  <a:srgbClr val="660066"/>
                </a:solidFill>
                <a:effectLst>
                  <a:outerShdw blurRad="38100" dist="38100" dir="2700000" algn="tl">
                    <a:srgbClr val="C0C0C0"/>
                  </a:outerShdw>
                </a:effectLst>
                <a:ea typeface="隶书" pitchFamily="49" charset="-122"/>
              </a:endParaRPr>
            </a:p>
          </p:txBody>
        </p:sp>
        <p:grpSp>
          <p:nvGrpSpPr>
            <p:cNvPr id="40980" name="Group 20"/>
            <p:cNvGrpSpPr/>
            <p:nvPr/>
          </p:nvGrpSpPr>
          <p:grpSpPr bwMode="auto">
            <a:xfrm>
              <a:off x="2381" y="1343"/>
              <a:ext cx="908" cy="998"/>
              <a:chOff x="2154" y="1253"/>
              <a:chExt cx="908" cy="998"/>
            </a:xfrm>
          </p:grpSpPr>
          <p:sp>
            <p:nvSpPr>
              <p:cNvPr id="41005" name="Rectangle 21"/>
              <p:cNvSpPr>
                <a:spLocks noChangeArrowheads="1"/>
              </p:cNvSpPr>
              <p:nvPr/>
            </p:nvSpPr>
            <p:spPr bwMode="auto">
              <a:xfrm>
                <a:off x="2200" y="1253"/>
                <a:ext cx="817" cy="998"/>
              </a:xfrm>
              <a:prstGeom prst="rect">
                <a:avLst/>
              </a:prstGeom>
              <a:solidFill>
                <a:srgbClr val="99CCFF"/>
              </a:solidFill>
              <a:ln w="9525">
                <a:solidFill>
                  <a:srgbClr val="666699"/>
                </a:solidFill>
                <a:miter lim="800000"/>
              </a:ln>
            </p:spPr>
            <p:txBody>
              <a:bodyPr wrap="none" anchor="ctr"/>
              <a:lstStyle/>
              <a:p>
                <a:endParaRPr lang="zh-CN" altLang="en-US"/>
              </a:p>
            </p:txBody>
          </p:sp>
          <p:pic>
            <p:nvPicPr>
              <p:cNvPr id="41006" name="Picture 2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0" y="1705"/>
                <a:ext cx="862"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07" name="Picture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4" y="1253"/>
                <a:ext cx="816"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0981" name="Group 24"/>
            <p:cNvGrpSpPr/>
            <p:nvPr/>
          </p:nvGrpSpPr>
          <p:grpSpPr bwMode="auto">
            <a:xfrm>
              <a:off x="3676" y="1242"/>
              <a:ext cx="1543" cy="1198"/>
              <a:chOff x="3560" y="1152"/>
              <a:chExt cx="1543" cy="1198"/>
            </a:xfrm>
          </p:grpSpPr>
          <p:sp>
            <p:nvSpPr>
              <p:cNvPr id="40999" name="Rectangle 25"/>
              <p:cNvSpPr>
                <a:spLocks noChangeArrowheads="1"/>
              </p:cNvSpPr>
              <p:nvPr/>
            </p:nvSpPr>
            <p:spPr bwMode="auto">
              <a:xfrm>
                <a:off x="3561" y="1152"/>
                <a:ext cx="1542" cy="1198"/>
              </a:xfrm>
              <a:prstGeom prst="rect">
                <a:avLst/>
              </a:prstGeom>
              <a:solidFill>
                <a:srgbClr val="99CCFF"/>
              </a:solidFill>
              <a:ln w="9525">
                <a:solidFill>
                  <a:srgbClr val="666699"/>
                </a:solidFill>
                <a:miter lim="800000"/>
              </a:ln>
            </p:spPr>
            <p:txBody>
              <a:bodyPr wrap="none" anchor="ctr"/>
              <a:lstStyle/>
              <a:p>
                <a:endParaRPr lang="zh-CN" altLang="en-US"/>
              </a:p>
            </p:txBody>
          </p:sp>
          <p:pic>
            <p:nvPicPr>
              <p:cNvPr id="41000" name="Picture 2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60" y="1207"/>
                <a:ext cx="544"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01" name="Picture 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32" y="1797"/>
                <a:ext cx="771"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02" name="Picture 2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59" y="1253"/>
                <a:ext cx="544"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03" name="Picture 2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59" y="1194"/>
                <a:ext cx="544"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04" name="Picture 30"/>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561" y="1797"/>
                <a:ext cx="816"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40982" name="AutoShape 31"/>
            <p:cNvCxnSpPr>
              <a:cxnSpLocks noChangeShapeType="1"/>
              <a:stCxn id="41008" idx="3"/>
              <a:endCxn id="41005" idx="1"/>
            </p:cNvCxnSpPr>
            <p:nvPr/>
          </p:nvCxnSpPr>
          <p:spPr bwMode="auto">
            <a:xfrm>
              <a:off x="2260" y="1842"/>
              <a:ext cx="167" cy="0"/>
            </a:xfrm>
            <a:prstGeom prst="straightConnector1">
              <a:avLst/>
            </a:prstGeom>
            <a:noFill/>
            <a:ln w="19050">
              <a:solidFill>
                <a:srgbClr val="800000"/>
              </a:solidFill>
              <a:miter lim="800000"/>
              <a:tailEnd type="stealth" w="lg" len="lg"/>
            </a:ln>
            <a:extLst>
              <a:ext uri="{909E8E84-426E-40DD-AFC4-6F175D3DCCD1}">
                <a14:hiddenFill xmlns:a14="http://schemas.microsoft.com/office/drawing/2010/main">
                  <a:noFill/>
                </a14:hiddenFill>
              </a:ext>
            </a:extLst>
          </p:spPr>
        </p:cxnSp>
        <p:sp>
          <p:nvSpPr>
            <p:cNvPr id="40983" name="Line 32"/>
            <p:cNvSpPr>
              <a:spLocks noChangeShapeType="1"/>
            </p:cNvSpPr>
            <p:nvPr/>
          </p:nvSpPr>
          <p:spPr bwMode="auto">
            <a:xfrm>
              <a:off x="3788" y="1842"/>
              <a:ext cx="1406" cy="0"/>
            </a:xfrm>
            <a:prstGeom prst="line">
              <a:avLst/>
            </a:prstGeom>
            <a:noFill/>
            <a:ln w="25400" cap="rnd">
              <a:solidFill>
                <a:srgbClr val="008080"/>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0984" name="Rectangle 33"/>
            <p:cNvSpPr>
              <a:spLocks noChangeArrowheads="1"/>
            </p:cNvSpPr>
            <p:nvPr/>
          </p:nvSpPr>
          <p:spPr bwMode="auto">
            <a:xfrm>
              <a:off x="5012" y="2613"/>
              <a:ext cx="590" cy="499"/>
            </a:xfrm>
            <a:prstGeom prst="rect">
              <a:avLst/>
            </a:prstGeom>
            <a:solidFill>
              <a:srgbClr val="99CCFF"/>
            </a:solidFill>
            <a:ln w="9525">
              <a:solidFill>
                <a:srgbClr val="666699"/>
              </a:solidFill>
              <a:miter lim="800000"/>
            </a:ln>
          </p:spPr>
          <p:txBody>
            <a:bodyPr wrap="none" anchor="ctr"/>
            <a:lstStyle/>
            <a:p>
              <a:pPr algn="ctr">
                <a:lnSpc>
                  <a:spcPct val="50000"/>
                </a:lnSpc>
              </a:pPr>
              <a:r>
                <a:rPr lang="en-US" altLang="zh-CN" b="0">
                  <a:latin typeface="Times New Roman" panose="02020603050405020304" charset="0"/>
                </a:rPr>
                <a:t>……</a:t>
              </a:r>
              <a:br>
                <a:rPr lang="en-US" altLang="zh-CN" b="0"/>
              </a:br>
              <a:r>
                <a:rPr lang="en-US" altLang="zh-CN" b="0">
                  <a:latin typeface="Times New Roman" panose="02020603050405020304" charset="0"/>
                </a:rPr>
                <a:t>……</a:t>
              </a:r>
              <a:br>
                <a:rPr lang="en-US" altLang="zh-CN" b="0"/>
              </a:br>
              <a:r>
                <a:rPr lang="en-US" altLang="zh-CN" b="0">
                  <a:latin typeface="Times New Roman" panose="02020603050405020304" charset="0"/>
                </a:rPr>
                <a:t>……</a:t>
              </a:r>
              <a:br>
                <a:rPr lang="en-US" altLang="zh-CN" b="0"/>
              </a:br>
              <a:r>
                <a:rPr lang="en-US" altLang="zh-CN" b="0">
                  <a:latin typeface="Times New Roman" panose="02020603050405020304" charset="0"/>
                </a:rPr>
                <a:t>……</a:t>
              </a:r>
              <a:endParaRPr lang="en-US" altLang="zh-CN" b="0"/>
            </a:p>
          </p:txBody>
        </p:sp>
        <p:grpSp>
          <p:nvGrpSpPr>
            <p:cNvPr id="40985" name="Group 34"/>
            <p:cNvGrpSpPr/>
            <p:nvPr/>
          </p:nvGrpSpPr>
          <p:grpSpPr bwMode="auto">
            <a:xfrm>
              <a:off x="784" y="1615"/>
              <a:ext cx="952" cy="454"/>
              <a:chOff x="784" y="1615"/>
              <a:chExt cx="952" cy="454"/>
            </a:xfrm>
          </p:grpSpPr>
          <p:sp>
            <p:nvSpPr>
              <p:cNvPr id="40997" name="Rectangle 35"/>
              <p:cNvSpPr>
                <a:spLocks noChangeArrowheads="1"/>
              </p:cNvSpPr>
              <p:nvPr/>
            </p:nvSpPr>
            <p:spPr bwMode="auto">
              <a:xfrm>
                <a:off x="818" y="1615"/>
                <a:ext cx="635" cy="454"/>
              </a:xfrm>
              <a:prstGeom prst="rect">
                <a:avLst/>
              </a:prstGeom>
              <a:solidFill>
                <a:srgbClr val="99CCFF"/>
              </a:solidFill>
              <a:ln w="9525">
                <a:solidFill>
                  <a:srgbClr val="666699"/>
                </a:solidFill>
                <a:miter lim="800000"/>
              </a:ln>
            </p:spPr>
            <p:txBody>
              <a:bodyPr wrap="none" anchor="ctr"/>
              <a:lstStyle/>
              <a:p>
                <a:endParaRPr lang="zh-CN" altLang="en-US"/>
              </a:p>
            </p:txBody>
          </p:sp>
          <p:pic>
            <p:nvPicPr>
              <p:cNvPr id="40998" name="Picture 36"/>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84" y="1657"/>
                <a:ext cx="952"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0986" name="Group 37"/>
            <p:cNvGrpSpPr/>
            <p:nvPr/>
          </p:nvGrpSpPr>
          <p:grpSpPr bwMode="auto">
            <a:xfrm>
              <a:off x="113" y="1117"/>
              <a:ext cx="5262" cy="1590"/>
              <a:chOff x="113" y="1117"/>
              <a:chExt cx="5262" cy="1590"/>
            </a:xfrm>
          </p:grpSpPr>
          <p:sp>
            <p:nvSpPr>
              <p:cNvPr id="117" name="Text Box 38"/>
              <p:cNvSpPr txBox="1">
                <a:spLocks noChangeArrowheads="1"/>
              </p:cNvSpPr>
              <p:nvPr/>
            </p:nvSpPr>
            <p:spPr bwMode="auto">
              <a:xfrm>
                <a:off x="113" y="1162"/>
                <a:ext cx="226" cy="229"/>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a:solidFill>
                      <a:srgbClr val="FF0000"/>
                    </a:solidFill>
                    <a:effectLst>
                      <a:outerShdw blurRad="38100" dist="38100" dir="2700000" algn="tl">
                        <a:srgbClr val="C0C0C0"/>
                      </a:outerShdw>
                    </a:effectLst>
                  </a:rPr>
                  <a:t>1</a:t>
                </a:r>
                <a:endParaRPr lang="en-US" altLang="zh-CN">
                  <a:solidFill>
                    <a:srgbClr val="FF0000"/>
                  </a:solidFill>
                  <a:effectLst>
                    <a:outerShdw blurRad="38100" dist="38100" dir="2700000" algn="tl">
                      <a:srgbClr val="C0C0C0"/>
                    </a:outerShdw>
                  </a:effectLst>
                </a:endParaRPr>
              </a:p>
            </p:txBody>
          </p:sp>
          <p:sp>
            <p:nvSpPr>
              <p:cNvPr id="118" name="Text Box 39"/>
              <p:cNvSpPr txBox="1">
                <a:spLocks noChangeArrowheads="1"/>
              </p:cNvSpPr>
              <p:nvPr/>
            </p:nvSpPr>
            <p:spPr bwMode="auto">
              <a:xfrm>
                <a:off x="113" y="1827"/>
                <a:ext cx="226" cy="229"/>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a:solidFill>
                      <a:srgbClr val="FF0000"/>
                    </a:solidFill>
                    <a:effectLst>
                      <a:outerShdw blurRad="38100" dist="38100" dir="2700000" algn="tl">
                        <a:srgbClr val="C0C0C0"/>
                      </a:outerShdw>
                    </a:effectLst>
                  </a:rPr>
                  <a:t>2</a:t>
                </a:r>
                <a:endParaRPr lang="en-US" altLang="zh-CN">
                  <a:solidFill>
                    <a:srgbClr val="FF0000"/>
                  </a:solidFill>
                  <a:effectLst>
                    <a:outerShdw blurRad="38100" dist="38100" dir="2700000" algn="tl">
                      <a:srgbClr val="C0C0C0"/>
                    </a:outerShdw>
                  </a:effectLst>
                </a:endParaRPr>
              </a:p>
            </p:txBody>
          </p:sp>
          <p:sp>
            <p:nvSpPr>
              <p:cNvPr id="119" name="Text Box 40"/>
              <p:cNvSpPr txBox="1">
                <a:spLocks noChangeArrowheads="1"/>
              </p:cNvSpPr>
              <p:nvPr/>
            </p:nvSpPr>
            <p:spPr bwMode="auto">
              <a:xfrm>
                <a:off x="884" y="1480"/>
                <a:ext cx="226" cy="229"/>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a:solidFill>
                      <a:srgbClr val="FF0000"/>
                    </a:solidFill>
                    <a:effectLst>
                      <a:outerShdw blurRad="38100" dist="38100" dir="2700000" algn="tl">
                        <a:srgbClr val="C0C0C0"/>
                      </a:outerShdw>
                    </a:effectLst>
                  </a:rPr>
                  <a:t>3</a:t>
                </a:r>
                <a:endParaRPr lang="en-US" altLang="zh-CN">
                  <a:solidFill>
                    <a:srgbClr val="FF0000"/>
                  </a:solidFill>
                  <a:effectLst>
                    <a:outerShdw blurRad="38100" dist="38100" dir="2700000" algn="tl">
                      <a:srgbClr val="C0C0C0"/>
                    </a:outerShdw>
                  </a:effectLst>
                </a:endParaRPr>
              </a:p>
            </p:txBody>
          </p:sp>
          <p:sp>
            <p:nvSpPr>
              <p:cNvPr id="120" name="Text Box 41"/>
              <p:cNvSpPr txBox="1">
                <a:spLocks noChangeArrowheads="1"/>
              </p:cNvSpPr>
              <p:nvPr/>
            </p:nvSpPr>
            <p:spPr bwMode="auto">
              <a:xfrm>
                <a:off x="1701" y="1464"/>
                <a:ext cx="226" cy="229"/>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a:solidFill>
                      <a:schemeClr val="hlink"/>
                    </a:solidFill>
                    <a:effectLst>
                      <a:outerShdw blurRad="38100" dist="38100" dir="2700000" algn="tl">
                        <a:srgbClr val="C0C0C0"/>
                      </a:outerShdw>
                    </a:effectLst>
                  </a:rPr>
                  <a:t>4</a:t>
                </a:r>
                <a:endParaRPr lang="en-US" altLang="zh-CN">
                  <a:solidFill>
                    <a:schemeClr val="hlink"/>
                  </a:solidFill>
                  <a:effectLst>
                    <a:outerShdw blurRad="38100" dist="38100" dir="2700000" algn="tl">
                      <a:srgbClr val="C0C0C0"/>
                    </a:outerShdw>
                  </a:effectLst>
                </a:endParaRPr>
              </a:p>
            </p:txBody>
          </p:sp>
          <p:sp>
            <p:nvSpPr>
              <p:cNvPr id="121" name="Text Box 42"/>
              <p:cNvSpPr txBox="1">
                <a:spLocks noChangeArrowheads="1"/>
              </p:cNvSpPr>
              <p:nvPr/>
            </p:nvSpPr>
            <p:spPr bwMode="auto">
              <a:xfrm>
                <a:off x="2472" y="1162"/>
                <a:ext cx="226" cy="229"/>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a:solidFill>
                      <a:srgbClr val="A50021"/>
                    </a:solidFill>
                    <a:effectLst>
                      <a:outerShdw blurRad="38100" dist="38100" dir="2700000" algn="tl">
                        <a:srgbClr val="C0C0C0"/>
                      </a:outerShdw>
                    </a:effectLst>
                  </a:rPr>
                  <a:t>5</a:t>
                </a:r>
                <a:endParaRPr lang="en-US" altLang="zh-CN">
                  <a:solidFill>
                    <a:srgbClr val="A50021"/>
                  </a:solidFill>
                  <a:effectLst>
                    <a:outerShdw blurRad="38100" dist="38100" dir="2700000" algn="tl">
                      <a:srgbClr val="C0C0C0"/>
                    </a:outerShdw>
                  </a:effectLst>
                </a:endParaRPr>
              </a:p>
            </p:txBody>
          </p:sp>
          <p:sp>
            <p:nvSpPr>
              <p:cNvPr id="122" name="Text Box 43"/>
              <p:cNvSpPr txBox="1">
                <a:spLocks noChangeArrowheads="1"/>
              </p:cNvSpPr>
              <p:nvPr/>
            </p:nvSpPr>
            <p:spPr bwMode="auto">
              <a:xfrm>
                <a:off x="3334" y="1373"/>
                <a:ext cx="226" cy="229"/>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a:solidFill>
                      <a:srgbClr val="A50021"/>
                    </a:solidFill>
                    <a:effectLst>
                      <a:outerShdw blurRad="38100" dist="38100" dir="2700000" algn="tl">
                        <a:srgbClr val="C0C0C0"/>
                      </a:outerShdw>
                    </a:effectLst>
                  </a:rPr>
                  <a:t>6</a:t>
                </a:r>
                <a:endParaRPr lang="en-US" altLang="zh-CN">
                  <a:solidFill>
                    <a:srgbClr val="A50021"/>
                  </a:solidFill>
                  <a:effectLst>
                    <a:outerShdw blurRad="38100" dist="38100" dir="2700000" algn="tl">
                      <a:srgbClr val="C0C0C0"/>
                    </a:outerShdw>
                  </a:effectLst>
                </a:endParaRPr>
              </a:p>
            </p:txBody>
          </p:sp>
          <p:sp>
            <p:nvSpPr>
              <p:cNvPr id="123" name="Text Box 44"/>
              <p:cNvSpPr txBox="1">
                <a:spLocks noChangeArrowheads="1"/>
              </p:cNvSpPr>
              <p:nvPr/>
            </p:nvSpPr>
            <p:spPr bwMode="auto">
              <a:xfrm>
                <a:off x="3334" y="1963"/>
                <a:ext cx="226" cy="229"/>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a:solidFill>
                      <a:srgbClr val="A50021"/>
                    </a:solidFill>
                    <a:effectLst>
                      <a:outerShdw blurRad="38100" dist="38100" dir="2700000" algn="tl">
                        <a:srgbClr val="C0C0C0"/>
                      </a:outerShdw>
                    </a:effectLst>
                  </a:rPr>
                  <a:t>7</a:t>
                </a:r>
                <a:endParaRPr lang="en-US" altLang="zh-CN">
                  <a:solidFill>
                    <a:srgbClr val="A50021"/>
                  </a:solidFill>
                  <a:effectLst>
                    <a:outerShdw blurRad="38100" dist="38100" dir="2700000" algn="tl">
                      <a:srgbClr val="C0C0C0"/>
                    </a:outerShdw>
                  </a:effectLst>
                </a:endParaRPr>
              </a:p>
            </p:txBody>
          </p:sp>
          <p:sp>
            <p:nvSpPr>
              <p:cNvPr id="124" name="Text Box 45"/>
              <p:cNvSpPr txBox="1">
                <a:spLocks noChangeArrowheads="1"/>
              </p:cNvSpPr>
              <p:nvPr/>
            </p:nvSpPr>
            <p:spPr bwMode="auto">
              <a:xfrm>
                <a:off x="3833" y="1117"/>
                <a:ext cx="226" cy="229"/>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a:solidFill>
                      <a:srgbClr val="A50021"/>
                    </a:solidFill>
                    <a:effectLst>
                      <a:outerShdw blurRad="38100" dist="38100" dir="2700000" algn="tl">
                        <a:srgbClr val="C0C0C0"/>
                      </a:outerShdw>
                    </a:effectLst>
                  </a:rPr>
                  <a:t>8</a:t>
                </a:r>
                <a:endParaRPr lang="en-US" altLang="zh-CN">
                  <a:solidFill>
                    <a:srgbClr val="A50021"/>
                  </a:solidFill>
                  <a:effectLst>
                    <a:outerShdw blurRad="38100" dist="38100" dir="2700000" algn="tl">
                      <a:srgbClr val="C0C0C0"/>
                    </a:outerShdw>
                  </a:effectLst>
                </a:endParaRPr>
              </a:p>
            </p:txBody>
          </p:sp>
          <p:sp>
            <p:nvSpPr>
              <p:cNvPr id="125" name="Text Box 46"/>
              <p:cNvSpPr txBox="1">
                <a:spLocks noChangeArrowheads="1"/>
              </p:cNvSpPr>
              <p:nvPr/>
            </p:nvSpPr>
            <p:spPr bwMode="auto">
              <a:xfrm>
                <a:off x="3833" y="2251"/>
                <a:ext cx="226" cy="229"/>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a:solidFill>
                      <a:srgbClr val="A50021"/>
                    </a:solidFill>
                    <a:effectLst>
                      <a:outerShdw blurRad="38100" dist="38100" dir="2700000" algn="tl">
                        <a:srgbClr val="C0C0C0"/>
                      </a:outerShdw>
                    </a:effectLst>
                  </a:rPr>
                  <a:t>9</a:t>
                </a:r>
                <a:endParaRPr lang="en-US" altLang="zh-CN">
                  <a:solidFill>
                    <a:srgbClr val="A50021"/>
                  </a:solidFill>
                  <a:effectLst>
                    <a:outerShdw blurRad="38100" dist="38100" dir="2700000" algn="tl">
                      <a:srgbClr val="C0C0C0"/>
                    </a:outerShdw>
                  </a:effectLst>
                </a:endParaRPr>
              </a:p>
            </p:txBody>
          </p:sp>
          <p:sp>
            <p:nvSpPr>
              <p:cNvPr id="126" name="Text Box 47"/>
              <p:cNvSpPr txBox="1">
                <a:spLocks noChangeArrowheads="1"/>
              </p:cNvSpPr>
              <p:nvPr/>
            </p:nvSpPr>
            <p:spPr bwMode="auto">
              <a:xfrm>
                <a:off x="5012" y="2478"/>
                <a:ext cx="363" cy="229"/>
              </a:xfrm>
              <a:prstGeom prst="rect">
                <a:avLst/>
              </a:prstGeom>
              <a:noFill/>
              <a:ln w="9525">
                <a:noFill/>
                <a:miter lim="800000"/>
              </a:ln>
              <a:effectLst/>
            </p:spPr>
            <p:txBody>
              <a:bodyPr>
                <a:spAutoFit/>
              </a:bodyPr>
              <a:lstStyle/>
              <a:p>
                <a:pPr>
                  <a:spcBef>
                    <a:spcPct val="50000"/>
                  </a:spcBef>
                  <a:defRPr/>
                </a:pPr>
                <a:r>
                  <a:rPr lang="en-US" altLang="zh-CN">
                    <a:solidFill>
                      <a:srgbClr val="A50021"/>
                    </a:solidFill>
                    <a:effectLst>
                      <a:outerShdw blurRad="38100" dist="38100" dir="2700000" algn="tl">
                        <a:srgbClr val="C0C0C0"/>
                      </a:outerShdw>
                    </a:effectLst>
                    <a:ea typeface="宋体" pitchFamily="2" charset="-122"/>
                  </a:rPr>
                  <a:t>10</a:t>
                </a:r>
                <a:endParaRPr lang="en-US" altLang="zh-CN">
                  <a:solidFill>
                    <a:srgbClr val="A50021"/>
                  </a:solidFill>
                  <a:effectLst>
                    <a:outerShdw blurRad="38100" dist="38100" dir="2700000" algn="tl">
                      <a:srgbClr val="C0C0C0"/>
                    </a:outerShdw>
                  </a:effectLst>
                  <a:ea typeface="宋体" pitchFamily="2" charset="-122"/>
                </a:endParaRPr>
              </a:p>
            </p:txBody>
          </p:sp>
        </p:grpSp>
      </p:grpSp>
      <p:sp>
        <p:nvSpPr>
          <p:cNvPr id="367653" name="Rectangle 37"/>
          <p:cNvSpPr>
            <a:spLocks noChangeArrowheads="1"/>
          </p:cNvSpPr>
          <p:nvPr/>
        </p:nvSpPr>
        <p:spPr bwMode="auto">
          <a:xfrm>
            <a:off x="1736090" y="2726055"/>
            <a:ext cx="783590" cy="640080"/>
          </a:xfrm>
          <a:prstGeom prst="rect">
            <a:avLst/>
          </a:prstGeom>
          <a:noFill/>
          <a:ln w="2540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67653"/>
                                        </p:tgtEl>
                                        <p:attrNameLst>
                                          <p:attrName>style.visibility</p:attrName>
                                        </p:attrNameLst>
                                      </p:cBhvr>
                                      <p:to>
                                        <p:strVal val="visible"/>
                                      </p:to>
                                    </p:set>
                                    <p:animEffect transition="in" filter="dissolve">
                                      <p:cBhvr>
                                        <p:cTn id="7" dur="500"/>
                                        <p:tgtEl>
                                          <p:spTgt spid="367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53"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Reference textbooks</a:t>
              </a:r>
              <a:endParaRPr lang="en-US" altLang="zh-CN"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849630" y="142811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617085" y="1413423"/>
            <a:ext cx="2971800" cy="4179746"/>
          </a:xfrm>
          <a:prstGeom prst="rect">
            <a:avLst/>
          </a:prstGeom>
        </p:spPr>
      </p:pic>
      <p:sp>
        <p:nvSpPr>
          <p:cNvPr id="2" name="文本框 1"/>
          <p:cNvSpPr txBox="1"/>
          <p:nvPr/>
        </p:nvSpPr>
        <p:spPr>
          <a:xfrm>
            <a:off x="1702435" y="5988050"/>
            <a:ext cx="8473440" cy="429895"/>
          </a:xfrm>
          <a:prstGeom prst="rect">
            <a:avLst/>
          </a:prstGeom>
          <a:noFill/>
        </p:spPr>
        <p:txBody>
          <a:bodyPr wrap="square" rtlCol="0">
            <a:spAutoFit/>
          </a:bodyPr>
          <a:p>
            <a:pPr marL="0" marR="0" lvl="0" indent="0" algn="ctr"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000" dirty="0" smtClean="0">
                <a:sym typeface="+mn-ea"/>
              </a:rPr>
              <a:t>      </a:t>
            </a:r>
            <a:r>
              <a:rPr kumimoji="1" lang="zh-CN" altLang="en-US" sz="2000" dirty="0" smtClean="0">
                <a:sym typeface="+mn-ea"/>
              </a:rPr>
              <a:t>教材</a:t>
            </a:r>
            <a:r>
              <a:rPr kumimoji="1" lang="en-US" altLang="zh-CN" sz="2000" dirty="0" smtClean="0">
                <a:sym typeface="+mn-ea"/>
              </a:rPr>
              <a:t>                                                                        </a:t>
            </a:r>
            <a:endParaRPr kumimoji="1" lang="zh-CN" altLang="en-US" sz="2000" dirty="0" smtClean="0">
              <a:sym typeface="+mn-ea"/>
            </a:endParaRPr>
          </a:p>
        </p:txBody>
      </p:sp>
    </p:spTree>
  </p:cSld>
  <p:clrMapOvr>
    <a:masterClrMapping/>
  </p:clrMapOvr>
  <p:transition spd="slow">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Reference textbooks</a:t>
              </a:r>
              <a:endParaRPr lang="en-US" altLang="zh-CN"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849630" y="142811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694131" y="1341121"/>
            <a:ext cx="10872184" cy="5400675"/>
          </a:xfrm>
        </p:spPr>
        <p:txBody>
          <a:bodyPr/>
          <a:p>
            <a:pPr eaLnBrk="1" hangingPunct="1">
              <a:lnSpc>
                <a:spcPct val="100000"/>
              </a:lnSpc>
            </a:pPr>
            <a:r>
              <a:rPr lang="en-US" altLang="zh-CN" sz="2400" dirty="0"/>
              <a:t>Applying UML and Patterns - An Introduction to Object-Oriented Analysis and Design</a:t>
            </a:r>
            <a:endParaRPr lang="en-US" altLang="zh-CN" sz="2400" dirty="0"/>
          </a:p>
          <a:p>
            <a:pPr lvl="1" eaLnBrk="1" hangingPunct="1">
              <a:lnSpc>
                <a:spcPct val="100000"/>
              </a:lnSpc>
            </a:pPr>
            <a:r>
              <a:rPr lang="en-US" altLang="zh-CN" sz="2400" dirty="0"/>
              <a:t>UML</a:t>
            </a:r>
            <a:r>
              <a:rPr lang="zh-CN" altLang="en-US" sz="2400" dirty="0"/>
              <a:t>和模式应用</a:t>
            </a:r>
            <a:r>
              <a:rPr lang="en-US" altLang="zh-CN" sz="2400" dirty="0"/>
              <a:t>-</a:t>
            </a:r>
            <a:r>
              <a:rPr lang="zh-CN" altLang="en-US" sz="2400" dirty="0"/>
              <a:t>面向对象分析与设计导论</a:t>
            </a:r>
            <a:endParaRPr lang="en-US" altLang="zh-CN" sz="2400" dirty="0"/>
          </a:p>
          <a:p>
            <a:pPr eaLnBrk="1" hangingPunct="1">
              <a:lnSpc>
                <a:spcPct val="100000"/>
              </a:lnSpc>
            </a:pPr>
            <a:r>
              <a:rPr lang="en-US" altLang="zh-CN" sz="2400" dirty="0"/>
              <a:t>Object-Oriented Analysis and Design with Applications (3</a:t>
            </a:r>
            <a:r>
              <a:rPr lang="en-US" altLang="zh-CN" sz="2400" baseline="30000" dirty="0"/>
              <a:t>rd</a:t>
            </a:r>
            <a:r>
              <a:rPr lang="en-US" altLang="zh-CN" sz="2400" dirty="0"/>
              <a:t>)</a:t>
            </a:r>
            <a:endParaRPr lang="en-US" altLang="zh-CN" sz="2400" dirty="0"/>
          </a:p>
          <a:p>
            <a:pPr lvl="1" eaLnBrk="1" hangingPunct="1">
              <a:lnSpc>
                <a:spcPct val="100000"/>
              </a:lnSpc>
            </a:pPr>
            <a:r>
              <a:rPr lang="zh-CN" altLang="en-US" sz="2400" dirty="0"/>
              <a:t>面向对象分析与设计</a:t>
            </a:r>
            <a:r>
              <a:rPr lang="en-US" altLang="zh-CN" sz="2400" dirty="0"/>
              <a:t>(</a:t>
            </a:r>
            <a:r>
              <a:rPr lang="zh-CN" altLang="en-US" sz="2400" dirty="0"/>
              <a:t>第</a:t>
            </a:r>
            <a:r>
              <a:rPr lang="en-US" altLang="zh-CN" sz="2400" dirty="0"/>
              <a:t>3</a:t>
            </a:r>
            <a:r>
              <a:rPr lang="zh-CN" altLang="en-US" sz="2400" dirty="0"/>
              <a:t>版</a:t>
            </a:r>
            <a:r>
              <a:rPr lang="en-US" altLang="zh-CN" sz="2400" dirty="0"/>
              <a:t>)</a:t>
            </a:r>
            <a:r>
              <a:rPr lang="zh-CN" altLang="en-US" sz="2400" dirty="0"/>
              <a:t>，</a:t>
            </a:r>
            <a:r>
              <a:rPr lang="en-US" altLang="zh-CN" sz="2400" dirty="0"/>
              <a:t>UML</a:t>
            </a:r>
            <a:r>
              <a:rPr lang="zh-CN" altLang="en-US" sz="2400" dirty="0"/>
              <a:t>创始人</a:t>
            </a:r>
            <a:r>
              <a:rPr lang="en-US" altLang="zh-CN" sz="2400" dirty="0"/>
              <a:t>Grady </a:t>
            </a:r>
            <a:r>
              <a:rPr lang="en-US" altLang="zh-CN" sz="2400" dirty="0" err="1"/>
              <a:t>Booch</a:t>
            </a:r>
            <a:r>
              <a:rPr lang="zh-CN" altLang="en-US" sz="2400" dirty="0"/>
              <a:t>的代表作</a:t>
            </a:r>
            <a:endParaRPr lang="en-US" altLang="zh-CN" sz="2400" dirty="0"/>
          </a:p>
          <a:p>
            <a:pPr eaLnBrk="1" hangingPunct="1">
              <a:lnSpc>
                <a:spcPct val="100000"/>
              </a:lnSpc>
            </a:pPr>
            <a:r>
              <a:rPr lang="en-US" altLang="zh-CN" sz="2400" dirty="0"/>
              <a:t>The Unified Modeling Language User Guide</a:t>
            </a:r>
            <a:r>
              <a:rPr lang="zh-CN" altLang="en-US" sz="2400" dirty="0"/>
              <a:t>（</a:t>
            </a:r>
            <a:r>
              <a:rPr lang="en-US" altLang="zh-CN" sz="2400" dirty="0"/>
              <a:t>UML</a:t>
            </a:r>
            <a:r>
              <a:rPr lang="zh-CN" altLang="en-US" sz="2400" dirty="0"/>
              <a:t>用户指南，第二版）</a:t>
            </a:r>
            <a:endParaRPr lang="zh-CN" altLang="en-US" sz="2400" dirty="0"/>
          </a:p>
          <a:p>
            <a:pPr lvl="1" eaLnBrk="1" hangingPunct="1">
              <a:lnSpc>
                <a:spcPct val="100000"/>
              </a:lnSpc>
            </a:pPr>
            <a:r>
              <a:rPr lang="en-US" altLang="zh-CN" sz="2400" dirty="0"/>
              <a:t>Grady </a:t>
            </a:r>
            <a:r>
              <a:rPr lang="en-US" altLang="zh-CN" sz="2400" dirty="0" err="1"/>
              <a:t>Booch</a:t>
            </a:r>
            <a:r>
              <a:rPr lang="en-US" altLang="zh-CN" sz="2400" dirty="0"/>
              <a:t>, James </a:t>
            </a:r>
            <a:r>
              <a:rPr lang="en-US" altLang="zh-CN" sz="2400" dirty="0" err="1"/>
              <a:t>Rumbaugh</a:t>
            </a:r>
            <a:r>
              <a:rPr lang="en-US" altLang="zh-CN" sz="2400" dirty="0"/>
              <a:t>, </a:t>
            </a:r>
            <a:r>
              <a:rPr lang="en-US" altLang="zh-CN" sz="2400" dirty="0" err="1"/>
              <a:t>Ivar</a:t>
            </a:r>
            <a:r>
              <a:rPr lang="en-US" altLang="zh-CN" sz="2400" dirty="0"/>
              <a:t> Jacobson</a:t>
            </a:r>
            <a:endParaRPr lang="en-US" altLang="zh-CN" sz="2400" dirty="0"/>
          </a:p>
          <a:p>
            <a:pPr eaLnBrk="1" hangingPunct="1">
              <a:lnSpc>
                <a:spcPct val="100000"/>
              </a:lnSpc>
            </a:pPr>
            <a:r>
              <a:rPr lang="en-US" altLang="zh-CN" sz="2400" dirty="0"/>
              <a:t>UML Distilled (3</a:t>
            </a:r>
            <a:r>
              <a:rPr lang="en-US" altLang="zh-CN" sz="2400" baseline="30000" dirty="0"/>
              <a:t>rd</a:t>
            </a:r>
            <a:r>
              <a:rPr lang="en-US" altLang="zh-CN" sz="2400" dirty="0"/>
              <a:t>): A Brief Guide to the Standard Object Modeling Language</a:t>
            </a:r>
            <a:endParaRPr lang="en-US" altLang="zh-CN" sz="2400" dirty="0"/>
          </a:p>
          <a:p>
            <a:pPr lvl="1" eaLnBrk="1" hangingPunct="1">
              <a:lnSpc>
                <a:spcPct val="100000"/>
              </a:lnSpc>
            </a:pPr>
            <a:r>
              <a:rPr lang="en-US" altLang="zh-CN" sz="2400" dirty="0"/>
              <a:t>UML</a:t>
            </a:r>
            <a:r>
              <a:rPr lang="zh-CN" altLang="en-US" sz="2400" dirty="0"/>
              <a:t>精粹：标准对象建模语言简明指南</a:t>
            </a:r>
            <a:endParaRPr lang="zh-CN" altLang="en-US" sz="2400" dirty="0"/>
          </a:p>
          <a:p>
            <a:pPr lvl="1" eaLnBrk="1" hangingPunct="1"/>
            <a:endParaRPr lang="en-US" altLang="zh-CN" sz="2000" dirty="0"/>
          </a:p>
          <a:p>
            <a:pPr lvl="1" eaLnBrk="1" hangingPunct="1"/>
            <a:endParaRPr lang="zh-CN" altLang="en-US" sz="2400" dirty="0"/>
          </a:p>
        </p:txBody>
      </p:sp>
    </p:spTree>
  </p:cSld>
  <p:clrMapOvr>
    <a:masterClrMapping/>
  </p:clrMapOvr>
  <p:transition spd="slow">
    <p:rand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Class Policies</a:t>
              </a:r>
              <a:endParaRPr lang="en-US" altLang="zh-CN" sz="3200" b="1" dirty="0">
                <a:solidFill>
                  <a:schemeClr val="tx2">
                    <a:lumMod val="75000"/>
                  </a:schemeClr>
                </a:solidFill>
                <a:latin typeface="+mj-lt"/>
                <a:ea typeface="黑体" panose="02010609060101010101" pitchFamily="49" charset="-122"/>
                <a:cs typeface="+mj-lt"/>
              </a:endParaRPr>
            </a:p>
          </p:txBody>
        </p:sp>
      </p:grpSp>
      <p:grpSp>
        <p:nvGrpSpPr>
          <p:cNvPr id="24" name="组合 23"/>
          <p:cNvGrpSpPr/>
          <p:nvPr/>
        </p:nvGrpSpPr>
        <p:grpSpPr>
          <a:xfrm>
            <a:off x="1615440" y="4332605"/>
            <a:ext cx="9739630" cy="1512570"/>
            <a:chOff x="1973" y="3126"/>
            <a:chExt cx="15338" cy="2382"/>
          </a:xfrm>
        </p:grpSpPr>
        <p:sp>
          <p:nvSpPr>
            <p:cNvPr id="5" name="Freeform 5"/>
            <p:cNvSpPr>
              <a:spLocks noEditPoints="1"/>
            </p:cNvSpPr>
            <p:nvPr/>
          </p:nvSpPr>
          <p:spPr bwMode="auto">
            <a:xfrm>
              <a:off x="2150" y="3126"/>
              <a:ext cx="1373" cy="1576"/>
            </a:xfrm>
            <a:custGeom>
              <a:avLst/>
              <a:gdLst>
                <a:gd name="T0" fmla="*/ 441 w 692"/>
                <a:gd name="T1" fmla="*/ 98 h 782"/>
                <a:gd name="T2" fmla="*/ 343 w 692"/>
                <a:gd name="T3" fmla="*/ 196 h 782"/>
                <a:gd name="T4" fmla="*/ 245 w 692"/>
                <a:gd name="T5" fmla="*/ 196 h 782"/>
                <a:gd name="T6" fmla="*/ 147 w 692"/>
                <a:gd name="T7" fmla="*/ 98 h 782"/>
                <a:gd name="T8" fmla="*/ 245 w 692"/>
                <a:gd name="T9" fmla="*/ 0 h 782"/>
                <a:gd name="T10" fmla="*/ 343 w 692"/>
                <a:gd name="T11" fmla="*/ 0 h 782"/>
                <a:gd name="T12" fmla="*/ 441 w 692"/>
                <a:gd name="T13" fmla="*/ 98 h 782"/>
                <a:gd name="T14" fmla="*/ 575 w 692"/>
                <a:gd name="T15" fmla="*/ 429 h 782"/>
                <a:gd name="T16" fmla="*/ 536 w 692"/>
                <a:gd name="T17" fmla="*/ 424 h 782"/>
                <a:gd name="T18" fmla="*/ 380 w 692"/>
                <a:gd name="T19" fmla="*/ 580 h 782"/>
                <a:gd name="T20" fmla="*/ 503 w 692"/>
                <a:gd name="T21" fmla="*/ 733 h 782"/>
                <a:gd name="T22" fmla="*/ 536 w 692"/>
                <a:gd name="T23" fmla="*/ 736 h 782"/>
                <a:gd name="T24" fmla="*/ 692 w 692"/>
                <a:gd name="T25" fmla="*/ 580 h 782"/>
                <a:gd name="T26" fmla="*/ 575 w 692"/>
                <a:gd name="T27" fmla="*/ 429 h 782"/>
                <a:gd name="T28" fmla="*/ 624 w 692"/>
                <a:gd name="T29" fmla="*/ 558 h 782"/>
                <a:gd name="T30" fmla="*/ 624 w 692"/>
                <a:gd name="T31" fmla="*/ 558 h 782"/>
                <a:gd name="T32" fmla="*/ 575 w 692"/>
                <a:gd name="T33" fmla="*/ 607 h 782"/>
                <a:gd name="T34" fmla="*/ 536 w 692"/>
                <a:gd name="T35" fmla="*/ 646 h 782"/>
                <a:gd name="T36" fmla="*/ 492 w 692"/>
                <a:gd name="T37" fmla="*/ 646 h 782"/>
                <a:gd name="T38" fmla="*/ 447 w 692"/>
                <a:gd name="T39" fmla="*/ 602 h 782"/>
                <a:gd name="T40" fmla="*/ 447 w 692"/>
                <a:gd name="T41" fmla="*/ 558 h 782"/>
                <a:gd name="T42" fmla="*/ 492 w 692"/>
                <a:gd name="T43" fmla="*/ 558 h 782"/>
                <a:gd name="T44" fmla="*/ 514 w 692"/>
                <a:gd name="T45" fmla="*/ 580 h 782"/>
                <a:gd name="T46" fmla="*/ 575 w 692"/>
                <a:gd name="T47" fmla="*/ 519 h 782"/>
                <a:gd name="T48" fmla="*/ 580 w 692"/>
                <a:gd name="T49" fmla="*/ 514 h 782"/>
                <a:gd name="T50" fmla="*/ 624 w 692"/>
                <a:gd name="T51" fmla="*/ 514 h 782"/>
                <a:gd name="T52" fmla="*/ 624 w 692"/>
                <a:gd name="T53" fmla="*/ 558 h 782"/>
                <a:gd name="T54" fmla="*/ 488 w 692"/>
                <a:gd name="T55" fmla="*/ 98 h 782"/>
                <a:gd name="T56" fmla="*/ 490 w 692"/>
                <a:gd name="T57" fmla="*/ 120 h 782"/>
                <a:gd name="T58" fmla="*/ 367 w 692"/>
                <a:gd name="T59" fmla="*/ 243 h 782"/>
                <a:gd name="T60" fmla="*/ 220 w 692"/>
                <a:gd name="T61" fmla="*/ 243 h 782"/>
                <a:gd name="T62" fmla="*/ 98 w 692"/>
                <a:gd name="T63" fmla="*/ 120 h 782"/>
                <a:gd name="T64" fmla="*/ 100 w 692"/>
                <a:gd name="T65" fmla="*/ 98 h 782"/>
                <a:gd name="T66" fmla="*/ 0 w 692"/>
                <a:gd name="T67" fmla="*/ 218 h 782"/>
                <a:gd name="T68" fmla="*/ 0 w 692"/>
                <a:gd name="T69" fmla="*/ 659 h 782"/>
                <a:gd name="T70" fmla="*/ 122 w 692"/>
                <a:gd name="T71" fmla="*/ 782 h 782"/>
                <a:gd name="T72" fmla="*/ 448 w 692"/>
                <a:gd name="T73" fmla="*/ 782 h 782"/>
                <a:gd name="T74" fmla="*/ 315 w 692"/>
                <a:gd name="T75" fmla="*/ 580 h 782"/>
                <a:gd name="T76" fmla="*/ 534 w 692"/>
                <a:gd name="T77" fmla="*/ 361 h 782"/>
                <a:gd name="T78" fmla="*/ 588 w 692"/>
                <a:gd name="T79" fmla="*/ 368 h 782"/>
                <a:gd name="T80" fmla="*/ 588 w 692"/>
                <a:gd name="T81" fmla="*/ 218 h 782"/>
                <a:gd name="T82" fmla="*/ 488 w 692"/>
                <a:gd name="T83" fmla="*/ 98 h 782"/>
                <a:gd name="T84" fmla="*/ 275 w 692"/>
                <a:gd name="T85" fmla="*/ 490 h 782"/>
                <a:gd name="T86" fmla="*/ 275 w 692"/>
                <a:gd name="T87" fmla="*/ 490 h 782"/>
                <a:gd name="T88" fmla="*/ 122 w 692"/>
                <a:gd name="T89" fmla="*/ 490 h 782"/>
                <a:gd name="T90" fmla="*/ 98 w 692"/>
                <a:gd name="T91" fmla="*/ 466 h 782"/>
                <a:gd name="T92" fmla="*/ 122 w 692"/>
                <a:gd name="T93" fmla="*/ 441 h 782"/>
                <a:gd name="T94" fmla="*/ 275 w 692"/>
                <a:gd name="T95" fmla="*/ 441 h 782"/>
                <a:gd name="T96" fmla="*/ 300 w 692"/>
                <a:gd name="T97" fmla="*/ 466 h 782"/>
                <a:gd name="T98" fmla="*/ 275 w 692"/>
                <a:gd name="T99" fmla="*/ 490 h 782"/>
                <a:gd name="T100" fmla="*/ 324 w 692"/>
                <a:gd name="T101" fmla="*/ 392 h 782"/>
                <a:gd name="T102" fmla="*/ 324 w 692"/>
                <a:gd name="T103" fmla="*/ 392 h 782"/>
                <a:gd name="T104" fmla="*/ 122 w 692"/>
                <a:gd name="T105" fmla="*/ 392 h 782"/>
                <a:gd name="T106" fmla="*/ 98 w 692"/>
                <a:gd name="T107" fmla="*/ 368 h 782"/>
                <a:gd name="T108" fmla="*/ 122 w 692"/>
                <a:gd name="T109" fmla="*/ 343 h 782"/>
                <a:gd name="T110" fmla="*/ 324 w 692"/>
                <a:gd name="T111" fmla="*/ 343 h 782"/>
                <a:gd name="T112" fmla="*/ 349 w 692"/>
                <a:gd name="T113" fmla="*/ 368 h 782"/>
                <a:gd name="T114" fmla="*/ 324 w 692"/>
                <a:gd name="T115" fmla="*/ 392 h 7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92" h="782">
                  <a:moveTo>
                    <a:pt x="441" y="98"/>
                  </a:moveTo>
                  <a:cubicBezTo>
                    <a:pt x="441" y="152"/>
                    <a:pt x="397" y="196"/>
                    <a:pt x="343" y="196"/>
                  </a:cubicBezTo>
                  <a:lnTo>
                    <a:pt x="245" y="196"/>
                  </a:lnTo>
                  <a:cubicBezTo>
                    <a:pt x="191" y="196"/>
                    <a:pt x="147" y="152"/>
                    <a:pt x="147" y="98"/>
                  </a:cubicBezTo>
                  <a:cubicBezTo>
                    <a:pt x="147" y="44"/>
                    <a:pt x="191" y="0"/>
                    <a:pt x="245" y="0"/>
                  </a:cubicBezTo>
                  <a:lnTo>
                    <a:pt x="343" y="0"/>
                  </a:lnTo>
                  <a:cubicBezTo>
                    <a:pt x="397" y="0"/>
                    <a:pt x="441" y="44"/>
                    <a:pt x="441" y="98"/>
                  </a:cubicBezTo>
                  <a:close/>
                  <a:moveTo>
                    <a:pt x="575" y="429"/>
                  </a:moveTo>
                  <a:cubicBezTo>
                    <a:pt x="562" y="425"/>
                    <a:pt x="549" y="424"/>
                    <a:pt x="536" y="424"/>
                  </a:cubicBezTo>
                  <a:cubicBezTo>
                    <a:pt x="450" y="424"/>
                    <a:pt x="380" y="494"/>
                    <a:pt x="380" y="580"/>
                  </a:cubicBezTo>
                  <a:cubicBezTo>
                    <a:pt x="380" y="655"/>
                    <a:pt x="432" y="717"/>
                    <a:pt x="503" y="733"/>
                  </a:cubicBezTo>
                  <a:cubicBezTo>
                    <a:pt x="513" y="735"/>
                    <a:pt x="524" y="736"/>
                    <a:pt x="536" y="736"/>
                  </a:cubicBezTo>
                  <a:cubicBezTo>
                    <a:pt x="622" y="736"/>
                    <a:pt x="692" y="666"/>
                    <a:pt x="692" y="580"/>
                  </a:cubicBezTo>
                  <a:cubicBezTo>
                    <a:pt x="692" y="507"/>
                    <a:pt x="642" y="446"/>
                    <a:pt x="575" y="429"/>
                  </a:cubicBezTo>
                  <a:close/>
                  <a:moveTo>
                    <a:pt x="624" y="558"/>
                  </a:moveTo>
                  <a:lnTo>
                    <a:pt x="624" y="558"/>
                  </a:lnTo>
                  <a:lnTo>
                    <a:pt x="575" y="607"/>
                  </a:lnTo>
                  <a:lnTo>
                    <a:pt x="536" y="646"/>
                  </a:lnTo>
                  <a:cubicBezTo>
                    <a:pt x="524" y="658"/>
                    <a:pt x="504" y="658"/>
                    <a:pt x="492" y="646"/>
                  </a:cubicBezTo>
                  <a:lnTo>
                    <a:pt x="447" y="602"/>
                  </a:lnTo>
                  <a:cubicBezTo>
                    <a:pt x="435" y="590"/>
                    <a:pt x="435" y="570"/>
                    <a:pt x="447" y="558"/>
                  </a:cubicBezTo>
                  <a:cubicBezTo>
                    <a:pt x="460" y="546"/>
                    <a:pt x="479" y="546"/>
                    <a:pt x="492" y="558"/>
                  </a:cubicBezTo>
                  <a:lnTo>
                    <a:pt x="514" y="580"/>
                  </a:lnTo>
                  <a:lnTo>
                    <a:pt x="575" y="519"/>
                  </a:lnTo>
                  <a:lnTo>
                    <a:pt x="580" y="514"/>
                  </a:lnTo>
                  <a:cubicBezTo>
                    <a:pt x="592" y="501"/>
                    <a:pt x="612" y="501"/>
                    <a:pt x="624" y="514"/>
                  </a:cubicBezTo>
                  <a:cubicBezTo>
                    <a:pt x="636" y="526"/>
                    <a:pt x="636" y="546"/>
                    <a:pt x="624" y="558"/>
                  </a:cubicBezTo>
                  <a:close/>
                  <a:moveTo>
                    <a:pt x="488" y="98"/>
                  </a:moveTo>
                  <a:cubicBezTo>
                    <a:pt x="489" y="105"/>
                    <a:pt x="490" y="113"/>
                    <a:pt x="490" y="120"/>
                  </a:cubicBezTo>
                  <a:cubicBezTo>
                    <a:pt x="490" y="188"/>
                    <a:pt x="435" y="243"/>
                    <a:pt x="367" y="243"/>
                  </a:cubicBezTo>
                  <a:lnTo>
                    <a:pt x="220" y="243"/>
                  </a:lnTo>
                  <a:cubicBezTo>
                    <a:pt x="153" y="243"/>
                    <a:pt x="98" y="188"/>
                    <a:pt x="98" y="120"/>
                  </a:cubicBezTo>
                  <a:cubicBezTo>
                    <a:pt x="98" y="113"/>
                    <a:pt x="99" y="105"/>
                    <a:pt x="100" y="98"/>
                  </a:cubicBezTo>
                  <a:cubicBezTo>
                    <a:pt x="43" y="109"/>
                    <a:pt x="0" y="158"/>
                    <a:pt x="0" y="218"/>
                  </a:cubicBezTo>
                  <a:lnTo>
                    <a:pt x="0" y="659"/>
                  </a:lnTo>
                  <a:cubicBezTo>
                    <a:pt x="0" y="727"/>
                    <a:pt x="55" y="782"/>
                    <a:pt x="122" y="782"/>
                  </a:cubicBezTo>
                  <a:lnTo>
                    <a:pt x="448" y="782"/>
                  </a:lnTo>
                  <a:cubicBezTo>
                    <a:pt x="370" y="749"/>
                    <a:pt x="315" y="671"/>
                    <a:pt x="315" y="580"/>
                  </a:cubicBezTo>
                  <a:cubicBezTo>
                    <a:pt x="315" y="459"/>
                    <a:pt x="413" y="361"/>
                    <a:pt x="534" y="361"/>
                  </a:cubicBezTo>
                  <a:cubicBezTo>
                    <a:pt x="553" y="361"/>
                    <a:pt x="571" y="364"/>
                    <a:pt x="588" y="368"/>
                  </a:cubicBezTo>
                  <a:lnTo>
                    <a:pt x="588" y="218"/>
                  </a:lnTo>
                  <a:cubicBezTo>
                    <a:pt x="588" y="158"/>
                    <a:pt x="545" y="109"/>
                    <a:pt x="488" y="98"/>
                  </a:cubicBezTo>
                  <a:close/>
                  <a:moveTo>
                    <a:pt x="275" y="490"/>
                  </a:moveTo>
                  <a:lnTo>
                    <a:pt x="275" y="490"/>
                  </a:lnTo>
                  <a:lnTo>
                    <a:pt x="122" y="490"/>
                  </a:lnTo>
                  <a:cubicBezTo>
                    <a:pt x="109" y="490"/>
                    <a:pt x="98" y="479"/>
                    <a:pt x="98" y="466"/>
                  </a:cubicBezTo>
                  <a:cubicBezTo>
                    <a:pt x="98" y="452"/>
                    <a:pt x="109" y="441"/>
                    <a:pt x="122" y="441"/>
                  </a:cubicBezTo>
                  <a:lnTo>
                    <a:pt x="275" y="441"/>
                  </a:lnTo>
                  <a:cubicBezTo>
                    <a:pt x="289" y="441"/>
                    <a:pt x="300" y="452"/>
                    <a:pt x="300" y="466"/>
                  </a:cubicBezTo>
                  <a:cubicBezTo>
                    <a:pt x="300" y="479"/>
                    <a:pt x="289" y="490"/>
                    <a:pt x="275" y="490"/>
                  </a:cubicBezTo>
                  <a:close/>
                  <a:moveTo>
                    <a:pt x="324" y="392"/>
                  </a:moveTo>
                  <a:lnTo>
                    <a:pt x="324" y="392"/>
                  </a:lnTo>
                  <a:lnTo>
                    <a:pt x="122" y="392"/>
                  </a:lnTo>
                  <a:cubicBezTo>
                    <a:pt x="109" y="392"/>
                    <a:pt x="98" y="381"/>
                    <a:pt x="98" y="368"/>
                  </a:cubicBezTo>
                  <a:cubicBezTo>
                    <a:pt x="98" y="354"/>
                    <a:pt x="109" y="343"/>
                    <a:pt x="122" y="343"/>
                  </a:cubicBezTo>
                  <a:lnTo>
                    <a:pt x="324" y="343"/>
                  </a:lnTo>
                  <a:cubicBezTo>
                    <a:pt x="338" y="343"/>
                    <a:pt x="349" y="354"/>
                    <a:pt x="349" y="368"/>
                  </a:cubicBezTo>
                  <a:cubicBezTo>
                    <a:pt x="349" y="381"/>
                    <a:pt x="338" y="392"/>
                    <a:pt x="324" y="392"/>
                  </a:cubicBezTo>
                  <a:close/>
                </a:path>
              </a:pathLst>
            </a:custGeom>
            <a:solidFill>
              <a:schemeClr val="tx2"/>
            </a:solidFill>
            <a:ln>
              <a:noFill/>
            </a:ln>
          </p:spPr>
          <p:txBody>
            <a:bodyPr vert="horz" wrap="square" lIns="91440" tIns="45720" rIns="91440" bIns="45720" numCol="1" anchor="t" anchorCtr="0" compatLnSpc="1"/>
            <a:p>
              <a:endParaRPr lang="zh-CN" altLang="en-US"/>
            </a:p>
          </p:txBody>
        </p:sp>
        <p:sp>
          <p:nvSpPr>
            <p:cNvPr id="6" name="TextBox 15"/>
            <p:cNvSpPr txBox="1"/>
            <p:nvPr/>
          </p:nvSpPr>
          <p:spPr>
            <a:xfrm>
              <a:off x="1973" y="4880"/>
              <a:ext cx="1677" cy="628"/>
            </a:xfrm>
            <a:prstGeom prst="rect">
              <a:avLst/>
            </a:prstGeom>
            <a:solidFill>
              <a:schemeClr val="accent2"/>
            </a:solidFill>
          </p:spPr>
          <p:txBody>
            <a:bodyPr wrap="square" rtlCol="0">
              <a:spAutoFit/>
            </a:bodyPr>
            <a:p>
              <a:pPr algn="ctr"/>
              <a:r>
                <a:rPr lang="zh-CN" altLang="en-US" sz="2000" b="1" dirty="0">
                  <a:solidFill>
                    <a:schemeClr val="bg1"/>
                  </a:solidFill>
                  <a:latin typeface="+mj-ea"/>
                  <a:ea typeface="+mj-ea"/>
                </a:rPr>
                <a:t>考核</a:t>
              </a:r>
              <a:endParaRPr lang="zh-CN" altLang="en-US" sz="2000" b="1" dirty="0">
                <a:solidFill>
                  <a:schemeClr val="bg1"/>
                </a:solidFill>
                <a:latin typeface="+mj-ea"/>
                <a:ea typeface="+mj-ea"/>
              </a:endParaRPr>
            </a:p>
          </p:txBody>
        </p:sp>
        <p:sp>
          <p:nvSpPr>
            <p:cNvPr id="9" name="矩形 8"/>
            <p:cNvSpPr/>
            <p:nvPr/>
          </p:nvSpPr>
          <p:spPr>
            <a:xfrm>
              <a:off x="4045" y="3238"/>
              <a:ext cx="13266" cy="725"/>
            </a:xfrm>
            <a:prstGeom prst="rect">
              <a:avLst/>
            </a:prstGeom>
          </p:spPr>
          <p:txBody>
            <a:bodyPr wrap="square">
              <a:spAutoFit/>
            </a:bodyPr>
            <a:p>
              <a:pPr marL="285750" indent="-285750" algn="just">
                <a:buFont typeface="Wingdings" panose="05000000000000000000" pitchFamily="2" charset="2"/>
                <a:buChar char="l"/>
              </a:pPr>
              <a:r>
                <a:rPr lang="zh-CN" altLang="en-US" b="1" dirty="0">
                  <a:solidFill>
                    <a:schemeClr val="tx2">
                      <a:lumMod val="75000"/>
                    </a:schemeClr>
                  </a:solidFill>
                  <a:latin typeface="+mj-ea"/>
                  <a:ea typeface="+mj-ea"/>
                </a:rPr>
                <a:t>平时成绩：</a:t>
              </a:r>
              <a:r>
                <a:rPr lang="en-US" altLang="zh-CN" b="1" dirty="0">
                  <a:solidFill>
                    <a:schemeClr val="tx2">
                      <a:lumMod val="75000"/>
                    </a:schemeClr>
                  </a:solidFill>
                  <a:latin typeface="+mj-ea"/>
                  <a:ea typeface="+mj-ea"/>
                </a:rPr>
                <a:t>50%</a:t>
              </a:r>
              <a:r>
                <a:rPr lang="zh-CN" altLang="en-US" b="1" dirty="0">
                  <a:solidFill>
                    <a:schemeClr val="tx2">
                      <a:lumMod val="75000"/>
                    </a:schemeClr>
                  </a:solidFill>
                  <a:latin typeface="+mj-ea"/>
                  <a:ea typeface="+mj-ea"/>
                </a:rPr>
                <a:t>（课堂表现</a:t>
              </a:r>
              <a:r>
                <a:rPr lang="en-US" altLang="zh-CN" b="1" dirty="0">
                  <a:solidFill>
                    <a:schemeClr val="tx2">
                      <a:lumMod val="75000"/>
                    </a:schemeClr>
                  </a:solidFill>
                  <a:latin typeface="+mj-ea"/>
                  <a:ea typeface="+mj-ea"/>
                </a:rPr>
                <a:t>20%+</a:t>
              </a:r>
              <a:r>
                <a:rPr lang="zh-CN" altLang="en-US" b="1" dirty="0">
                  <a:solidFill>
                    <a:schemeClr val="tx2">
                      <a:lumMod val="75000"/>
                    </a:schemeClr>
                  </a:solidFill>
                  <a:latin typeface="+mj-ea"/>
                  <a:ea typeface="+mj-ea"/>
                </a:rPr>
                <a:t>实验报告</a:t>
              </a:r>
              <a:r>
                <a:rPr lang="en-US" altLang="zh-CN" b="1" dirty="0">
                  <a:solidFill>
                    <a:schemeClr val="tx2">
                      <a:lumMod val="75000"/>
                    </a:schemeClr>
                  </a:solidFill>
                  <a:latin typeface="+mj-ea"/>
                  <a:ea typeface="+mj-ea"/>
                </a:rPr>
                <a:t>30%</a:t>
              </a:r>
              <a:r>
                <a:rPr lang="zh-CN" altLang="en-US" b="1" dirty="0">
                  <a:solidFill>
                    <a:schemeClr val="tx2">
                      <a:lumMod val="75000"/>
                    </a:schemeClr>
                  </a:solidFill>
                  <a:latin typeface="+mj-ea"/>
                  <a:ea typeface="+mj-ea"/>
                </a:rPr>
                <a:t>）</a:t>
              </a:r>
              <a:endParaRPr lang="zh-CN" altLang="en-US" b="1" dirty="0">
                <a:solidFill>
                  <a:schemeClr val="tx2">
                    <a:lumMod val="75000"/>
                  </a:schemeClr>
                </a:solidFill>
                <a:latin typeface="+mj-ea"/>
                <a:ea typeface="+mj-ea"/>
              </a:endParaRPr>
            </a:p>
          </p:txBody>
        </p:sp>
        <p:sp>
          <p:nvSpPr>
            <p:cNvPr id="20" name="矩形 19"/>
            <p:cNvSpPr/>
            <p:nvPr/>
          </p:nvSpPr>
          <p:spPr>
            <a:xfrm>
              <a:off x="4045" y="4686"/>
              <a:ext cx="12063" cy="725"/>
            </a:xfrm>
            <a:prstGeom prst="rect">
              <a:avLst/>
            </a:prstGeom>
          </p:spPr>
          <p:txBody>
            <a:bodyPr wrap="square">
              <a:spAutoFit/>
            </a:bodyPr>
            <a:p>
              <a:pPr marL="285750" indent="-285750" algn="just">
                <a:buFont typeface="Wingdings" panose="05000000000000000000" pitchFamily="2" charset="2"/>
                <a:buChar char="l"/>
              </a:pPr>
              <a:r>
                <a:rPr lang="zh-CN" altLang="en-US" b="1" dirty="0">
                  <a:solidFill>
                    <a:schemeClr val="tx2">
                      <a:lumMod val="75000"/>
                    </a:schemeClr>
                  </a:solidFill>
                  <a:latin typeface="+mj-ea"/>
                  <a:ea typeface="+mj-ea"/>
                </a:rPr>
                <a:t>期末考试：</a:t>
              </a:r>
              <a:r>
                <a:rPr lang="en-US" altLang="zh-CN" b="1" dirty="0">
                  <a:solidFill>
                    <a:schemeClr val="tx2">
                      <a:lumMod val="75000"/>
                    </a:schemeClr>
                  </a:solidFill>
                  <a:latin typeface="+mj-ea"/>
                  <a:ea typeface="+mj-ea"/>
                </a:rPr>
                <a:t>5</a:t>
              </a:r>
              <a:r>
                <a:rPr lang="en-US" altLang="zh-CN" b="1" dirty="0">
                  <a:solidFill>
                    <a:schemeClr val="tx2">
                      <a:lumMod val="75000"/>
                    </a:schemeClr>
                  </a:solidFill>
                  <a:latin typeface="+mj-ea"/>
                  <a:ea typeface="+mj-ea"/>
                </a:rPr>
                <a:t>0%</a:t>
              </a:r>
              <a:r>
                <a:rPr lang="zh-CN" altLang="en-US" b="1" dirty="0">
                  <a:solidFill>
                    <a:schemeClr val="tx2">
                      <a:lumMod val="75000"/>
                    </a:schemeClr>
                  </a:solidFill>
                  <a:latin typeface="+mj-ea"/>
                  <a:ea typeface="+mj-ea"/>
                </a:rPr>
                <a:t>（</a:t>
              </a:r>
              <a:r>
                <a:rPr lang="zh-CN" altLang="en-US" b="1" dirty="0">
                  <a:solidFill>
                    <a:schemeClr val="tx2">
                      <a:lumMod val="75000"/>
                    </a:schemeClr>
                  </a:solidFill>
                  <a:latin typeface="+mj-ea"/>
                  <a:ea typeface="+mj-ea"/>
                </a:rPr>
                <a:t>开卷）</a:t>
              </a:r>
              <a:endParaRPr lang="zh-CN" altLang="en-US" b="1" dirty="0">
                <a:solidFill>
                  <a:schemeClr val="tx2">
                    <a:lumMod val="75000"/>
                  </a:schemeClr>
                </a:solidFill>
                <a:latin typeface="+mj-ea"/>
                <a:ea typeface="+mj-ea"/>
              </a:endParaRPr>
            </a:p>
          </p:txBody>
        </p:sp>
      </p:grpSp>
      <p:grpSp>
        <p:nvGrpSpPr>
          <p:cNvPr id="25" name="组合 24"/>
          <p:cNvGrpSpPr/>
          <p:nvPr/>
        </p:nvGrpSpPr>
        <p:grpSpPr>
          <a:xfrm>
            <a:off x="1615440" y="1918335"/>
            <a:ext cx="8975725" cy="1741170"/>
            <a:chOff x="1973" y="6946"/>
            <a:chExt cx="14135" cy="2742"/>
          </a:xfrm>
        </p:grpSpPr>
        <p:sp>
          <p:nvSpPr>
            <p:cNvPr id="7" name="Freeform 6"/>
            <p:cNvSpPr>
              <a:spLocks noEditPoints="1"/>
            </p:cNvSpPr>
            <p:nvPr/>
          </p:nvSpPr>
          <p:spPr bwMode="auto">
            <a:xfrm>
              <a:off x="2150" y="7059"/>
              <a:ext cx="1373" cy="1576"/>
            </a:xfrm>
            <a:custGeom>
              <a:avLst/>
              <a:gdLst>
                <a:gd name="T0" fmla="*/ 441 w 692"/>
                <a:gd name="T1" fmla="*/ 98 h 782"/>
                <a:gd name="T2" fmla="*/ 343 w 692"/>
                <a:gd name="T3" fmla="*/ 196 h 782"/>
                <a:gd name="T4" fmla="*/ 245 w 692"/>
                <a:gd name="T5" fmla="*/ 196 h 782"/>
                <a:gd name="T6" fmla="*/ 147 w 692"/>
                <a:gd name="T7" fmla="*/ 98 h 782"/>
                <a:gd name="T8" fmla="*/ 245 w 692"/>
                <a:gd name="T9" fmla="*/ 0 h 782"/>
                <a:gd name="T10" fmla="*/ 343 w 692"/>
                <a:gd name="T11" fmla="*/ 0 h 782"/>
                <a:gd name="T12" fmla="*/ 441 w 692"/>
                <a:gd name="T13" fmla="*/ 98 h 782"/>
                <a:gd name="T14" fmla="*/ 384 w 692"/>
                <a:gd name="T15" fmla="*/ 541 h 782"/>
                <a:gd name="T16" fmla="*/ 379 w 692"/>
                <a:gd name="T17" fmla="*/ 580 h 782"/>
                <a:gd name="T18" fmla="*/ 536 w 692"/>
                <a:gd name="T19" fmla="*/ 736 h 782"/>
                <a:gd name="T20" fmla="*/ 688 w 692"/>
                <a:gd name="T21" fmla="*/ 613 h 782"/>
                <a:gd name="T22" fmla="*/ 692 w 692"/>
                <a:gd name="T23" fmla="*/ 580 h 782"/>
                <a:gd name="T24" fmla="*/ 536 w 692"/>
                <a:gd name="T25" fmla="*/ 423 h 782"/>
                <a:gd name="T26" fmla="*/ 384 w 692"/>
                <a:gd name="T27" fmla="*/ 541 h 782"/>
                <a:gd name="T28" fmla="*/ 608 w 692"/>
                <a:gd name="T29" fmla="*/ 507 h 782"/>
                <a:gd name="T30" fmla="*/ 608 w 692"/>
                <a:gd name="T31" fmla="*/ 507 h 782"/>
                <a:gd name="T32" fmla="*/ 608 w 692"/>
                <a:gd name="T33" fmla="*/ 555 h 782"/>
                <a:gd name="T34" fmla="*/ 583 w 692"/>
                <a:gd name="T35" fmla="*/ 580 h 782"/>
                <a:gd name="T36" fmla="*/ 608 w 692"/>
                <a:gd name="T37" fmla="*/ 604 h 782"/>
                <a:gd name="T38" fmla="*/ 608 w 692"/>
                <a:gd name="T39" fmla="*/ 652 h 782"/>
                <a:gd name="T40" fmla="*/ 560 w 692"/>
                <a:gd name="T41" fmla="*/ 652 h 782"/>
                <a:gd name="T42" fmla="*/ 536 w 692"/>
                <a:gd name="T43" fmla="*/ 627 h 782"/>
                <a:gd name="T44" fmla="*/ 511 w 692"/>
                <a:gd name="T45" fmla="*/ 652 h 782"/>
                <a:gd name="T46" fmla="*/ 463 w 692"/>
                <a:gd name="T47" fmla="*/ 652 h 782"/>
                <a:gd name="T48" fmla="*/ 463 w 692"/>
                <a:gd name="T49" fmla="*/ 604 h 782"/>
                <a:gd name="T50" fmla="*/ 488 w 692"/>
                <a:gd name="T51" fmla="*/ 580 h 782"/>
                <a:gd name="T52" fmla="*/ 463 w 692"/>
                <a:gd name="T53" fmla="*/ 555 h 782"/>
                <a:gd name="T54" fmla="*/ 463 w 692"/>
                <a:gd name="T55" fmla="*/ 507 h 782"/>
                <a:gd name="T56" fmla="*/ 511 w 692"/>
                <a:gd name="T57" fmla="*/ 507 h 782"/>
                <a:gd name="T58" fmla="*/ 536 w 692"/>
                <a:gd name="T59" fmla="*/ 532 h 782"/>
                <a:gd name="T60" fmla="*/ 560 w 692"/>
                <a:gd name="T61" fmla="*/ 507 h 782"/>
                <a:gd name="T62" fmla="*/ 608 w 692"/>
                <a:gd name="T63" fmla="*/ 507 h 782"/>
                <a:gd name="T64" fmla="*/ 488 w 692"/>
                <a:gd name="T65" fmla="*/ 98 h 782"/>
                <a:gd name="T66" fmla="*/ 490 w 692"/>
                <a:gd name="T67" fmla="*/ 120 h 782"/>
                <a:gd name="T68" fmla="*/ 368 w 692"/>
                <a:gd name="T69" fmla="*/ 243 h 782"/>
                <a:gd name="T70" fmla="*/ 221 w 692"/>
                <a:gd name="T71" fmla="*/ 243 h 782"/>
                <a:gd name="T72" fmla="*/ 98 w 692"/>
                <a:gd name="T73" fmla="*/ 120 h 782"/>
                <a:gd name="T74" fmla="*/ 100 w 692"/>
                <a:gd name="T75" fmla="*/ 98 h 782"/>
                <a:gd name="T76" fmla="*/ 0 w 692"/>
                <a:gd name="T77" fmla="*/ 218 h 782"/>
                <a:gd name="T78" fmla="*/ 0 w 692"/>
                <a:gd name="T79" fmla="*/ 659 h 782"/>
                <a:gd name="T80" fmla="*/ 122 w 692"/>
                <a:gd name="T81" fmla="*/ 782 h 782"/>
                <a:gd name="T82" fmla="*/ 449 w 692"/>
                <a:gd name="T83" fmla="*/ 782 h 782"/>
                <a:gd name="T84" fmla="*/ 316 w 692"/>
                <a:gd name="T85" fmla="*/ 580 h 782"/>
                <a:gd name="T86" fmla="*/ 535 w 692"/>
                <a:gd name="T87" fmla="*/ 361 h 782"/>
                <a:gd name="T88" fmla="*/ 588 w 692"/>
                <a:gd name="T89" fmla="*/ 368 h 782"/>
                <a:gd name="T90" fmla="*/ 588 w 692"/>
                <a:gd name="T91" fmla="*/ 218 h 782"/>
                <a:gd name="T92" fmla="*/ 488 w 692"/>
                <a:gd name="T93" fmla="*/ 98 h 782"/>
                <a:gd name="T94" fmla="*/ 276 w 692"/>
                <a:gd name="T95" fmla="*/ 490 h 782"/>
                <a:gd name="T96" fmla="*/ 276 w 692"/>
                <a:gd name="T97" fmla="*/ 490 h 782"/>
                <a:gd name="T98" fmla="*/ 122 w 692"/>
                <a:gd name="T99" fmla="*/ 490 h 782"/>
                <a:gd name="T100" fmla="*/ 98 w 692"/>
                <a:gd name="T101" fmla="*/ 466 h 782"/>
                <a:gd name="T102" fmla="*/ 122 w 692"/>
                <a:gd name="T103" fmla="*/ 441 h 782"/>
                <a:gd name="T104" fmla="*/ 276 w 692"/>
                <a:gd name="T105" fmla="*/ 441 h 782"/>
                <a:gd name="T106" fmla="*/ 300 w 692"/>
                <a:gd name="T107" fmla="*/ 466 h 782"/>
                <a:gd name="T108" fmla="*/ 276 w 692"/>
                <a:gd name="T109" fmla="*/ 490 h 782"/>
                <a:gd name="T110" fmla="*/ 325 w 692"/>
                <a:gd name="T111" fmla="*/ 392 h 782"/>
                <a:gd name="T112" fmla="*/ 325 w 692"/>
                <a:gd name="T113" fmla="*/ 392 h 782"/>
                <a:gd name="T114" fmla="*/ 122 w 692"/>
                <a:gd name="T115" fmla="*/ 392 h 782"/>
                <a:gd name="T116" fmla="*/ 98 w 692"/>
                <a:gd name="T117" fmla="*/ 368 h 782"/>
                <a:gd name="T118" fmla="*/ 122 w 692"/>
                <a:gd name="T119" fmla="*/ 343 h 782"/>
                <a:gd name="T120" fmla="*/ 325 w 692"/>
                <a:gd name="T121" fmla="*/ 343 h 782"/>
                <a:gd name="T122" fmla="*/ 349 w 692"/>
                <a:gd name="T123" fmla="*/ 368 h 782"/>
                <a:gd name="T124" fmla="*/ 325 w 692"/>
                <a:gd name="T125" fmla="*/ 392 h 7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92" h="782">
                  <a:moveTo>
                    <a:pt x="441" y="98"/>
                  </a:moveTo>
                  <a:cubicBezTo>
                    <a:pt x="441" y="152"/>
                    <a:pt x="397" y="196"/>
                    <a:pt x="343" y="196"/>
                  </a:cubicBezTo>
                  <a:lnTo>
                    <a:pt x="245" y="196"/>
                  </a:lnTo>
                  <a:cubicBezTo>
                    <a:pt x="191" y="196"/>
                    <a:pt x="147" y="152"/>
                    <a:pt x="147" y="98"/>
                  </a:cubicBezTo>
                  <a:cubicBezTo>
                    <a:pt x="147" y="44"/>
                    <a:pt x="191" y="0"/>
                    <a:pt x="245" y="0"/>
                  </a:cubicBezTo>
                  <a:lnTo>
                    <a:pt x="343" y="0"/>
                  </a:lnTo>
                  <a:cubicBezTo>
                    <a:pt x="397" y="0"/>
                    <a:pt x="441" y="44"/>
                    <a:pt x="441" y="98"/>
                  </a:cubicBezTo>
                  <a:close/>
                  <a:moveTo>
                    <a:pt x="384" y="541"/>
                  </a:moveTo>
                  <a:cubicBezTo>
                    <a:pt x="381" y="553"/>
                    <a:pt x="379" y="566"/>
                    <a:pt x="379" y="580"/>
                  </a:cubicBezTo>
                  <a:cubicBezTo>
                    <a:pt x="379" y="666"/>
                    <a:pt x="449" y="736"/>
                    <a:pt x="536" y="736"/>
                  </a:cubicBezTo>
                  <a:cubicBezTo>
                    <a:pt x="610" y="736"/>
                    <a:pt x="673" y="683"/>
                    <a:pt x="688" y="613"/>
                  </a:cubicBezTo>
                  <a:cubicBezTo>
                    <a:pt x="690" y="602"/>
                    <a:pt x="692" y="591"/>
                    <a:pt x="692" y="580"/>
                  </a:cubicBezTo>
                  <a:cubicBezTo>
                    <a:pt x="692" y="493"/>
                    <a:pt x="622" y="423"/>
                    <a:pt x="536" y="423"/>
                  </a:cubicBezTo>
                  <a:cubicBezTo>
                    <a:pt x="463" y="423"/>
                    <a:pt x="402" y="473"/>
                    <a:pt x="384" y="541"/>
                  </a:cubicBezTo>
                  <a:close/>
                  <a:moveTo>
                    <a:pt x="608" y="507"/>
                  </a:moveTo>
                  <a:lnTo>
                    <a:pt x="608" y="507"/>
                  </a:lnTo>
                  <a:cubicBezTo>
                    <a:pt x="621" y="521"/>
                    <a:pt x="621" y="542"/>
                    <a:pt x="608" y="555"/>
                  </a:cubicBezTo>
                  <a:lnTo>
                    <a:pt x="583" y="580"/>
                  </a:lnTo>
                  <a:lnTo>
                    <a:pt x="608" y="604"/>
                  </a:lnTo>
                  <a:cubicBezTo>
                    <a:pt x="621" y="617"/>
                    <a:pt x="621" y="639"/>
                    <a:pt x="608" y="652"/>
                  </a:cubicBezTo>
                  <a:cubicBezTo>
                    <a:pt x="595" y="665"/>
                    <a:pt x="573" y="665"/>
                    <a:pt x="560" y="652"/>
                  </a:cubicBezTo>
                  <a:lnTo>
                    <a:pt x="536" y="627"/>
                  </a:lnTo>
                  <a:lnTo>
                    <a:pt x="511" y="652"/>
                  </a:lnTo>
                  <a:cubicBezTo>
                    <a:pt x="498" y="665"/>
                    <a:pt x="476" y="665"/>
                    <a:pt x="463" y="652"/>
                  </a:cubicBezTo>
                  <a:cubicBezTo>
                    <a:pt x="450" y="639"/>
                    <a:pt x="450" y="617"/>
                    <a:pt x="463" y="604"/>
                  </a:cubicBezTo>
                  <a:lnTo>
                    <a:pt x="488" y="580"/>
                  </a:lnTo>
                  <a:lnTo>
                    <a:pt x="463" y="555"/>
                  </a:lnTo>
                  <a:cubicBezTo>
                    <a:pt x="450" y="542"/>
                    <a:pt x="450" y="521"/>
                    <a:pt x="463" y="507"/>
                  </a:cubicBezTo>
                  <a:cubicBezTo>
                    <a:pt x="476" y="494"/>
                    <a:pt x="498" y="494"/>
                    <a:pt x="511" y="507"/>
                  </a:cubicBezTo>
                  <a:lnTo>
                    <a:pt x="536" y="532"/>
                  </a:lnTo>
                  <a:lnTo>
                    <a:pt x="560" y="507"/>
                  </a:lnTo>
                  <a:cubicBezTo>
                    <a:pt x="573" y="494"/>
                    <a:pt x="595" y="494"/>
                    <a:pt x="608" y="507"/>
                  </a:cubicBezTo>
                  <a:close/>
                  <a:moveTo>
                    <a:pt x="488" y="98"/>
                  </a:moveTo>
                  <a:cubicBezTo>
                    <a:pt x="489" y="105"/>
                    <a:pt x="490" y="113"/>
                    <a:pt x="490" y="120"/>
                  </a:cubicBezTo>
                  <a:cubicBezTo>
                    <a:pt x="490" y="188"/>
                    <a:pt x="435" y="243"/>
                    <a:pt x="368" y="243"/>
                  </a:cubicBezTo>
                  <a:lnTo>
                    <a:pt x="221" y="243"/>
                  </a:lnTo>
                  <a:cubicBezTo>
                    <a:pt x="153" y="243"/>
                    <a:pt x="98" y="188"/>
                    <a:pt x="98" y="120"/>
                  </a:cubicBezTo>
                  <a:cubicBezTo>
                    <a:pt x="98" y="113"/>
                    <a:pt x="99" y="105"/>
                    <a:pt x="100" y="98"/>
                  </a:cubicBezTo>
                  <a:cubicBezTo>
                    <a:pt x="43" y="109"/>
                    <a:pt x="0" y="158"/>
                    <a:pt x="0" y="218"/>
                  </a:cubicBezTo>
                  <a:lnTo>
                    <a:pt x="0" y="659"/>
                  </a:lnTo>
                  <a:cubicBezTo>
                    <a:pt x="0" y="727"/>
                    <a:pt x="55" y="782"/>
                    <a:pt x="122" y="782"/>
                  </a:cubicBezTo>
                  <a:lnTo>
                    <a:pt x="449" y="782"/>
                  </a:lnTo>
                  <a:cubicBezTo>
                    <a:pt x="370" y="749"/>
                    <a:pt x="316" y="671"/>
                    <a:pt x="316" y="580"/>
                  </a:cubicBezTo>
                  <a:cubicBezTo>
                    <a:pt x="316" y="459"/>
                    <a:pt x="414" y="361"/>
                    <a:pt x="535" y="361"/>
                  </a:cubicBezTo>
                  <a:cubicBezTo>
                    <a:pt x="553" y="361"/>
                    <a:pt x="571" y="364"/>
                    <a:pt x="588" y="368"/>
                  </a:cubicBezTo>
                  <a:lnTo>
                    <a:pt x="588" y="218"/>
                  </a:lnTo>
                  <a:cubicBezTo>
                    <a:pt x="588" y="158"/>
                    <a:pt x="545" y="109"/>
                    <a:pt x="488" y="98"/>
                  </a:cubicBezTo>
                  <a:close/>
                  <a:moveTo>
                    <a:pt x="276" y="490"/>
                  </a:moveTo>
                  <a:lnTo>
                    <a:pt x="276" y="490"/>
                  </a:lnTo>
                  <a:lnTo>
                    <a:pt x="122" y="490"/>
                  </a:lnTo>
                  <a:cubicBezTo>
                    <a:pt x="109" y="490"/>
                    <a:pt x="98" y="479"/>
                    <a:pt x="98" y="466"/>
                  </a:cubicBezTo>
                  <a:cubicBezTo>
                    <a:pt x="98" y="452"/>
                    <a:pt x="109" y="441"/>
                    <a:pt x="122" y="441"/>
                  </a:cubicBezTo>
                  <a:lnTo>
                    <a:pt x="276" y="441"/>
                  </a:lnTo>
                  <a:cubicBezTo>
                    <a:pt x="289" y="441"/>
                    <a:pt x="300" y="452"/>
                    <a:pt x="300" y="466"/>
                  </a:cubicBezTo>
                  <a:cubicBezTo>
                    <a:pt x="300" y="479"/>
                    <a:pt x="289" y="490"/>
                    <a:pt x="276" y="490"/>
                  </a:cubicBezTo>
                  <a:close/>
                  <a:moveTo>
                    <a:pt x="325" y="392"/>
                  </a:moveTo>
                  <a:lnTo>
                    <a:pt x="325" y="392"/>
                  </a:lnTo>
                  <a:lnTo>
                    <a:pt x="122" y="392"/>
                  </a:lnTo>
                  <a:cubicBezTo>
                    <a:pt x="109" y="392"/>
                    <a:pt x="98" y="381"/>
                    <a:pt x="98" y="368"/>
                  </a:cubicBezTo>
                  <a:cubicBezTo>
                    <a:pt x="98" y="354"/>
                    <a:pt x="109" y="343"/>
                    <a:pt x="122" y="343"/>
                  </a:cubicBezTo>
                  <a:lnTo>
                    <a:pt x="325" y="343"/>
                  </a:lnTo>
                  <a:cubicBezTo>
                    <a:pt x="338" y="343"/>
                    <a:pt x="349" y="354"/>
                    <a:pt x="349" y="368"/>
                  </a:cubicBezTo>
                  <a:cubicBezTo>
                    <a:pt x="349" y="381"/>
                    <a:pt x="338" y="392"/>
                    <a:pt x="325" y="392"/>
                  </a:cubicBezTo>
                  <a:close/>
                </a:path>
              </a:pathLst>
            </a:custGeom>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anchor="t" anchorCtr="0" compatLnSpc="1"/>
            <a:p>
              <a:endParaRPr lang="zh-CN" altLang="en-US"/>
            </a:p>
          </p:txBody>
        </p:sp>
        <p:sp>
          <p:nvSpPr>
            <p:cNvPr id="8" name="TextBox 16"/>
            <p:cNvSpPr txBox="1"/>
            <p:nvPr/>
          </p:nvSpPr>
          <p:spPr>
            <a:xfrm>
              <a:off x="1973" y="8828"/>
              <a:ext cx="1677" cy="628"/>
            </a:xfrm>
            <a:prstGeom prst="rect">
              <a:avLst/>
            </a:prstGeom>
            <a:solidFill>
              <a:schemeClr val="accent2"/>
            </a:solidFill>
          </p:spPr>
          <p:txBody>
            <a:bodyPr wrap="square" rtlCol="0">
              <a:spAutoFit/>
            </a:bodyPr>
            <a:p>
              <a:pPr algn="ctr"/>
              <a:r>
                <a:rPr lang="zh-CN" altLang="en-US" sz="2000" b="1" dirty="0">
                  <a:solidFill>
                    <a:schemeClr val="bg1"/>
                  </a:solidFill>
                  <a:latin typeface="+mj-ea"/>
                  <a:ea typeface="+mj-ea"/>
                </a:rPr>
                <a:t>纪律</a:t>
              </a:r>
              <a:endParaRPr lang="zh-CN" altLang="en-US" sz="2000" b="1" dirty="0">
                <a:solidFill>
                  <a:schemeClr val="bg1"/>
                </a:solidFill>
                <a:latin typeface="+mj-ea"/>
                <a:ea typeface="+mj-ea"/>
              </a:endParaRPr>
            </a:p>
          </p:txBody>
        </p:sp>
        <p:sp>
          <p:nvSpPr>
            <p:cNvPr id="21" name="矩形 20"/>
            <p:cNvSpPr/>
            <p:nvPr/>
          </p:nvSpPr>
          <p:spPr>
            <a:xfrm>
              <a:off x="4045" y="6946"/>
              <a:ext cx="12063" cy="1888"/>
            </a:xfrm>
            <a:prstGeom prst="rect">
              <a:avLst/>
            </a:prstGeom>
          </p:spPr>
          <p:txBody>
            <a:bodyPr wrap="square">
              <a:spAutoFit/>
            </a:bodyPr>
            <a:p>
              <a:pPr marL="285750" indent="-285750" algn="just">
                <a:buFont typeface="Wingdings" panose="05000000000000000000" pitchFamily="2" charset="2"/>
                <a:buChar char="l"/>
              </a:pPr>
              <a:r>
                <a:rPr lang="zh-CN" altLang="en-US" b="1" dirty="0">
                  <a:solidFill>
                    <a:schemeClr val="tx2">
                      <a:lumMod val="75000"/>
                    </a:schemeClr>
                  </a:solidFill>
                  <a:latin typeface="+mj-ea"/>
                  <a:ea typeface="+mj-ea"/>
                </a:rPr>
                <a:t>无故缺课</a:t>
              </a:r>
              <a:r>
                <a:rPr lang="en-US" altLang="zh-CN" b="1" dirty="0">
                  <a:solidFill>
                    <a:schemeClr val="tx2">
                      <a:lumMod val="75000"/>
                    </a:schemeClr>
                  </a:solidFill>
                  <a:latin typeface="+mj-ea"/>
                  <a:ea typeface="+mj-ea"/>
                </a:rPr>
                <a:t>4</a:t>
              </a:r>
              <a:r>
                <a:rPr lang="zh-CN" altLang="en-US" b="1" dirty="0">
                  <a:solidFill>
                    <a:schemeClr val="tx2">
                      <a:lumMod val="75000"/>
                    </a:schemeClr>
                  </a:solidFill>
                  <a:latin typeface="+mj-ea"/>
                  <a:ea typeface="+mj-ea"/>
                </a:rPr>
                <a:t>次及以上取消考试资格，</a:t>
              </a:r>
              <a:r>
                <a:rPr lang="zh-CN" altLang="en-US" b="1" dirty="0">
                  <a:solidFill>
                    <a:schemeClr val="tx2">
                      <a:lumMod val="75000"/>
                    </a:schemeClr>
                  </a:solidFill>
                  <a:latin typeface="+mj-ea"/>
                  <a:ea typeface="+mj-ea"/>
                  <a:sym typeface="+mn-ea"/>
                </a:rPr>
                <a:t>早退视为缺课，迟到</a:t>
              </a:r>
              <a:r>
                <a:rPr lang="en-US" altLang="zh-CN" b="1" dirty="0">
                  <a:solidFill>
                    <a:schemeClr val="tx2">
                      <a:lumMod val="75000"/>
                    </a:schemeClr>
                  </a:solidFill>
                  <a:latin typeface="+mj-ea"/>
                  <a:ea typeface="+mj-ea"/>
                  <a:sym typeface="+mn-ea"/>
                </a:rPr>
                <a:t>3</a:t>
              </a:r>
              <a:r>
                <a:rPr lang="zh-CN" altLang="en-US" b="1" dirty="0">
                  <a:solidFill>
                    <a:schemeClr val="tx2">
                      <a:lumMod val="75000"/>
                    </a:schemeClr>
                  </a:solidFill>
                  <a:latin typeface="+mj-ea"/>
                  <a:ea typeface="+mj-ea"/>
                  <a:sym typeface="+mn-ea"/>
                </a:rPr>
                <a:t>次视为缺课</a:t>
              </a:r>
              <a:r>
                <a:rPr lang="en-US" altLang="zh-CN" b="1" dirty="0">
                  <a:solidFill>
                    <a:schemeClr val="tx2">
                      <a:lumMod val="75000"/>
                    </a:schemeClr>
                  </a:solidFill>
                  <a:latin typeface="+mj-ea"/>
                  <a:ea typeface="+mj-ea"/>
                  <a:sym typeface="+mn-ea"/>
                </a:rPr>
                <a:t>1</a:t>
              </a:r>
              <a:r>
                <a:rPr lang="zh-CN" altLang="en-US" b="1" dirty="0">
                  <a:solidFill>
                    <a:schemeClr val="tx2">
                      <a:lumMod val="75000"/>
                    </a:schemeClr>
                  </a:solidFill>
                  <a:latin typeface="+mj-ea"/>
                  <a:ea typeface="+mj-ea"/>
                  <a:sym typeface="+mn-ea"/>
                </a:rPr>
                <a:t>次</a:t>
              </a:r>
              <a:endParaRPr lang="zh-CN" altLang="en-US" b="1" dirty="0">
                <a:solidFill>
                  <a:schemeClr val="tx2">
                    <a:lumMod val="75000"/>
                  </a:schemeClr>
                </a:solidFill>
                <a:latin typeface="+mj-ea"/>
                <a:ea typeface="+mj-ea"/>
              </a:endParaRPr>
            </a:p>
            <a:p>
              <a:pPr marL="285750" indent="-285750" algn="just">
                <a:buFont typeface="Wingdings" panose="05000000000000000000" pitchFamily="2" charset="2"/>
                <a:buChar char="l"/>
              </a:pPr>
              <a:endParaRPr lang="zh-CN" altLang="en-US" b="1" dirty="0">
                <a:solidFill>
                  <a:schemeClr val="tx2">
                    <a:lumMod val="75000"/>
                  </a:schemeClr>
                </a:solidFill>
                <a:latin typeface="+mj-ea"/>
                <a:ea typeface="+mj-ea"/>
              </a:endParaRPr>
            </a:p>
          </p:txBody>
        </p:sp>
        <p:sp>
          <p:nvSpPr>
            <p:cNvPr id="22" name="矩形 21"/>
            <p:cNvSpPr/>
            <p:nvPr/>
          </p:nvSpPr>
          <p:spPr>
            <a:xfrm>
              <a:off x="4045" y="8963"/>
              <a:ext cx="12063" cy="725"/>
            </a:xfrm>
            <a:prstGeom prst="rect">
              <a:avLst/>
            </a:prstGeom>
          </p:spPr>
          <p:txBody>
            <a:bodyPr wrap="square">
              <a:spAutoFit/>
            </a:bodyPr>
            <a:p>
              <a:pPr marL="285750" indent="-285750" algn="just">
                <a:buFont typeface="Wingdings" panose="05000000000000000000" pitchFamily="2" charset="2"/>
                <a:buChar char="l"/>
              </a:pPr>
              <a:r>
                <a:rPr lang="zh-CN" altLang="en-US" b="1" dirty="0">
                  <a:solidFill>
                    <a:schemeClr val="tx2">
                      <a:lumMod val="75000"/>
                    </a:schemeClr>
                  </a:solidFill>
                  <a:latin typeface="+mj-ea"/>
                  <a:ea typeface="+mj-ea"/>
                </a:rPr>
                <a:t>诚信作业，严格遵守时间，作业按时提交，过时不候</a:t>
              </a:r>
              <a:endParaRPr lang="zh-CN" altLang="en-US" b="1" dirty="0">
                <a:solidFill>
                  <a:schemeClr val="tx2">
                    <a:lumMod val="75000"/>
                  </a:schemeClr>
                </a:solidFill>
                <a:latin typeface="+mj-ea"/>
                <a:ea typeface="+mj-ea"/>
              </a:endParaRPr>
            </a:p>
          </p:txBody>
        </p:sp>
        <p:sp>
          <p:nvSpPr>
            <p:cNvPr id="23" name="矩形 22"/>
            <p:cNvSpPr/>
            <p:nvPr/>
          </p:nvSpPr>
          <p:spPr>
            <a:xfrm>
              <a:off x="4045" y="8238"/>
              <a:ext cx="12063" cy="725"/>
            </a:xfrm>
            <a:prstGeom prst="rect">
              <a:avLst/>
            </a:prstGeom>
          </p:spPr>
          <p:txBody>
            <a:bodyPr wrap="square">
              <a:spAutoFit/>
            </a:bodyPr>
            <a:p>
              <a:pPr marL="285750" indent="-285750" algn="just">
                <a:buFont typeface="Wingdings" panose="05000000000000000000" pitchFamily="2" charset="2"/>
                <a:buChar char="l"/>
              </a:pPr>
              <a:r>
                <a:rPr lang="zh-CN" altLang="en-US" b="1" dirty="0">
                  <a:solidFill>
                    <a:schemeClr val="tx2">
                      <a:lumMod val="75000"/>
                    </a:schemeClr>
                  </a:solidFill>
                  <a:latin typeface="+mj-ea"/>
                  <a:ea typeface="+mj-ea"/>
                </a:rPr>
                <a:t>禁止课上饮食，禁止考勤代签</a:t>
              </a:r>
              <a:endParaRPr lang="zh-CN" altLang="en-US" b="1" dirty="0">
                <a:solidFill>
                  <a:schemeClr val="tx2">
                    <a:lumMod val="75000"/>
                  </a:schemeClr>
                </a:solidFill>
                <a:latin typeface="+mj-ea"/>
                <a:ea typeface="+mj-ea"/>
              </a:endParaRPr>
            </a:p>
          </p:txBody>
        </p:sp>
      </p:grpSp>
    </p:spTree>
  </p:cSld>
  <p:clrMapOvr>
    <a:masterClrMapping/>
  </p:clrMapOvr>
  <p:transition spd="slow">
    <p:rand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Class Policies</a:t>
              </a:r>
              <a:endParaRPr lang="en-US" altLang="zh-CN" sz="3200" b="1" dirty="0">
                <a:solidFill>
                  <a:schemeClr val="tx2">
                    <a:lumMod val="75000"/>
                  </a:schemeClr>
                </a:solidFill>
                <a:latin typeface="+mj-lt"/>
                <a:ea typeface="黑体" panose="02010609060101010101" pitchFamily="49" charset="-122"/>
                <a:cs typeface="+mj-lt"/>
              </a:endParaRPr>
            </a:p>
          </p:txBody>
        </p:sp>
      </p:grpSp>
      <p:sp>
        <p:nvSpPr>
          <p:cNvPr id="10" name="矩形 9"/>
          <p:cNvSpPr/>
          <p:nvPr/>
        </p:nvSpPr>
        <p:spPr>
          <a:xfrm>
            <a:off x="374650" y="1280795"/>
            <a:ext cx="10991215" cy="1568450"/>
          </a:xfrm>
          <a:prstGeom prst="rect">
            <a:avLst/>
          </a:prstGeom>
        </p:spPr>
        <p:txBody>
          <a:bodyPr wrap="square">
            <a:spAutoFit/>
          </a:bodyPr>
          <a:p>
            <a:pPr marL="342900" indent="-342900" algn="just">
              <a:lnSpc>
                <a:spcPct val="120000"/>
              </a:lnSpc>
              <a:buFont typeface="Arial" panose="020B0604020202090204" pitchFamily="34" charset="0"/>
              <a:buChar char="•"/>
            </a:pPr>
            <a:r>
              <a:rPr lang="zh-CN" altLang="en-US" sz="2000" dirty="0">
                <a:solidFill>
                  <a:schemeClr val="tx2">
                    <a:lumMod val="75000"/>
                  </a:schemeClr>
                </a:solidFill>
                <a:latin typeface="+mj-ea"/>
                <a:ea typeface="+mj-ea"/>
                <a:sym typeface="+mn-ea"/>
              </a:rPr>
              <a:t>企业微信进入“学在重邮”教学平台</a:t>
            </a:r>
            <a:r>
              <a:rPr lang="en-US" altLang="zh-CN" sz="2000" dirty="0">
                <a:solidFill>
                  <a:schemeClr val="tx2">
                    <a:lumMod val="75000"/>
                  </a:schemeClr>
                </a:solidFill>
                <a:latin typeface="+mj-ea"/>
                <a:ea typeface="+mj-ea"/>
                <a:sym typeface="+mn-ea"/>
              </a:rPr>
              <a:t>，</a:t>
            </a:r>
            <a:r>
              <a:rPr lang="zh-CN" altLang="en-US" sz="2000" dirty="0">
                <a:solidFill>
                  <a:schemeClr val="tx2">
                    <a:lumMod val="75000"/>
                  </a:schemeClr>
                </a:solidFill>
                <a:latin typeface="+mj-ea"/>
                <a:ea typeface="+mj-ea"/>
                <a:sym typeface="+mn-ea"/>
              </a:rPr>
              <a:t>进入本门课程</a:t>
            </a:r>
            <a:endParaRPr lang="zh-CN" altLang="en-US" sz="2000" dirty="0">
              <a:solidFill>
                <a:schemeClr val="tx2">
                  <a:lumMod val="75000"/>
                </a:schemeClr>
              </a:solidFill>
              <a:latin typeface="+mj-ea"/>
              <a:ea typeface="+mj-ea"/>
            </a:endParaRPr>
          </a:p>
          <a:p>
            <a:pPr marL="342900" indent="-342900" algn="just">
              <a:lnSpc>
                <a:spcPct val="120000"/>
              </a:lnSpc>
              <a:buFont typeface="Arial" panose="020B0604020202090204" pitchFamily="34" charset="0"/>
              <a:buChar char="•"/>
            </a:pPr>
            <a:r>
              <a:rPr lang="zh-CN" altLang="en-US" sz="2000" dirty="0">
                <a:solidFill>
                  <a:schemeClr val="tx2">
                    <a:lumMod val="75000"/>
                  </a:schemeClr>
                </a:solidFill>
                <a:latin typeface="+mj-ea"/>
                <a:ea typeface="+mj-ea"/>
                <a:sym typeface="+mn-ea"/>
              </a:rPr>
              <a:t>加入课程</a:t>
            </a:r>
            <a:r>
              <a:rPr lang="en-US" altLang="zh-CN" sz="2000" dirty="0">
                <a:solidFill>
                  <a:schemeClr val="tx2">
                    <a:lumMod val="75000"/>
                  </a:schemeClr>
                </a:solidFill>
                <a:latin typeface="+mj-ea"/>
                <a:ea typeface="+mj-ea"/>
                <a:sym typeface="+mn-ea"/>
              </a:rPr>
              <a:t>qq</a:t>
            </a:r>
            <a:r>
              <a:rPr lang="zh-CN" altLang="en-US" sz="2000" dirty="0">
                <a:solidFill>
                  <a:schemeClr val="tx2">
                    <a:lumMod val="75000"/>
                  </a:schemeClr>
                </a:solidFill>
                <a:latin typeface="+mj-ea"/>
                <a:ea typeface="+mj-ea"/>
                <a:sym typeface="+mn-ea"/>
              </a:rPr>
              <a:t>群</a:t>
            </a:r>
            <a:r>
              <a:rPr lang="en-US" altLang="zh-CN" sz="2000" dirty="0">
                <a:solidFill>
                  <a:schemeClr val="tx2">
                    <a:lumMod val="75000"/>
                  </a:schemeClr>
                </a:solidFill>
                <a:latin typeface="+mj-ea"/>
                <a:ea typeface="+mj-ea"/>
                <a:sym typeface="+mn-ea"/>
              </a:rPr>
              <a:t>：942244832，</a:t>
            </a:r>
            <a:r>
              <a:rPr lang="zh-CN" altLang="en-US" sz="2000" dirty="0">
                <a:solidFill>
                  <a:schemeClr val="tx2">
                    <a:lumMod val="75000"/>
                  </a:schemeClr>
                </a:solidFill>
                <a:latin typeface="+mj-ea"/>
                <a:ea typeface="+mj-ea"/>
                <a:sym typeface="+mn-ea"/>
              </a:rPr>
              <a:t>修改个人信息“姓名</a:t>
            </a:r>
            <a:r>
              <a:rPr lang="en-US" altLang="zh-CN" sz="2000" dirty="0">
                <a:solidFill>
                  <a:schemeClr val="tx2">
                    <a:lumMod val="75000"/>
                  </a:schemeClr>
                </a:solidFill>
                <a:latin typeface="+mj-ea"/>
                <a:ea typeface="+mj-ea"/>
                <a:sym typeface="+mn-ea"/>
              </a:rPr>
              <a:t>+</a:t>
            </a:r>
            <a:r>
              <a:rPr lang="zh-CN" altLang="en-US" sz="2000" dirty="0">
                <a:solidFill>
                  <a:schemeClr val="tx2">
                    <a:lumMod val="75000"/>
                  </a:schemeClr>
                </a:solidFill>
                <a:latin typeface="+mj-ea"/>
                <a:ea typeface="+mj-ea"/>
                <a:sym typeface="+mn-ea"/>
              </a:rPr>
              <a:t>学号”</a:t>
            </a:r>
            <a:endParaRPr lang="zh-CN" altLang="en-US" sz="2000" dirty="0">
              <a:solidFill>
                <a:schemeClr val="tx2">
                  <a:lumMod val="75000"/>
                </a:schemeClr>
              </a:solidFill>
              <a:latin typeface="+mj-ea"/>
              <a:ea typeface="+mj-ea"/>
            </a:endParaRPr>
          </a:p>
          <a:p>
            <a:pPr marL="342900" indent="-342900" algn="just">
              <a:lnSpc>
                <a:spcPct val="120000"/>
              </a:lnSpc>
              <a:buFont typeface="Arial" panose="020B0604020202090204" pitchFamily="34" charset="0"/>
              <a:buChar char="•"/>
            </a:pPr>
            <a:r>
              <a:rPr lang="zh-CN" altLang="en-US" sz="2000" dirty="0">
                <a:solidFill>
                  <a:schemeClr val="tx2">
                    <a:lumMod val="75000"/>
                  </a:schemeClr>
                </a:solidFill>
                <a:latin typeface="+mj-ea"/>
                <a:ea typeface="+mj-ea"/>
                <a:sym typeface="+mn-ea"/>
              </a:rPr>
              <a:t>联系邮件：yexiaojing@cqupt.edu.cn （QQ：465105463）</a:t>
            </a:r>
            <a:endParaRPr lang="zh-CN" altLang="en-US" sz="2000" dirty="0">
              <a:solidFill>
                <a:schemeClr val="tx2">
                  <a:lumMod val="75000"/>
                </a:schemeClr>
              </a:solidFill>
              <a:latin typeface="+mj-ea"/>
              <a:ea typeface="+mj-ea"/>
            </a:endParaRPr>
          </a:p>
          <a:p>
            <a:pPr marL="342900" indent="-342900" algn="just">
              <a:lnSpc>
                <a:spcPct val="120000"/>
              </a:lnSpc>
              <a:buFont typeface="Arial" panose="020B0604020202090204" pitchFamily="34" charset="0"/>
              <a:buChar char="•"/>
            </a:pPr>
            <a:r>
              <a:rPr lang="zh-CN" altLang="en-US" sz="2000" dirty="0">
                <a:solidFill>
                  <a:schemeClr val="tx2">
                    <a:lumMod val="75000"/>
                  </a:schemeClr>
                </a:solidFill>
                <a:latin typeface="+mj-ea"/>
                <a:ea typeface="+mj-ea"/>
                <a:sym typeface="+mn-ea"/>
              </a:rPr>
              <a:t>所有作业</a:t>
            </a:r>
            <a:r>
              <a:rPr lang="en-US" altLang="zh-CN" sz="2000" dirty="0">
                <a:solidFill>
                  <a:schemeClr val="tx2">
                    <a:lumMod val="75000"/>
                  </a:schemeClr>
                </a:solidFill>
                <a:latin typeface="+mj-ea"/>
                <a:ea typeface="+mj-ea"/>
                <a:sym typeface="+mn-ea"/>
              </a:rPr>
              <a:t>、</a:t>
            </a:r>
            <a:r>
              <a:rPr lang="zh-CN" altLang="en-US" sz="2000" dirty="0">
                <a:solidFill>
                  <a:schemeClr val="tx2">
                    <a:lumMod val="75000"/>
                  </a:schemeClr>
                </a:solidFill>
                <a:latin typeface="+mj-ea"/>
                <a:ea typeface="+mj-ea"/>
                <a:sym typeface="+mn-ea"/>
              </a:rPr>
              <a:t>考勤等过程考核成绩，均以学生提交到“学在重邮教学平台”对应目录的内容为准</a:t>
            </a:r>
            <a:endParaRPr lang="zh-CN" altLang="en-US" sz="2000" b="1" dirty="0">
              <a:solidFill>
                <a:schemeClr val="tx2">
                  <a:lumMod val="75000"/>
                </a:schemeClr>
              </a:solidFill>
              <a:latin typeface="+mj-ea"/>
              <a:ea typeface="+mj-ea"/>
              <a:sym typeface="+mn-ea"/>
            </a:endParaRPr>
          </a:p>
        </p:txBody>
      </p:sp>
      <p:pic>
        <p:nvPicPr>
          <p:cNvPr id="5" name="图片 4" descr="软件分析与设计qq"/>
          <p:cNvPicPr>
            <a:picLocks noChangeAspect="1"/>
          </p:cNvPicPr>
          <p:nvPr/>
        </p:nvPicPr>
        <p:blipFill>
          <a:blip r:embed="rId1"/>
          <a:srcRect t="16404" b="25856"/>
          <a:stretch>
            <a:fillRect/>
          </a:stretch>
        </p:blipFill>
        <p:spPr>
          <a:xfrm>
            <a:off x="4294505" y="3069590"/>
            <a:ext cx="3313430" cy="3401060"/>
          </a:xfrm>
          <a:prstGeom prst="rect">
            <a:avLst/>
          </a:prstGeom>
        </p:spPr>
      </p:pic>
    </p:spTree>
  </p:cSld>
  <p:clrMapOvr>
    <a:masterClrMapping/>
  </p:clrMapOvr>
  <p:transition spd="slow">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Contact</a:t>
              </a:r>
              <a:endParaRPr lang="en-US" altLang="zh-CN" sz="3200" b="1" dirty="0">
                <a:solidFill>
                  <a:schemeClr val="tx2">
                    <a:lumMod val="75000"/>
                  </a:schemeClr>
                </a:solidFill>
                <a:latin typeface="+mj-lt"/>
                <a:ea typeface="黑体" panose="02010609060101010101" pitchFamily="49" charset="-122"/>
                <a:cs typeface="+mj-lt"/>
              </a:endParaRPr>
            </a:p>
          </p:txBody>
        </p:sp>
      </p:grpSp>
      <p:sp>
        <p:nvSpPr>
          <p:cNvPr id="40" name="Freeform 9"/>
          <p:cNvSpPr/>
          <p:nvPr/>
        </p:nvSpPr>
        <p:spPr bwMode="auto">
          <a:xfrm>
            <a:off x="5710720" y="1627535"/>
            <a:ext cx="2674178" cy="510708"/>
          </a:xfrm>
          <a:custGeom>
            <a:avLst/>
            <a:gdLst>
              <a:gd name="T0" fmla="*/ 0 w 2601"/>
              <a:gd name="T1" fmla="*/ 118 h 627"/>
              <a:gd name="T2" fmla="*/ 2601 w 2601"/>
              <a:gd name="T3" fmla="*/ 0 h 627"/>
              <a:gd name="T4" fmla="*/ 2601 w 2601"/>
              <a:gd name="T5" fmla="*/ 517 h 627"/>
              <a:gd name="T6" fmla="*/ 189 w 2601"/>
              <a:gd name="T7" fmla="*/ 627 h 627"/>
              <a:gd name="T8" fmla="*/ 0 w 2601"/>
              <a:gd name="T9" fmla="*/ 118 h 627"/>
            </a:gdLst>
            <a:ahLst/>
            <a:cxnLst>
              <a:cxn ang="0">
                <a:pos x="T0" y="T1"/>
              </a:cxn>
              <a:cxn ang="0">
                <a:pos x="T2" y="T3"/>
              </a:cxn>
              <a:cxn ang="0">
                <a:pos x="T4" y="T5"/>
              </a:cxn>
              <a:cxn ang="0">
                <a:pos x="T6" y="T7"/>
              </a:cxn>
              <a:cxn ang="0">
                <a:pos x="T8" y="T9"/>
              </a:cxn>
            </a:cxnLst>
            <a:rect l="0" t="0" r="r" b="b"/>
            <a:pathLst>
              <a:path w="2601" h="627">
                <a:moveTo>
                  <a:pt x="0" y="118"/>
                </a:moveTo>
                <a:lnTo>
                  <a:pt x="2601" y="0"/>
                </a:lnTo>
                <a:lnTo>
                  <a:pt x="2601" y="517"/>
                </a:lnTo>
                <a:lnTo>
                  <a:pt x="189" y="627"/>
                </a:lnTo>
                <a:lnTo>
                  <a:pt x="0" y="118"/>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41" name="Freeform 10"/>
          <p:cNvSpPr/>
          <p:nvPr/>
        </p:nvSpPr>
        <p:spPr bwMode="auto">
          <a:xfrm>
            <a:off x="5545048" y="1627535"/>
            <a:ext cx="2883341" cy="420342"/>
          </a:xfrm>
          <a:custGeom>
            <a:avLst/>
            <a:gdLst>
              <a:gd name="T0" fmla="*/ 0 w 2805"/>
              <a:gd name="T1" fmla="*/ 0 h 517"/>
              <a:gd name="T2" fmla="*/ 2805 w 2805"/>
              <a:gd name="T3" fmla="*/ 0 h 517"/>
              <a:gd name="T4" fmla="*/ 2805 w 2805"/>
              <a:gd name="T5" fmla="*/ 517 h 517"/>
              <a:gd name="T6" fmla="*/ 204 w 2805"/>
              <a:gd name="T7" fmla="*/ 517 h 517"/>
              <a:gd name="T8" fmla="*/ 0 w 2805"/>
              <a:gd name="T9" fmla="*/ 0 h 517"/>
            </a:gdLst>
            <a:ahLst/>
            <a:cxnLst>
              <a:cxn ang="0">
                <a:pos x="T0" y="T1"/>
              </a:cxn>
              <a:cxn ang="0">
                <a:pos x="T2" y="T3"/>
              </a:cxn>
              <a:cxn ang="0">
                <a:pos x="T4" y="T5"/>
              </a:cxn>
              <a:cxn ang="0">
                <a:pos x="T6" y="T7"/>
              </a:cxn>
              <a:cxn ang="0">
                <a:pos x="T8" y="T9"/>
              </a:cxn>
            </a:cxnLst>
            <a:rect l="0" t="0" r="r" b="b"/>
            <a:pathLst>
              <a:path w="2805" h="517">
                <a:moveTo>
                  <a:pt x="0" y="0"/>
                </a:moveTo>
                <a:lnTo>
                  <a:pt x="2805" y="0"/>
                </a:lnTo>
                <a:lnTo>
                  <a:pt x="2805" y="517"/>
                </a:lnTo>
                <a:lnTo>
                  <a:pt x="204" y="517"/>
                </a:lnTo>
                <a:lnTo>
                  <a:pt x="0" y="0"/>
                </a:lnTo>
                <a:close/>
              </a:path>
            </a:pathLst>
          </a:custGeom>
          <a:solidFill>
            <a:srgbClr val="00B0F0"/>
          </a:solidFill>
          <a:ln>
            <a:noFill/>
          </a:ln>
        </p:spPr>
        <p:txBody>
          <a:bodyPr vert="horz" wrap="square" lIns="91440" tIns="45720" rIns="91440" bIns="45720" numCol="1" anchor="t" anchorCtr="0" compatLnSpc="1"/>
          <a:lstStyle/>
          <a:p>
            <a:endParaRPr lang="zh-CN" altLang="en-US"/>
          </a:p>
        </p:txBody>
      </p:sp>
      <p:sp>
        <p:nvSpPr>
          <p:cNvPr id="42" name="Freeform 11"/>
          <p:cNvSpPr/>
          <p:nvPr/>
        </p:nvSpPr>
        <p:spPr bwMode="auto">
          <a:xfrm>
            <a:off x="5710720" y="3467762"/>
            <a:ext cx="2674178" cy="509339"/>
          </a:xfrm>
          <a:custGeom>
            <a:avLst/>
            <a:gdLst>
              <a:gd name="T0" fmla="*/ 0 w 2601"/>
              <a:gd name="T1" fmla="*/ 118 h 626"/>
              <a:gd name="T2" fmla="*/ 2601 w 2601"/>
              <a:gd name="T3" fmla="*/ 0 h 626"/>
              <a:gd name="T4" fmla="*/ 2601 w 2601"/>
              <a:gd name="T5" fmla="*/ 517 h 626"/>
              <a:gd name="T6" fmla="*/ 189 w 2601"/>
              <a:gd name="T7" fmla="*/ 626 h 626"/>
              <a:gd name="T8" fmla="*/ 0 w 2601"/>
              <a:gd name="T9" fmla="*/ 118 h 626"/>
            </a:gdLst>
            <a:ahLst/>
            <a:cxnLst>
              <a:cxn ang="0">
                <a:pos x="T0" y="T1"/>
              </a:cxn>
              <a:cxn ang="0">
                <a:pos x="T2" y="T3"/>
              </a:cxn>
              <a:cxn ang="0">
                <a:pos x="T4" y="T5"/>
              </a:cxn>
              <a:cxn ang="0">
                <a:pos x="T6" y="T7"/>
              </a:cxn>
              <a:cxn ang="0">
                <a:pos x="T8" y="T9"/>
              </a:cxn>
            </a:cxnLst>
            <a:rect l="0" t="0" r="r" b="b"/>
            <a:pathLst>
              <a:path w="2601" h="626">
                <a:moveTo>
                  <a:pt x="0" y="118"/>
                </a:moveTo>
                <a:lnTo>
                  <a:pt x="2601" y="0"/>
                </a:lnTo>
                <a:lnTo>
                  <a:pt x="2601" y="517"/>
                </a:lnTo>
                <a:lnTo>
                  <a:pt x="189" y="626"/>
                </a:lnTo>
                <a:lnTo>
                  <a:pt x="0" y="118"/>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43" name="Freeform 12"/>
          <p:cNvSpPr/>
          <p:nvPr/>
        </p:nvSpPr>
        <p:spPr bwMode="auto">
          <a:xfrm>
            <a:off x="5545048" y="3467762"/>
            <a:ext cx="2883341" cy="420342"/>
          </a:xfrm>
          <a:custGeom>
            <a:avLst/>
            <a:gdLst>
              <a:gd name="T0" fmla="*/ 0 w 2805"/>
              <a:gd name="T1" fmla="*/ 0 h 517"/>
              <a:gd name="T2" fmla="*/ 2805 w 2805"/>
              <a:gd name="T3" fmla="*/ 0 h 517"/>
              <a:gd name="T4" fmla="*/ 2805 w 2805"/>
              <a:gd name="T5" fmla="*/ 517 h 517"/>
              <a:gd name="T6" fmla="*/ 204 w 2805"/>
              <a:gd name="T7" fmla="*/ 517 h 517"/>
              <a:gd name="T8" fmla="*/ 0 w 2805"/>
              <a:gd name="T9" fmla="*/ 0 h 517"/>
            </a:gdLst>
            <a:ahLst/>
            <a:cxnLst>
              <a:cxn ang="0">
                <a:pos x="T0" y="T1"/>
              </a:cxn>
              <a:cxn ang="0">
                <a:pos x="T2" y="T3"/>
              </a:cxn>
              <a:cxn ang="0">
                <a:pos x="T4" y="T5"/>
              </a:cxn>
              <a:cxn ang="0">
                <a:pos x="T6" y="T7"/>
              </a:cxn>
              <a:cxn ang="0">
                <a:pos x="T8" y="T9"/>
              </a:cxn>
            </a:cxnLst>
            <a:rect l="0" t="0" r="r" b="b"/>
            <a:pathLst>
              <a:path w="2805" h="517">
                <a:moveTo>
                  <a:pt x="0" y="0"/>
                </a:moveTo>
                <a:lnTo>
                  <a:pt x="2805" y="0"/>
                </a:lnTo>
                <a:lnTo>
                  <a:pt x="2805" y="517"/>
                </a:lnTo>
                <a:lnTo>
                  <a:pt x="204" y="517"/>
                </a:lnTo>
                <a:lnTo>
                  <a:pt x="0" y="0"/>
                </a:lnTo>
                <a:close/>
              </a:path>
            </a:pathLst>
          </a:custGeom>
          <a:solidFill>
            <a:srgbClr val="00B0F0"/>
          </a:solidFill>
          <a:ln>
            <a:noFill/>
          </a:ln>
        </p:spPr>
        <p:txBody>
          <a:bodyPr vert="horz" wrap="square" lIns="91440" tIns="45720" rIns="91440" bIns="45720" numCol="1" anchor="t" anchorCtr="0" compatLnSpc="1"/>
          <a:lstStyle/>
          <a:p>
            <a:endParaRPr lang="zh-CN" altLang="en-US"/>
          </a:p>
        </p:txBody>
      </p:sp>
      <p:sp>
        <p:nvSpPr>
          <p:cNvPr id="44" name="Freeform 13"/>
          <p:cNvSpPr/>
          <p:nvPr/>
        </p:nvSpPr>
        <p:spPr bwMode="auto">
          <a:xfrm>
            <a:off x="5710720" y="5290284"/>
            <a:ext cx="2674178" cy="510708"/>
          </a:xfrm>
          <a:custGeom>
            <a:avLst/>
            <a:gdLst>
              <a:gd name="T0" fmla="*/ 0 w 2601"/>
              <a:gd name="T1" fmla="*/ 119 h 627"/>
              <a:gd name="T2" fmla="*/ 2601 w 2601"/>
              <a:gd name="T3" fmla="*/ 0 h 627"/>
              <a:gd name="T4" fmla="*/ 2601 w 2601"/>
              <a:gd name="T5" fmla="*/ 517 h 627"/>
              <a:gd name="T6" fmla="*/ 189 w 2601"/>
              <a:gd name="T7" fmla="*/ 627 h 627"/>
              <a:gd name="T8" fmla="*/ 0 w 2601"/>
              <a:gd name="T9" fmla="*/ 119 h 627"/>
            </a:gdLst>
            <a:ahLst/>
            <a:cxnLst>
              <a:cxn ang="0">
                <a:pos x="T0" y="T1"/>
              </a:cxn>
              <a:cxn ang="0">
                <a:pos x="T2" y="T3"/>
              </a:cxn>
              <a:cxn ang="0">
                <a:pos x="T4" y="T5"/>
              </a:cxn>
              <a:cxn ang="0">
                <a:pos x="T6" y="T7"/>
              </a:cxn>
              <a:cxn ang="0">
                <a:pos x="T8" y="T9"/>
              </a:cxn>
            </a:cxnLst>
            <a:rect l="0" t="0" r="r" b="b"/>
            <a:pathLst>
              <a:path w="2601" h="627">
                <a:moveTo>
                  <a:pt x="0" y="119"/>
                </a:moveTo>
                <a:lnTo>
                  <a:pt x="2601" y="0"/>
                </a:lnTo>
                <a:lnTo>
                  <a:pt x="2601" y="517"/>
                </a:lnTo>
                <a:lnTo>
                  <a:pt x="189" y="627"/>
                </a:lnTo>
                <a:lnTo>
                  <a:pt x="0" y="119"/>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45" name="Freeform 14"/>
          <p:cNvSpPr/>
          <p:nvPr/>
        </p:nvSpPr>
        <p:spPr bwMode="auto">
          <a:xfrm>
            <a:off x="5545048" y="5290284"/>
            <a:ext cx="2883341" cy="420342"/>
          </a:xfrm>
          <a:custGeom>
            <a:avLst/>
            <a:gdLst>
              <a:gd name="T0" fmla="*/ 0 w 2805"/>
              <a:gd name="T1" fmla="*/ 0 h 517"/>
              <a:gd name="T2" fmla="*/ 2805 w 2805"/>
              <a:gd name="T3" fmla="*/ 0 h 517"/>
              <a:gd name="T4" fmla="*/ 2805 w 2805"/>
              <a:gd name="T5" fmla="*/ 517 h 517"/>
              <a:gd name="T6" fmla="*/ 204 w 2805"/>
              <a:gd name="T7" fmla="*/ 517 h 517"/>
              <a:gd name="T8" fmla="*/ 0 w 2805"/>
              <a:gd name="T9" fmla="*/ 0 h 517"/>
            </a:gdLst>
            <a:ahLst/>
            <a:cxnLst>
              <a:cxn ang="0">
                <a:pos x="T0" y="T1"/>
              </a:cxn>
              <a:cxn ang="0">
                <a:pos x="T2" y="T3"/>
              </a:cxn>
              <a:cxn ang="0">
                <a:pos x="T4" y="T5"/>
              </a:cxn>
              <a:cxn ang="0">
                <a:pos x="T6" y="T7"/>
              </a:cxn>
              <a:cxn ang="0">
                <a:pos x="T8" y="T9"/>
              </a:cxn>
            </a:cxnLst>
            <a:rect l="0" t="0" r="r" b="b"/>
            <a:pathLst>
              <a:path w="2805" h="517">
                <a:moveTo>
                  <a:pt x="0" y="0"/>
                </a:moveTo>
                <a:lnTo>
                  <a:pt x="2805" y="0"/>
                </a:lnTo>
                <a:lnTo>
                  <a:pt x="2805" y="517"/>
                </a:lnTo>
                <a:lnTo>
                  <a:pt x="204" y="517"/>
                </a:lnTo>
                <a:lnTo>
                  <a:pt x="0" y="0"/>
                </a:lnTo>
                <a:close/>
              </a:path>
            </a:pathLst>
          </a:custGeom>
          <a:solidFill>
            <a:srgbClr val="00B0F0"/>
          </a:solidFill>
          <a:ln>
            <a:noFill/>
          </a:ln>
        </p:spPr>
        <p:txBody>
          <a:bodyPr vert="horz" wrap="square" lIns="91440" tIns="45720" rIns="91440" bIns="45720" numCol="1" anchor="t" anchorCtr="0" compatLnSpc="1"/>
          <a:lstStyle/>
          <a:p>
            <a:endParaRPr lang="zh-CN" altLang="en-US">
              <a:solidFill>
                <a:schemeClr val="bg1"/>
              </a:solidFill>
            </a:endParaRPr>
          </a:p>
        </p:txBody>
      </p:sp>
      <p:sp>
        <p:nvSpPr>
          <p:cNvPr id="46" name="TextBox 26"/>
          <p:cNvSpPr txBox="1"/>
          <p:nvPr/>
        </p:nvSpPr>
        <p:spPr>
          <a:xfrm>
            <a:off x="6014703" y="1647767"/>
            <a:ext cx="1198880" cy="398780"/>
          </a:xfrm>
          <a:prstGeom prst="rect">
            <a:avLst/>
          </a:prstGeom>
          <a:noFill/>
        </p:spPr>
        <p:txBody>
          <a:bodyPr wrap="none" rtlCol="0">
            <a:spAutoFit/>
          </a:bodyPr>
          <a:lstStyle/>
          <a:p>
            <a:r>
              <a:rPr lang="zh-CN" altLang="en-US" sz="2000" b="1" dirty="0">
                <a:solidFill>
                  <a:schemeClr val="bg1"/>
                </a:solidFill>
                <a:latin typeface="+mn-ea"/>
                <a:ea typeface="+mn-ea"/>
              </a:rPr>
              <a:t>办公地点</a:t>
            </a:r>
            <a:endParaRPr lang="zh-CN" altLang="en-US" sz="2000" b="1" dirty="0">
              <a:solidFill>
                <a:schemeClr val="bg1"/>
              </a:solidFill>
              <a:latin typeface="+mn-ea"/>
              <a:ea typeface="+mn-ea"/>
            </a:endParaRPr>
          </a:p>
        </p:txBody>
      </p:sp>
      <p:sp>
        <p:nvSpPr>
          <p:cNvPr id="47" name="TextBox 27"/>
          <p:cNvSpPr txBox="1"/>
          <p:nvPr/>
        </p:nvSpPr>
        <p:spPr>
          <a:xfrm>
            <a:off x="6014703" y="3487376"/>
            <a:ext cx="1198880" cy="398780"/>
          </a:xfrm>
          <a:prstGeom prst="rect">
            <a:avLst/>
          </a:prstGeom>
          <a:noFill/>
        </p:spPr>
        <p:txBody>
          <a:bodyPr wrap="none" rtlCol="0">
            <a:spAutoFit/>
          </a:bodyPr>
          <a:lstStyle/>
          <a:p>
            <a:r>
              <a:rPr lang="zh-CN" altLang="en-US" sz="2000" b="1" dirty="0" smtClean="0">
                <a:solidFill>
                  <a:schemeClr val="bg1"/>
                </a:solidFill>
                <a:latin typeface="+mn-ea"/>
                <a:ea typeface="+mn-ea"/>
              </a:rPr>
              <a:t>联系方式</a:t>
            </a:r>
            <a:endParaRPr lang="zh-CN" altLang="en-US" sz="2000" b="1" dirty="0" smtClean="0">
              <a:solidFill>
                <a:schemeClr val="bg1"/>
              </a:solidFill>
              <a:latin typeface="+mn-ea"/>
              <a:ea typeface="+mn-ea"/>
            </a:endParaRPr>
          </a:p>
        </p:txBody>
      </p:sp>
      <p:sp>
        <p:nvSpPr>
          <p:cNvPr id="48" name="TextBox 28"/>
          <p:cNvSpPr txBox="1"/>
          <p:nvPr/>
        </p:nvSpPr>
        <p:spPr>
          <a:xfrm>
            <a:off x="6014703" y="5314929"/>
            <a:ext cx="1198880" cy="398780"/>
          </a:xfrm>
          <a:prstGeom prst="rect">
            <a:avLst/>
          </a:prstGeom>
          <a:noFill/>
        </p:spPr>
        <p:txBody>
          <a:bodyPr wrap="none" rtlCol="0">
            <a:spAutoFit/>
          </a:bodyPr>
          <a:lstStyle/>
          <a:p>
            <a:r>
              <a:rPr lang="zh-CN" altLang="en-US" sz="2000" b="1" dirty="0">
                <a:solidFill>
                  <a:schemeClr val="bg1"/>
                </a:solidFill>
                <a:latin typeface="+mn-ea"/>
                <a:ea typeface="+mn-ea"/>
              </a:rPr>
              <a:t>答疑时间</a:t>
            </a:r>
            <a:endParaRPr lang="zh-CN" altLang="en-US" sz="2000" b="1" dirty="0">
              <a:solidFill>
                <a:schemeClr val="bg1"/>
              </a:solidFill>
              <a:latin typeface="+mn-ea"/>
              <a:ea typeface="+mn-ea"/>
            </a:endParaRPr>
          </a:p>
        </p:txBody>
      </p:sp>
      <p:sp>
        <p:nvSpPr>
          <p:cNvPr id="49" name="TextBox 29"/>
          <p:cNvSpPr txBox="1"/>
          <p:nvPr/>
        </p:nvSpPr>
        <p:spPr>
          <a:xfrm>
            <a:off x="5524601" y="2205231"/>
            <a:ext cx="4347431" cy="398780"/>
          </a:xfrm>
          <a:prstGeom prst="rect">
            <a:avLst/>
          </a:prstGeom>
          <a:noFill/>
        </p:spPr>
        <p:txBody>
          <a:bodyPr wrap="square" rtlCol="0">
            <a:spAutoFit/>
          </a:bodyPr>
          <a:lstStyle>
            <a:defPPr>
              <a:defRPr lang="zh-CN"/>
            </a:defPPr>
            <a:lvl1pPr>
              <a:defRPr sz="2000">
                <a:solidFill>
                  <a:schemeClr val="accent1"/>
                </a:solidFill>
                <a:latin typeface="+mn-ea"/>
                <a:ea typeface="+mn-ea"/>
              </a:defRPr>
            </a:lvl1pPr>
          </a:lstStyle>
          <a:p>
            <a:r>
              <a:rPr lang="zh-CN" altLang="en-US" b="1" dirty="0">
                <a:solidFill>
                  <a:schemeClr val="tx1"/>
                </a:solidFill>
                <a:sym typeface="+mn-ea"/>
              </a:rPr>
              <a:t>新实验大楼 </a:t>
            </a:r>
            <a:r>
              <a:rPr lang="en-US" altLang="zh-CN" b="1" dirty="0">
                <a:solidFill>
                  <a:schemeClr val="tx1"/>
                </a:solidFill>
                <a:sym typeface="+mn-ea"/>
              </a:rPr>
              <a:t>A505</a:t>
            </a:r>
            <a:endParaRPr lang="en-US" altLang="zh-CN" b="1" dirty="0">
              <a:solidFill>
                <a:schemeClr val="tx1"/>
              </a:solidFill>
              <a:sym typeface="+mn-ea"/>
            </a:endParaRPr>
          </a:p>
        </p:txBody>
      </p:sp>
      <p:sp>
        <p:nvSpPr>
          <p:cNvPr id="50" name="TextBox 30"/>
          <p:cNvSpPr txBox="1"/>
          <p:nvPr/>
        </p:nvSpPr>
        <p:spPr>
          <a:xfrm>
            <a:off x="5524601" y="4015873"/>
            <a:ext cx="4347431" cy="706755"/>
          </a:xfrm>
          <a:prstGeom prst="rect">
            <a:avLst/>
          </a:prstGeom>
          <a:noFill/>
        </p:spPr>
        <p:txBody>
          <a:bodyPr wrap="square" rtlCol="0">
            <a:spAutoFit/>
          </a:bodyPr>
          <a:lstStyle>
            <a:defPPr>
              <a:defRPr lang="zh-CN"/>
            </a:defPPr>
            <a:lvl1pPr>
              <a:defRPr sz="2000">
                <a:solidFill>
                  <a:schemeClr val="accent1"/>
                </a:solidFill>
                <a:latin typeface="+mn-ea"/>
                <a:ea typeface="+mn-ea"/>
              </a:defRPr>
            </a:lvl1pPr>
          </a:lstStyle>
          <a:p>
            <a:r>
              <a:rPr lang="en-US" altLang="zh-CN" b="1" dirty="0">
                <a:solidFill>
                  <a:schemeClr val="tx1"/>
                </a:solidFill>
              </a:rPr>
              <a:t>QQ</a:t>
            </a:r>
            <a:r>
              <a:rPr lang="zh-CN" altLang="en-US" b="1" dirty="0">
                <a:solidFill>
                  <a:schemeClr val="tx1"/>
                </a:solidFill>
              </a:rPr>
              <a:t>：</a:t>
            </a:r>
            <a:r>
              <a:rPr lang="en-US" altLang="zh-CN" b="1" dirty="0">
                <a:solidFill>
                  <a:schemeClr val="tx1"/>
                </a:solidFill>
              </a:rPr>
              <a:t>465105463</a:t>
            </a:r>
            <a:endParaRPr lang="en-US" altLang="zh-CN" b="1" dirty="0">
              <a:solidFill>
                <a:schemeClr val="tx1"/>
              </a:solidFill>
            </a:endParaRPr>
          </a:p>
          <a:p>
            <a:r>
              <a:rPr lang="en-US" altLang="zh-CN" b="1" dirty="0">
                <a:solidFill>
                  <a:schemeClr val="tx1"/>
                </a:solidFill>
              </a:rPr>
              <a:t>Eamil</a:t>
            </a:r>
            <a:r>
              <a:rPr lang="zh-CN" altLang="en-US" b="1" dirty="0">
                <a:solidFill>
                  <a:schemeClr val="tx1"/>
                </a:solidFill>
              </a:rPr>
              <a:t>：</a:t>
            </a:r>
            <a:r>
              <a:rPr lang="en-US" altLang="zh-CN" b="1" dirty="0">
                <a:solidFill>
                  <a:schemeClr val="tx1"/>
                </a:solidFill>
              </a:rPr>
              <a:t>yexiaojing@cqupt.edu.cn</a:t>
            </a:r>
            <a:endParaRPr lang="en-US" altLang="zh-CN" b="1" dirty="0">
              <a:solidFill>
                <a:schemeClr val="tx1"/>
              </a:solidFill>
            </a:endParaRPr>
          </a:p>
        </p:txBody>
      </p:sp>
      <p:sp>
        <p:nvSpPr>
          <p:cNvPr id="51" name="TextBox 34"/>
          <p:cNvSpPr txBox="1"/>
          <p:nvPr/>
        </p:nvSpPr>
        <p:spPr>
          <a:xfrm>
            <a:off x="5524601" y="5825086"/>
            <a:ext cx="4347431" cy="398780"/>
          </a:xfrm>
          <a:prstGeom prst="rect">
            <a:avLst/>
          </a:prstGeom>
          <a:noFill/>
        </p:spPr>
        <p:txBody>
          <a:bodyPr wrap="square" rtlCol="0">
            <a:spAutoFit/>
          </a:bodyPr>
          <a:lstStyle>
            <a:defPPr>
              <a:defRPr lang="zh-CN"/>
            </a:defPPr>
            <a:lvl1pPr>
              <a:defRPr sz="2000">
                <a:solidFill>
                  <a:schemeClr val="accent1"/>
                </a:solidFill>
                <a:latin typeface="+mn-ea"/>
                <a:ea typeface="+mn-ea"/>
              </a:defRPr>
            </a:lvl1pPr>
          </a:lstStyle>
          <a:p>
            <a:r>
              <a:rPr lang="zh-CN" altLang="en-US" b="1" dirty="0">
                <a:solidFill>
                  <a:schemeClr val="tx1"/>
                </a:solidFill>
              </a:rPr>
              <a:t>周四 </a:t>
            </a:r>
            <a:r>
              <a:rPr lang="en-US" altLang="zh-CN" b="1" dirty="0">
                <a:solidFill>
                  <a:schemeClr val="tx1"/>
                </a:solidFill>
              </a:rPr>
              <a:t>16</a:t>
            </a:r>
            <a:r>
              <a:rPr lang="zh-CN" altLang="en-US" b="1" dirty="0">
                <a:solidFill>
                  <a:schemeClr val="tx1"/>
                </a:solidFill>
              </a:rPr>
              <a:t>：</a:t>
            </a:r>
            <a:r>
              <a:rPr lang="en-US" altLang="zh-CN" b="1" dirty="0">
                <a:solidFill>
                  <a:schemeClr val="tx1"/>
                </a:solidFill>
              </a:rPr>
              <a:t>00-17</a:t>
            </a:r>
            <a:r>
              <a:rPr lang="zh-CN" altLang="en-US" b="1" dirty="0">
                <a:solidFill>
                  <a:schemeClr val="tx1"/>
                </a:solidFill>
              </a:rPr>
              <a:t>：</a:t>
            </a:r>
            <a:r>
              <a:rPr lang="en-US" altLang="zh-CN" b="1" dirty="0">
                <a:solidFill>
                  <a:schemeClr val="tx1"/>
                </a:solidFill>
              </a:rPr>
              <a:t>3</a:t>
            </a:r>
            <a:r>
              <a:rPr lang="en-US" altLang="zh-CN" b="1" dirty="0">
                <a:solidFill>
                  <a:schemeClr val="tx1"/>
                </a:solidFill>
              </a:rPr>
              <a:t>0</a:t>
            </a:r>
            <a:endParaRPr lang="en-US" altLang="zh-CN" b="1" dirty="0">
              <a:solidFill>
                <a:schemeClr val="tx1"/>
              </a:solidFill>
            </a:endParaRPr>
          </a:p>
        </p:txBody>
      </p:sp>
      <p:sp>
        <p:nvSpPr>
          <p:cNvPr id="16" name="Freeform 6"/>
          <p:cNvSpPr/>
          <p:nvPr/>
        </p:nvSpPr>
        <p:spPr bwMode="auto">
          <a:xfrm>
            <a:off x="3764783" y="4069780"/>
            <a:ext cx="1350962" cy="946150"/>
          </a:xfrm>
          <a:custGeom>
            <a:avLst/>
            <a:gdLst>
              <a:gd name="T0" fmla="*/ 0 w 1432"/>
              <a:gd name="T1" fmla="*/ 290 h 1002"/>
              <a:gd name="T2" fmla="*/ 1432 w 1432"/>
              <a:gd name="T3" fmla="*/ 0 h 1002"/>
              <a:gd name="T4" fmla="*/ 1245 w 1432"/>
              <a:gd name="T5" fmla="*/ 793 h 1002"/>
              <a:gd name="T6" fmla="*/ 275 w 1432"/>
              <a:gd name="T7" fmla="*/ 1002 h 1002"/>
              <a:gd name="T8" fmla="*/ 0 w 1432"/>
              <a:gd name="T9" fmla="*/ 290 h 1002"/>
            </a:gdLst>
            <a:ahLst/>
            <a:cxnLst>
              <a:cxn ang="0">
                <a:pos x="T0" y="T1"/>
              </a:cxn>
              <a:cxn ang="0">
                <a:pos x="T2" y="T3"/>
              </a:cxn>
              <a:cxn ang="0">
                <a:pos x="T4" y="T5"/>
              </a:cxn>
              <a:cxn ang="0">
                <a:pos x="T6" y="T7"/>
              </a:cxn>
              <a:cxn ang="0">
                <a:pos x="T8" y="T9"/>
              </a:cxn>
            </a:cxnLst>
            <a:rect l="0" t="0" r="r" b="b"/>
            <a:pathLst>
              <a:path w="1432" h="1002">
                <a:moveTo>
                  <a:pt x="0" y="290"/>
                </a:moveTo>
                <a:lnTo>
                  <a:pt x="1432" y="0"/>
                </a:lnTo>
                <a:lnTo>
                  <a:pt x="1245" y="793"/>
                </a:lnTo>
                <a:lnTo>
                  <a:pt x="275" y="1002"/>
                </a:lnTo>
                <a:lnTo>
                  <a:pt x="0" y="290"/>
                </a:lnTo>
                <a:close/>
              </a:path>
            </a:pathLst>
          </a:custGeom>
          <a:solidFill>
            <a:schemeClr val="bg2">
              <a:lumMod val="50000"/>
            </a:schemeClr>
          </a:solidFill>
          <a:ln>
            <a:noFill/>
          </a:ln>
        </p:spPr>
        <p:txBody>
          <a:bodyPr vert="horz" wrap="square" lIns="91440" tIns="45720" rIns="91440" bIns="45720" numCol="1" anchor="t" anchorCtr="0" compatLnSpc="1"/>
          <a:p>
            <a:endParaRPr lang="zh-CN" altLang="en-US"/>
          </a:p>
        </p:txBody>
      </p:sp>
      <p:sp>
        <p:nvSpPr>
          <p:cNvPr id="17" name="Oval 7"/>
          <p:cNvSpPr>
            <a:spLocks noChangeArrowheads="1"/>
          </p:cNvSpPr>
          <p:nvPr/>
        </p:nvSpPr>
        <p:spPr bwMode="auto">
          <a:xfrm>
            <a:off x="2540821" y="2880742"/>
            <a:ext cx="2206625" cy="2206625"/>
          </a:xfrm>
          <a:prstGeom prst="ellipse">
            <a:avLst/>
          </a:prstGeom>
          <a:solidFill>
            <a:schemeClr val="tx2"/>
          </a:solidFill>
          <a:ln>
            <a:noFill/>
          </a:ln>
        </p:spPr>
        <p:txBody>
          <a:bodyPr vert="horz" wrap="square" lIns="91440" tIns="45720" rIns="91440" bIns="45720" numCol="1" anchor="t" anchorCtr="0" compatLnSpc="1"/>
          <a:p>
            <a:endParaRPr lang="zh-CN" altLang="en-US"/>
          </a:p>
        </p:txBody>
      </p:sp>
      <p:sp>
        <p:nvSpPr>
          <p:cNvPr id="18" name="Freeform 8"/>
          <p:cNvSpPr/>
          <p:nvPr/>
        </p:nvSpPr>
        <p:spPr bwMode="auto">
          <a:xfrm>
            <a:off x="1966146" y="4069780"/>
            <a:ext cx="3149600" cy="717550"/>
          </a:xfrm>
          <a:custGeom>
            <a:avLst/>
            <a:gdLst>
              <a:gd name="T0" fmla="*/ 0 w 3337"/>
              <a:gd name="T1" fmla="*/ 0 h 760"/>
              <a:gd name="T2" fmla="*/ 3337 w 3337"/>
              <a:gd name="T3" fmla="*/ 0 h 760"/>
              <a:gd name="T4" fmla="*/ 3150 w 3337"/>
              <a:gd name="T5" fmla="*/ 760 h 760"/>
              <a:gd name="T6" fmla="*/ 275 w 3337"/>
              <a:gd name="T7" fmla="*/ 760 h 760"/>
              <a:gd name="T8" fmla="*/ 0 w 3337"/>
              <a:gd name="T9" fmla="*/ 0 h 760"/>
            </a:gdLst>
            <a:ahLst/>
            <a:cxnLst>
              <a:cxn ang="0">
                <a:pos x="T0" y="T1"/>
              </a:cxn>
              <a:cxn ang="0">
                <a:pos x="T2" y="T3"/>
              </a:cxn>
              <a:cxn ang="0">
                <a:pos x="T4" y="T5"/>
              </a:cxn>
              <a:cxn ang="0">
                <a:pos x="T6" y="T7"/>
              </a:cxn>
              <a:cxn ang="0">
                <a:pos x="T8" y="T9"/>
              </a:cxn>
            </a:cxnLst>
            <a:rect l="0" t="0" r="r" b="b"/>
            <a:pathLst>
              <a:path w="3337" h="760">
                <a:moveTo>
                  <a:pt x="0" y="0"/>
                </a:moveTo>
                <a:lnTo>
                  <a:pt x="3337" y="0"/>
                </a:lnTo>
                <a:lnTo>
                  <a:pt x="3150" y="760"/>
                </a:lnTo>
                <a:lnTo>
                  <a:pt x="275" y="760"/>
                </a:lnTo>
                <a:lnTo>
                  <a:pt x="0" y="0"/>
                </a:lnTo>
                <a:close/>
              </a:path>
            </a:pathLst>
          </a:custGeom>
          <a:solidFill>
            <a:srgbClr val="00B0F0"/>
          </a:solidFill>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anchor="t" anchorCtr="0" compatLnSpc="1"/>
          <a:p>
            <a:endParaRPr lang="zh-CN" altLang="en-US"/>
          </a:p>
        </p:txBody>
      </p:sp>
      <p:sp>
        <p:nvSpPr>
          <p:cNvPr id="19" name="TextBox 13"/>
          <p:cNvSpPr txBox="1"/>
          <p:nvPr/>
        </p:nvSpPr>
        <p:spPr>
          <a:xfrm>
            <a:off x="2898381" y="2930812"/>
            <a:ext cx="817853" cy="1323439"/>
          </a:xfrm>
          <a:prstGeom prst="rect">
            <a:avLst/>
          </a:prstGeom>
          <a:noFill/>
        </p:spPr>
        <p:txBody>
          <a:bodyPr wrap="none" rtlCol="0">
            <a:spAutoFit/>
          </a:bodyPr>
          <a:p>
            <a:r>
              <a:rPr lang="en-US" altLang="zh-CN" sz="8000" b="1" dirty="0" smtClean="0">
                <a:solidFill>
                  <a:schemeClr val="bg1"/>
                </a:solidFill>
                <a:latin typeface="+mj-ea"/>
                <a:ea typeface="+mj-ea"/>
              </a:rPr>
              <a:t>3</a:t>
            </a:r>
            <a:endParaRPr lang="en-US" altLang="zh-CN" sz="8000" b="1" dirty="0" smtClean="0">
              <a:solidFill>
                <a:schemeClr val="bg1"/>
              </a:solidFill>
              <a:latin typeface="+mj-ea"/>
              <a:ea typeface="+mj-ea"/>
            </a:endParaRPr>
          </a:p>
        </p:txBody>
      </p:sp>
      <p:sp>
        <p:nvSpPr>
          <p:cNvPr id="2" name="TextBox 14"/>
          <p:cNvSpPr txBox="1"/>
          <p:nvPr/>
        </p:nvSpPr>
        <p:spPr>
          <a:xfrm>
            <a:off x="3504160" y="3544937"/>
            <a:ext cx="1392709" cy="460375"/>
          </a:xfrm>
          <a:prstGeom prst="rect">
            <a:avLst/>
          </a:prstGeom>
          <a:noFill/>
        </p:spPr>
        <p:txBody>
          <a:bodyPr wrap="square" rtlCol="0">
            <a:spAutoFit/>
          </a:bodyPr>
          <a:p>
            <a:r>
              <a:rPr lang="zh-CN" altLang="en-US" sz="2400" dirty="0" smtClean="0">
                <a:solidFill>
                  <a:schemeClr val="bg1"/>
                </a:solidFill>
                <a:latin typeface="+mn-ea"/>
                <a:ea typeface="+mn-ea"/>
              </a:rPr>
              <a:t>个重点</a:t>
            </a:r>
            <a:endParaRPr lang="zh-CN" altLang="en-US" sz="2400" dirty="0" smtClean="0">
              <a:solidFill>
                <a:schemeClr val="bg1"/>
              </a:solidFill>
              <a:latin typeface="+mn-ea"/>
              <a:ea typeface="+mn-ea"/>
            </a:endParaRPr>
          </a:p>
        </p:txBody>
      </p:sp>
      <p:sp>
        <p:nvSpPr>
          <p:cNvPr id="4" name="TextBox 15"/>
          <p:cNvSpPr txBox="1"/>
          <p:nvPr/>
        </p:nvSpPr>
        <p:spPr>
          <a:xfrm>
            <a:off x="2853603" y="4213111"/>
            <a:ext cx="1579880" cy="429895"/>
          </a:xfrm>
          <a:prstGeom prst="rect">
            <a:avLst/>
          </a:prstGeom>
          <a:noFill/>
        </p:spPr>
        <p:txBody>
          <a:bodyPr wrap="none" rtlCol="0">
            <a:spAutoFit/>
          </a:bodyPr>
          <a:p>
            <a:r>
              <a:rPr lang="zh-CN" altLang="en-US" sz="2200" dirty="0">
                <a:solidFill>
                  <a:schemeClr val="bg1"/>
                </a:solidFill>
                <a:latin typeface="+mn-ea"/>
                <a:ea typeface="+mn-ea"/>
              </a:rPr>
              <a:t>关于联系我</a:t>
            </a:r>
            <a:endParaRPr lang="zh-CN" altLang="en-US" sz="2200" dirty="0">
              <a:solidFill>
                <a:schemeClr val="bg1"/>
              </a:solidFill>
              <a:latin typeface="+mn-ea"/>
              <a:ea typeface="+mn-ea"/>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300"/>
                                        <p:tgtEl>
                                          <p:spTgt spid="40"/>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wipe(right)">
                                      <p:cBhvr>
                                        <p:cTn id="11" dur="400"/>
                                        <p:tgtEl>
                                          <p:spTgt spid="41"/>
                                        </p:tgtEl>
                                      </p:cBhvr>
                                    </p:animEffect>
                                  </p:childTnLst>
                                </p:cTn>
                              </p:par>
                            </p:childTnLst>
                          </p:cTn>
                        </p:par>
                        <p:par>
                          <p:cTn id="12" fill="hold">
                            <p:stCondLst>
                              <p:cond delay="1000"/>
                            </p:stCondLst>
                            <p:childTnLst>
                              <p:par>
                                <p:cTn id="13" presetID="31" presetClass="entr" presetSubtype="0" fill="hold" grpId="0" nodeType="afterEffect">
                                  <p:stCondLst>
                                    <p:cond delay="0"/>
                                  </p:stCondLst>
                                  <p:childTnLst>
                                    <p:set>
                                      <p:cBhvr>
                                        <p:cTn id="14" dur="1" fill="hold">
                                          <p:stCondLst>
                                            <p:cond delay="0"/>
                                          </p:stCondLst>
                                        </p:cTn>
                                        <p:tgtEl>
                                          <p:spTgt spid="46"/>
                                        </p:tgtEl>
                                        <p:attrNameLst>
                                          <p:attrName>style.visibility</p:attrName>
                                        </p:attrNameLst>
                                      </p:cBhvr>
                                      <p:to>
                                        <p:strVal val="visible"/>
                                      </p:to>
                                    </p:set>
                                    <p:anim calcmode="lin" valueType="num">
                                      <p:cBhvr>
                                        <p:cTn id="15" dur="300" fill="hold"/>
                                        <p:tgtEl>
                                          <p:spTgt spid="46"/>
                                        </p:tgtEl>
                                        <p:attrNameLst>
                                          <p:attrName>ppt_w</p:attrName>
                                        </p:attrNameLst>
                                      </p:cBhvr>
                                      <p:tavLst>
                                        <p:tav tm="0">
                                          <p:val>
                                            <p:fltVal val="0"/>
                                          </p:val>
                                        </p:tav>
                                        <p:tav tm="100000">
                                          <p:val>
                                            <p:strVal val="#ppt_w"/>
                                          </p:val>
                                        </p:tav>
                                      </p:tavLst>
                                    </p:anim>
                                    <p:anim calcmode="lin" valueType="num">
                                      <p:cBhvr>
                                        <p:cTn id="16" dur="300" fill="hold"/>
                                        <p:tgtEl>
                                          <p:spTgt spid="46"/>
                                        </p:tgtEl>
                                        <p:attrNameLst>
                                          <p:attrName>ppt_h</p:attrName>
                                        </p:attrNameLst>
                                      </p:cBhvr>
                                      <p:tavLst>
                                        <p:tav tm="0">
                                          <p:val>
                                            <p:fltVal val="0"/>
                                          </p:val>
                                        </p:tav>
                                        <p:tav tm="100000">
                                          <p:val>
                                            <p:strVal val="#ppt_h"/>
                                          </p:val>
                                        </p:tav>
                                      </p:tavLst>
                                    </p:anim>
                                    <p:anim calcmode="lin" valueType="num">
                                      <p:cBhvr>
                                        <p:cTn id="17" dur="300" fill="hold"/>
                                        <p:tgtEl>
                                          <p:spTgt spid="46"/>
                                        </p:tgtEl>
                                        <p:attrNameLst>
                                          <p:attrName>style.rotation</p:attrName>
                                        </p:attrNameLst>
                                      </p:cBhvr>
                                      <p:tavLst>
                                        <p:tav tm="0">
                                          <p:val>
                                            <p:fltVal val="90"/>
                                          </p:val>
                                        </p:tav>
                                        <p:tav tm="100000">
                                          <p:val>
                                            <p:fltVal val="0"/>
                                          </p:val>
                                        </p:tav>
                                      </p:tavLst>
                                    </p:anim>
                                    <p:animEffect transition="in" filter="fade">
                                      <p:cBhvr>
                                        <p:cTn id="18" dur="300"/>
                                        <p:tgtEl>
                                          <p:spTgt spid="46"/>
                                        </p:tgtEl>
                                      </p:cBhvr>
                                    </p:animEffect>
                                  </p:childTnLst>
                                </p:cTn>
                              </p:par>
                            </p:childTnLst>
                          </p:cTn>
                        </p:par>
                        <p:par>
                          <p:cTn id="19" fill="hold">
                            <p:stCondLst>
                              <p:cond delay="1500"/>
                            </p:stCondLst>
                            <p:childTnLst>
                              <p:par>
                                <p:cTn id="20" presetID="22" presetClass="entr" presetSubtype="1" fill="hold" grpId="0" nodeType="after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wipe(up)">
                                      <p:cBhvr>
                                        <p:cTn id="22" dur="500"/>
                                        <p:tgtEl>
                                          <p:spTgt spid="49"/>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42"/>
                                        </p:tgtEl>
                                        <p:attrNameLst>
                                          <p:attrName>style.visibility</p:attrName>
                                        </p:attrNameLst>
                                      </p:cBhvr>
                                      <p:to>
                                        <p:strVal val="visible"/>
                                      </p:to>
                                    </p:set>
                                    <p:animEffect transition="in" filter="wipe(left)">
                                      <p:cBhvr>
                                        <p:cTn id="26" dur="300"/>
                                        <p:tgtEl>
                                          <p:spTgt spid="42"/>
                                        </p:tgtEl>
                                      </p:cBhvr>
                                    </p:animEffect>
                                  </p:childTnLst>
                                </p:cTn>
                              </p:par>
                            </p:childTnLst>
                          </p:cTn>
                        </p:par>
                        <p:par>
                          <p:cTn id="27" fill="hold">
                            <p:stCondLst>
                              <p:cond delay="2500"/>
                            </p:stCondLst>
                            <p:childTnLst>
                              <p:par>
                                <p:cTn id="28" presetID="22" presetClass="entr" presetSubtype="2" fill="hold" grpId="0" nodeType="after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wipe(right)">
                                      <p:cBhvr>
                                        <p:cTn id="30" dur="400"/>
                                        <p:tgtEl>
                                          <p:spTgt spid="43"/>
                                        </p:tgtEl>
                                      </p:cBhvr>
                                    </p:animEffect>
                                  </p:childTnLst>
                                </p:cTn>
                              </p:par>
                            </p:childTnLst>
                          </p:cTn>
                        </p:par>
                        <p:par>
                          <p:cTn id="31" fill="hold">
                            <p:stCondLst>
                              <p:cond delay="3000"/>
                            </p:stCondLst>
                            <p:childTnLst>
                              <p:par>
                                <p:cTn id="32" presetID="31" presetClass="entr" presetSubtype="0" fill="hold" grpId="0" nodeType="afterEffect">
                                  <p:stCondLst>
                                    <p:cond delay="0"/>
                                  </p:stCondLst>
                                  <p:childTnLst>
                                    <p:set>
                                      <p:cBhvr>
                                        <p:cTn id="33" dur="1" fill="hold">
                                          <p:stCondLst>
                                            <p:cond delay="0"/>
                                          </p:stCondLst>
                                        </p:cTn>
                                        <p:tgtEl>
                                          <p:spTgt spid="47"/>
                                        </p:tgtEl>
                                        <p:attrNameLst>
                                          <p:attrName>style.visibility</p:attrName>
                                        </p:attrNameLst>
                                      </p:cBhvr>
                                      <p:to>
                                        <p:strVal val="visible"/>
                                      </p:to>
                                    </p:set>
                                    <p:anim calcmode="lin" valueType="num">
                                      <p:cBhvr>
                                        <p:cTn id="34" dur="300" fill="hold"/>
                                        <p:tgtEl>
                                          <p:spTgt spid="47"/>
                                        </p:tgtEl>
                                        <p:attrNameLst>
                                          <p:attrName>ppt_w</p:attrName>
                                        </p:attrNameLst>
                                      </p:cBhvr>
                                      <p:tavLst>
                                        <p:tav tm="0">
                                          <p:val>
                                            <p:fltVal val="0"/>
                                          </p:val>
                                        </p:tav>
                                        <p:tav tm="100000">
                                          <p:val>
                                            <p:strVal val="#ppt_w"/>
                                          </p:val>
                                        </p:tav>
                                      </p:tavLst>
                                    </p:anim>
                                    <p:anim calcmode="lin" valueType="num">
                                      <p:cBhvr>
                                        <p:cTn id="35" dur="300" fill="hold"/>
                                        <p:tgtEl>
                                          <p:spTgt spid="47"/>
                                        </p:tgtEl>
                                        <p:attrNameLst>
                                          <p:attrName>ppt_h</p:attrName>
                                        </p:attrNameLst>
                                      </p:cBhvr>
                                      <p:tavLst>
                                        <p:tav tm="0">
                                          <p:val>
                                            <p:fltVal val="0"/>
                                          </p:val>
                                        </p:tav>
                                        <p:tav tm="100000">
                                          <p:val>
                                            <p:strVal val="#ppt_h"/>
                                          </p:val>
                                        </p:tav>
                                      </p:tavLst>
                                    </p:anim>
                                    <p:anim calcmode="lin" valueType="num">
                                      <p:cBhvr>
                                        <p:cTn id="36" dur="300" fill="hold"/>
                                        <p:tgtEl>
                                          <p:spTgt spid="47"/>
                                        </p:tgtEl>
                                        <p:attrNameLst>
                                          <p:attrName>style.rotation</p:attrName>
                                        </p:attrNameLst>
                                      </p:cBhvr>
                                      <p:tavLst>
                                        <p:tav tm="0">
                                          <p:val>
                                            <p:fltVal val="90"/>
                                          </p:val>
                                        </p:tav>
                                        <p:tav tm="100000">
                                          <p:val>
                                            <p:fltVal val="0"/>
                                          </p:val>
                                        </p:tav>
                                      </p:tavLst>
                                    </p:anim>
                                    <p:animEffect transition="in" filter="fade">
                                      <p:cBhvr>
                                        <p:cTn id="37" dur="300"/>
                                        <p:tgtEl>
                                          <p:spTgt spid="47"/>
                                        </p:tgtEl>
                                      </p:cBhvr>
                                    </p:animEffect>
                                  </p:childTnLst>
                                </p:cTn>
                              </p:par>
                            </p:childTnLst>
                          </p:cTn>
                        </p:par>
                        <p:par>
                          <p:cTn id="38" fill="hold">
                            <p:stCondLst>
                              <p:cond delay="3500"/>
                            </p:stCondLst>
                            <p:childTnLst>
                              <p:par>
                                <p:cTn id="39" presetID="22" presetClass="entr" presetSubtype="1" fill="hold" grpId="0" nodeType="afterEffect">
                                  <p:stCondLst>
                                    <p:cond delay="0"/>
                                  </p:stCondLst>
                                  <p:childTnLst>
                                    <p:set>
                                      <p:cBhvr>
                                        <p:cTn id="40" dur="1" fill="hold">
                                          <p:stCondLst>
                                            <p:cond delay="0"/>
                                          </p:stCondLst>
                                        </p:cTn>
                                        <p:tgtEl>
                                          <p:spTgt spid="50"/>
                                        </p:tgtEl>
                                        <p:attrNameLst>
                                          <p:attrName>style.visibility</p:attrName>
                                        </p:attrNameLst>
                                      </p:cBhvr>
                                      <p:to>
                                        <p:strVal val="visible"/>
                                      </p:to>
                                    </p:set>
                                    <p:animEffect transition="in" filter="wipe(up)">
                                      <p:cBhvr>
                                        <p:cTn id="41" dur="500"/>
                                        <p:tgtEl>
                                          <p:spTgt spid="50"/>
                                        </p:tgtEl>
                                      </p:cBhvr>
                                    </p:animEffect>
                                  </p:childTnLst>
                                </p:cTn>
                              </p:par>
                            </p:childTnLst>
                          </p:cTn>
                        </p:par>
                        <p:par>
                          <p:cTn id="42" fill="hold">
                            <p:stCondLst>
                              <p:cond delay="4000"/>
                            </p:stCondLst>
                            <p:childTnLst>
                              <p:par>
                                <p:cTn id="43" presetID="22" presetClass="entr" presetSubtype="8" fill="hold" grpId="0" nodeType="afterEffect">
                                  <p:stCondLst>
                                    <p:cond delay="0"/>
                                  </p:stCondLst>
                                  <p:childTnLst>
                                    <p:set>
                                      <p:cBhvr>
                                        <p:cTn id="44" dur="1" fill="hold">
                                          <p:stCondLst>
                                            <p:cond delay="0"/>
                                          </p:stCondLst>
                                        </p:cTn>
                                        <p:tgtEl>
                                          <p:spTgt spid="44"/>
                                        </p:tgtEl>
                                        <p:attrNameLst>
                                          <p:attrName>style.visibility</p:attrName>
                                        </p:attrNameLst>
                                      </p:cBhvr>
                                      <p:to>
                                        <p:strVal val="visible"/>
                                      </p:to>
                                    </p:set>
                                    <p:animEffect transition="in" filter="wipe(left)">
                                      <p:cBhvr>
                                        <p:cTn id="45" dur="300"/>
                                        <p:tgtEl>
                                          <p:spTgt spid="44"/>
                                        </p:tgtEl>
                                      </p:cBhvr>
                                    </p:animEffect>
                                  </p:childTnLst>
                                </p:cTn>
                              </p:par>
                            </p:childTnLst>
                          </p:cTn>
                        </p:par>
                        <p:par>
                          <p:cTn id="46" fill="hold">
                            <p:stCondLst>
                              <p:cond delay="4500"/>
                            </p:stCondLst>
                            <p:childTnLst>
                              <p:par>
                                <p:cTn id="47" presetID="22" presetClass="entr" presetSubtype="2" fill="hold" grpId="0" nodeType="afterEffect">
                                  <p:stCondLst>
                                    <p:cond delay="0"/>
                                  </p:stCondLst>
                                  <p:childTnLst>
                                    <p:set>
                                      <p:cBhvr>
                                        <p:cTn id="48" dur="1" fill="hold">
                                          <p:stCondLst>
                                            <p:cond delay="0"/>
                                          </p:stCondLst>
                                        </p:cTn>
                                        <p:tgtEl>
                                          <p:spTgt spid="45"/>
                                        </p:tgtEl>
                                        <p:attrNameLst>
                                          <p:attrName>style.visibility</p:attrName>
                                        </p:attrNameLst>
                                      </p:cBhvr>
                                      <p:to>
                                        <p:strVal val="visible"/>
                                      </p:to>
                                    </p:set>
                                    <p:animEffect transition="in" filter="wipe(right)">
                                      <p:cBhvr>
                                        <p:cTn id="49" dur="400"/>
                                        <p:tgtEl>
                                          <p:spTgt spid="45"/>
                                        </p:tgtEl>
                                      </p:cBhvr>
                                    </p:animEffect>
                                  </p:childTnLst>
                                </p:cTn>
                              </p:par>
                            </p:childTnLst>
                          </p:cTn>
                        </p:par>
                        <p:par>
                          <p:cTn id="50" fill="hold">
                            <p:stCondLst>
                              <p:cond delay="5000"/>
                            </p:stCondLst>
                            <p:childTnLst>
                              <p:par>
                                <p:cTn id="51" presetID="31" presetClass="entr" presetSubtype="0" fill="hold" grpId="0" nodeType="afterEffect">
                                  <p:stCondLst>
                                    <p:cond delay="0"/>
                                  </p:stCondLst>
                                  <p:childTnLst>
                                    <p:set>
                                      <p:cBhvr>
                                        <p:cTn id="52" dur="1" fill="hold">
                                          <p:stCondLst>
                                            <p:cond delay="0"/>
                                          </p:stCondLst>
                                        </p:cTn>
                                        <p:tgtEl>
                                          <p:spTgt spid="48"/>
                                        </p:tgtEl>
                                        <p:attrNameLst>
                                          <p:attrName>style.visibility</p:attrName>
                                        </p:attrNameLst>
                                      </p:cBhvr>
                                      <p:to>
                                        <p:strVal val="visible"/>
                                      </p:to>
                                    </p:set>
                                    <p:anim calcmode="lin" valueType="num">
                                      <p:cBhvr>
                                        <p:cTn id="53" dur="300" fill="hold"/>
                                        <p:tgtEl>
                                          <p:spTgt spid="48"/>
                                        </p:tgtEl>
                                        <p:attrNameLst>
                                          <p:attrName>ppt_w</p:attrName>
                                        </p:attrNameLst>
                                      </p:cBhvr>
                                      <p:tavLst>
                                        <p:tav tm="0">
                                          <p:val>
                                            <p:fltVal val="0"/>
                                          </p:val>
                                        </p:tav>
                                        <p:tav tm="100000">
                                          <p:val>
                                            <p:strVal val="#ppt_w"/>
                                          </p:val>
                                        </p:tav>
                                      </p:tavLst>
                                    </p:anim>
                                    <p:anim calcmode="lin" valueType="num">
                                      <p:cBhvr>
                                        <p:cTn id="54" dur="300" fill="hold"/>
                                        <p:tgtEl>
                                          <p:spTgt spid="48"/>
                                        </p:tgtEl>
                                        <p:attrNameLst>
                                          <p:attrName>ppt_h</p:attrName>
                                        </p:attrNameLst>
                                      </p:cBhvr>
                                      <p:tavLst>
                                        <p:tav tm="0">
                                          <p:val>
                                            <p:fltVal val="0"/>
                                          </p:val>
                                        </p:tav>
                                        <p:tav tm="100000">
                                          <p:val>
                                            <p:strVal val="#ppt_h"/>
                                          </p:val>
                                        </p:tav>
                                      </p:tavLst>
                                    </p:anim>
                                    <p:anim calcmode="lin" valueType="num">
                                      <p:cBhvr>
                                        <p:cTn id="55" dur="300" fill="hold"/>
                                        <p:tgtEl>
                                          <p:spTgt spid="48"/>
                                        </p:tgtEl>
                                        <p:attrNameLst>
                                          <p:attrName>style.rotation</p:attrName>
                                        </p:attrNameLst>
                                      </p:cBhvr>
                                      <p:tavLst>
                                        <p:tav tm="0">
                                          <p:val>
                                            <p:fltVal val="90"/>
                                          </p:val>
                                        </p:tav>
                                        <p:tav tm="100000">
                                          <p:val>
                                            <p:fltVal val="0"/>
                                          </p:val>
                                        </p:tav>
                                      </p:tavLst>
                                    </p:anim>
                                    <p:animEffect transition="in" filter="fade">
                                      <p:cBhvr>
                                        <p:cTn id="56" dur="300"/>
                                        <p:tgtEl>
                                          <p:spTgt spid="48"/>
                                        </p:tgtEl>
                                      </p:cBhvr>
                                    </p:animEffect>
                                  </p:childTnLst>
                                </p:cTn>
                              </p:par>
                            </p:childTnLst>
                          </p:cTn>
                        </p:par>
                        <p:par>
                          <p:cTn id="57" fill="hold">
                            <p:stCondLst>
                              <p:cond delay="5500"/>
                            </p:stCondLst>
                            <p:childTnLst>
                              <p:par>
                                <p:cTn id="58" presetID="22" presetClass="entr" presetSubtype="1" fill="hold" grpId="0" nodeType="afterEffect">
                                  <p:stCondLst>
                                    <p:cond delay="0"/>
                                  </p:stCondLst>
                                  <p:childTnLst>
                                    <p:set>
                                      <p:cBhvr>
                                        <p:cTn id="59" dur="1" fill="hold">
                                          <p:stCondLst>
                                            <p:cond delay="0"/>
                                          </p:stCondLst>
                                        </p:cTn>
                                        <p:tgtEl>
                                          <p:spTgt spid="51"/>
                                        </p:tgtEl>
                                        <p:attrNameLst>
                                          <p:attrName>style.visibility</p:attrName>
                                        </p:attrNameLst>
                                      </p:cBhvr>
                                      <p:to>
                                        <p:strVal val="visible"/>
                                      </p:to>
                                    </p:set>
                                    <p:animEffect transition="in" filter="wipe(up)">
                                      <p:cBhvr>
                                        <p:cTn id="60" dur="500"/>
                                        <p:tgtEl>
                                          <p:spTgt spid="51"/>
                                        </p:tgtEl>
                                      </p:cBhvr>
                                    </p:animEffect>
                                  </p:childTnLst>
                                </p:cTn>
                              </p:par>
                            </p:childTnLst>
                          </p:cTn>
                        </p:par>
                        <p:par>
                          <p:cTn id="61" fill="hold">
                            <p:stCondLst>
                              <p:cond delay="6000"/>
                            </p:stCondLst>
                            <p:childTnLst>
                              <p:par>
                                <p:cTn id="62" presetID="52" presetClass="entr" presetSubtype="0" fill="hold" grpId="0" nodeType="afterEffect">
                                  <p:stCondLst>
                                    <p:cond delay="0"/>
                                  </p:stCondLst>
                                  <p:childTnLst>
                                    <p:set>
                                      <p:cBhvr>
                                        <p:cTn id="63" dur="1" fill="hold">
                                          <p:stCondLst>
                                            <p:cond delay="0"/>
                                          </p:stCondLst>
                                        </p:cTn>
                                        <p:tgtEl>
                                          <p:spTgt spid="17"/>
                                        </p:tgtEl>
                                        <p:attrNameLst>
                                          <p:attrName>style.visibility</p:attrName>
                                        </p:attrNameLst>
                                      </p:cBhvr>
                                      <p:to>
                                        <p:strVal val="visible"/>
                                      </p:to>
                                    </p:set>
                                    <p:animScale>
                                      <p:cBhvr>
                                        <p:cTn id="64" dur="1000" decel="50000" fill="hold">
                                          <p:stCondLst>
                                            <p:cond delay="0"/>
                                          </p:stCondLst>
                                        </p:cTn>
                                        <p:tgtEl>
                                          <p:spTgt spid="1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5" dur="1000" decel="50000" fill="hold">
                                          <p:stCondLst>
                                            <p:cond delay="0"/>
                                          </p:stCondLst>
                                        </p:cTn>
                                        <p:tgtEl>
                                          <p:spTgt spid="17"/>
                                        </p:tgtEl>
                                        <p:attrNameLst>
                                          <p:attrName>ppt_x</p:attrName>
                                          <p:attrName>ppt_y</p:attrName>
                                        </p:attrNameLst>
                                      </p:cBhvr>
                                    </p:animMotion>
                                    <p:animEffect transition="in" filter="fade">
                                      <p:cBhvr>
                                        <p:cTn id="66" dur="1000"/>
                                        <p:tgtEl>
                                          <p:spTgt spid="17"/>
                                        </p:tgtEl>
                                      </p:cBhvr>
                                    </p:animEffect>
                                  </p:childTnLst>
                                </p:cTn>
                              </p:par>
                            </p:childTnLst>
                          </p:cTn>
                        </p:par>
                        <p:par>
                          <p:cTn id="67" fill="hold">
                            <p:stCondLst>
                              <p:cond delay="7000"/>
                            </p:stCondLst>
                            <p:childTnLst>
                              <p:par>
                                <p:cTn id="68" presetID="22" presetClass="entr" presetSubtype="8" fill="hold" grpId="0" nodeType="afterEffect">
                                  <p:stCondLst>
                                    <p:cond delay="0"/>
                                  </p:stCondLst>
                                  <p:childTnLst>
                                    <p:set>
                                      <p:cBhvr>
                                        <p:cTn id="69" dur="1" fill="hold">
                                          <p:stCondLst>
                                            <p:cond delay="0"/>
                                          </p:stCondLst>
                                        </p:cTn>
                                        <p:tgtEl>
                                          <p:spTgt spid="16"/>
                                        </p:tgtEl>
                                        <p:attrNameLst>
                                          <p:attrName>style.visibility</p:attrName>
                                        </p:attrNameLst>
                                      </p:cBhvr>
                                      <p:to>
                                        <p:strVal val="visible"/>
                                      </p:to>
                                    </p:set>
                                    <p:animEffect transition="in" filter="wipe(left)">
                                      <p:cBhvr>
                                        <p:cTn id="70" dur="500"/>
                                        <p:tgtEl>
                                          <p:spTgt spid="16"/>
                                        </p:tgtEl>
                                      </p:cBhvr>
                                    </p:animEffect>
                                  </p:childTnLst>
                                </p:cTn>
                              </p:par>
                            </p:childTnLst>
                          </p:cTn>
                        </p:par>
                        <p:par>
                          <p:cTn id="71" fill="hold">
                            <p:stCondLst>
                              <p:cond delay="7500"/>
                            </p:stCondLst>
                            <p:childTnLst>
                              <p:par>
                                <p:cTn id="72" presetID="22" presetClass="entr" presetSubtype="2" fill="hold" grpId="0" nodeType="after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wipe(right)">
                                      <p:cBhvr>
                                        <p:cTn id="74" dur="500"/>
                                        <p:tgtEl>
                                          <p:spTgt spid="18"/>
                                        </p:tgtEl>
                                      </p:cBhvr>
                                    </p:animEffect>
                                  </p:childTnLst>
                                </p:cTn>
                              </p:par>
                            </p:childTnLst>
                          </p:cTn>
                        </p:par>
                        <p:par>
                          <p:cTn id="75" fill="hold">
                            <p:stCondLst>
                              <p:cond delay="8000"/>
                            </p:stCondLst>
                            <p:childTnLst>
                              <p:par>
                                <p:cTn id="76" presetID="31" presetClass="entr" presetSubtype="0" fill="hold" grpId="0" nodeType="afterEffect">
                                  <p:stCondLst>
                                    <p:cond delay="0"/>
                                  </p:stCondLst>
                                  <p:childTnLst>
                                    <p:set>
                                      <p:cBhvr>
                                        <p:cTn id="77" dur="1" fill="hold">
                                          <p:stCondLst>
                                            <p:cond delay="0"/>
                                          </p:stCondLst>
                                        </p:cTn>
                                        <p:tgtEl>
                                          <p:spTgt spid="19"/>
                                        </p:tgtEl>
                                        <p:attrNameLst>
                                          <p:attrName>style.visibility</p:attrName>
                                        </p:attrNameLst>
                                      </p:cBhvr>
                                      <p:to>
                                        <p:strVal val="visible"/>
                                      </p:to>
                                    </p:set>
                                    <p:anim calcmode="lin" valueType="num">
                                      <p:cBhvr>
                                        <p:cTn id="78" dur="500" fill="hold"/>
                                        <p:tgtEl>
                                          <p:spTgt spid="19"/>
                                        </p:tgtEl>
                                        <p:attrNameLst>
                                          <p:attrName>ppt_w</p:attrName>
                                        </p:attrNameLst>
                                      </p:cBhvr>
                                      <p:tavLst>
                                        <p:tav tm="0">
                                          <p:val>
                                            <p:fltVal val="0"/>
                                          </p:val>
                                        </p:tav>
                                        <p:tav tm="100000">
                                          <p:val>
                                            <p:strVal val="#ppt_w"/>
                                          </p:val>
                                        </p:tav>
                                      </p:tavLst>
                                    </p:anim>
                                    <p:anim calcmode="lin" valueType="num">
                                      <p:cBhvr>
                                        <p:cTn id="79" dur="500" fill="hold"/>
                                        <p:tgtEl>
                                          <p:spTgt spid="19"/>
                                        </p:tgtEl>
                                        <p:attrNameLst>
                                          <p:attrName>ppt_h</p:attrName>
                                        </p:attrNameLst>
                                      </p:cBhvr>
                                      <p:tavLst>
                                        <p:tav tm="0">
                                          <p:val>
                                            <p:fltVal val="0"/>
                                          </p:val>
                                        </p:tav>
                                        <p:tav tm="100000">
                                          <p:val>
                                            <p:strVal val="#ppt_h"/>
                                          </p:val>
                                        </p:tav>
                                      </p:tavLst>
                                    </p:anim>
                                    <p:anim calcmode="lin" valueType="num">
                                      <p:cBhvr>
                                        <p:cTn id="80" dur="500" fill="hold"/>
                                        <p:tgtEl>
                                          <p:spTgt spid="19"/>
                                        </p:tgtEl>
                                        <p:attrNameLst>
                                          <p:attrName>style.rotation</p:attrName>
                                        </p:attrNameLst>
                                      </p:cBhvr>
                                      <p:tavLst>
                                        <p:tav tm="0">
                                          <p:val>
                                            <p:fltVal val="90"/>
                                          </p:val>
                                        </p:tav>
                                        <p:tav tm="100000">
                                          <p:val>
                                            <p:fltVal val="0"/>
                                          </p:val>
                                        </p:tav>
                                      </p:tavLst>
                                    </p:anim>
                                    <p:animEffect transition="in" filter="fade">
                                      <p:cBhvr>
                                        <p:cTn id="81" dur="500"/>
                                        <p:tgtEl>
                                          <p:spTgt spid="19"/>
                                        </p:tgtEl>
                                      </p:cBhvr>
                                    </p:animEffect>
                                  </p:childTnLst>
                                </p:cTn>
                              </p:par>
                              <p:par>
                                <p:cTn id="82" presetID="31" presetClass="entr" presetSubtype="0" fill="hold" grpId="0" nodeType="withEffect">
                                  <p:stCondLst>
                                    <p:cond delay="0"/>
                                  </p:stCondLst>
                                  <p:childTnLst>
                                    <p:set>
                                      <p:cBhvr>
                                        <p:cTn id="83" dur="1" fill="hold">
                                          <p:stCondLst>
                                            <p:cond delay="0"/>
                                          </p:stCondLst>
                                        </p:cTn>
                                        <p:tgtEl>
                                          <p:spTgt spid="2"/>
                                        </p:tgtEl>
                                        <p:attrNameLst>
                                          <p:attrName>style.visibility</p:attrName>
                                        </p:attrNameLst>
                                      </p:cBhvr>
                                      <p:to>
                                        <p:strVal val="visible"/>
                                      </p:to>
                                    </p:set>
                                    <p:anim calcmode="lin" valueType="num">
                                      <p:cBhvr>
                                        <p:cTn id="84" dur="500" fill="hold"/>
                                        <p:tgtEl>
                                          <p:spTgt spid="2"/>
                                        </p:tgtEl>
                                        <p:attrNameLst>
                                          <p:attrName>ppt_w</p:attrName>
                                        </p:attrNameLst>
                                      </p:cBhvr>
                                      <p:tavLst>
                                        <p:tav tm="0">
                                          <p:val>
                                            <p:fltVal val="0"/>
                                          </p:val>
                                        </p:tav>
                                        <p:tav tm="100000">
                                          <p:val>
                                            <p:strVal val="#ppt_w"/>
                                          </p:val>
                                        </p:tav>
                                      </p:tavLst>
                                    </p:anim>
                                    <p:anim calcmode="lin" valueType="num">
                                      <p:cBhvr>
                                        <p:cTn id="85" dur="500" fill="hold"/>
                                        <p:tgtEl>
                                          <p:spTgt spid="2"/>
                                        </p:tgtEl>
                                        <p:attrNameLst>
                                          <p:attrName>ppt_h</p:attrName>
                                        </p:attrNameLst>
                                      </p:cBhvr>
                                      <p:tavLst>
                                        <p:tav tm="0">
                                          <p:val>
                                            <p:fltVal val="0"/>
                                          </p:val>
                                        </p:tav>
                                        <p:tav tm="100000">
                                          <p:val>
                                            <p:strVal val="#ppt_h"/>
                                          </p:val>
                                        </p:tav>
                                      </p:tavLst>
                                    </p:anim>
                                    <p:anim calcmode="lin" valueType="num">
                                      <p:cBhvr>
                                        <p:cTn id="86" dur="500" fill="hold"/>
                                        <p:tgtEl>
                                          <p:spTgt spid="2"/>
                                        </p:tgtEl>
                                        <p:attrNameLst>
                                          <p:attrName>style.rotation</p:attrName>
                                        </p:attrNameLst>
                                      </p:cBhvr>
                                      <p:tavLst>
                                        <p:tav tm="0">
                                          <p:val>
                                            <p:fltVal val="90"/>
                                          </p:val>
                                        </p:tav>
                                        <p:tav tm="100000">
                                          <p:val>
                                            <p:fltVal val="0"/>
                                          </p:val>
                                        </p:tav>
                                      </p:tavLst>
                                    </p:anim>
                                    <p:animEffect transition="in" filter="fade">
                                      <p:cBhvr>
                                        <p:cTn id="87" dur="500"/>
                                        <p:tgtEl>
                                          <p:spTgt spid="2"/>
                                        </p:tgtEl>
                                      </p:cBhvr>
                                    </p:animEffect>
                                  </p:childTnLst>
                                </p:cTn>
                              </p:par>
                            </p:childTnLst>
                          </p:cTn>
                        </p:par>
                        <p:par>
                          <p:cTn id="88" fill="hold">
                            <p:stCondLst>
                              <p:cond delay="8500"/>
                            </p:stCondLst>
                            <p:childTnLst>
                              <p:par>
                                <p:cTn id="89" presetID="22" presetClass="entr" presetSubtype="1" fill="hold" grpId="0" nodeType="afterEffect">
                                  <p:stCondLst>
                                    <p:cond delay="0"/>
                                  </p:stCondLst>
                                  <p:childTnLst>
                                    <p:set>
                                      <p:cBhvr>
                                        <p:cTn id="90" dur="1" fill="hold">
                                          <p:stCondLst>
                                            <p:cond delay="0"/>
                                          </p:stCondLst>
                                        </p:cTn>
                                        <p:tgtEl>
                                          <p:spTgt spid="4"/>
                                        </p:tgtEl>
                                        <p:attrNameLst>
                                          <p:attrName>style.visibility</p:attrName>
                                        </p:attrNameLst>
                                      </p:cBhvr>
                                      <p:to>
                                        <p:strVal val="visible"/>
                                      </p:to>
                                    </p:set>
                                    <p:animEffect transition="in" filter="wipe(up)">
                                      <p:cBhvr>
                                        <p:cTn id="9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bldLvl="0" animBg="1"/>
      <p:bldP spid="41" grpId="0" bldLvl="0" animBg="1"/>
      <p:bldP spid="42" grpId="0" bldLvl="0" animBg="1"/>
      <p:bldP spid="43" grpId="0" bldLvl="0" animBg="1"/>
      <p:bldP spid="44" grpId="0" bldLvl="0" animBg="1"/>
      <p:bldP spid="45" grpId="0" bldLvl="0" animBg="1"/>
      <p:bldP spid="46" grpId="0"/>
      <p:bldP spid="47" grpId="0"/>
      <p:bldP spid="48" grpId="0"/>
      <p:bldP spid="49" grpId="0"/>
      <p:bldP spid="50" grpId="0"/>
      <p:bldP spid="51" grpId="0"/>
      <p:bldP spid="16" grpId="0" bldLvl="0" animBg="1"/>
      <p:bldP spid="17" grpId="0" bldLvl="0" animBg="1"/>
      <p:bldP spid="18" grpId="0" bldLvl="0" animBg="1"/>
      <p:bldP spid="19" grpId="0"/>
      <p:bldP spid="2" grpId="0"/>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6DCAE4"/>
        </a:solidFill>
        <a:effectLst/>
      </p:bgPr>
    </p:bg>
    <p:spTree>
      <p:nvGrpSpPr>
        <p:cNvPr id="1" name=""/>
        <p:cNvGrpSpPr/>
        <p:nvPr/>
      </p:nvGrpSpPr>
      <p:grpSpPr>
        <a:xfrm>
          <a:off x="0" y="0"/>
          <a:ext cx="0" cy="0"/>
          <a:chOff x="0" y="0"/>
          <a:chExt cx="0" cy="0"/>
        </a:xfrm>
      </p:grpSpPr>
      <p:grpSp>
        <p:nvGrpSpPr>
          <p:cNvPr id="3" name="组合 2"/>
          <p:cNvGrpSpPr/>
          <p:nvPr/>
        </p:nvGrpSpPr>
        <p:grpSpPr>
          <a:xfrm>
            <a:off x="635" y="1629410"/>
            <a:ext cx="12189460" cy="3361055"/>
            <a:chOff x="2396" y="2566"/>
            <a:chExt cx="14403" cy="5400"/>
          </a:xfrm>
        </p:grpSpPr>
        <p:sp>
          <p:nvSpPr>
            <p:cNvPr id="7" name="Freeform 5"/>
            <p:cNvSpPr/>
            <p:nvPr/>
          </p:nvSpPr>
          <p:spPr bwMode="auto">
            <a:xfrm>
              <a:off x="5773" y="2566"/>
              <a:ext cx="11026" cy="5400"/>
            </a:xfrm>
            <a:custGeom>
              <a:avLst/>
              <a:gdLst>
                <a:gd name="T0" fmla="*/ 2137 w 12249"/>
                <a:gd name="T1" fmla="*/ 0 h 5952"/>
                <a:gd name="T2" fmla="*/ 12249 w 12249"/>
                <a:gd name="T3" fmla="*/ 0 h 5952"/>
                <a:gd name="T4" fmla="*/ 12249 w 12249"/>
                <a:gd name="T5" fmla="*/ 5952 h 5952"/>
                <a:gd name="T6" fmla="*/ 0 w 12249"/>
                <a:gd name="T7" fmla="*/ 5952 h 5952"/>
                <a:gd name="T8" fmla="*/ 2137 w 12249"/>
                <a:gd name="T9" fmla="*/ 0 h 5952"/>
              </a:gdLst>
              <a:ahLst/>
              <a:cxnLst>
                <a:cxn ang="0">
                  <a:pos x="T0" y="T1"/>
                </a:cxn>
                <a:cxn ang="0">
                  <a:pos x="T2" y="T3"/>
                </a:cxn>
                <a:cxn ang="0">
                  <a:pos x="T4" y="T5"/>
                </a:cxn>
                <a:cxn ang="0">
                  <a:pos x="T6" y="T7"/>
                </a:cxn>
                <a:cxn ang="0">
                  <a:pos x="T8" y="T9"/>
                </a:cxn>
              </a:cxnLst>
              <a:rect l="0" t="0" r="r" b="b"/>
              <a:pathLst>
                <a:path w="12249" h="5952">
                  <a:moveTo>
                    <a:pt x="2137" y="0"/>
                  </a:moveTo>
                  <a:lnTo>
                    <a:pt x="12249" y="0"/>
                  </a:lnTo>
                  <a:lnTo>
                    <a:pt x="12249" y="5952"/>
                  </a:lnTo>
                  <a:lnTo>
                    <a:pt x="0" y="5952"/>
                  </a:lnTo>
                  <a:lnTo>
                    <a:pt x="2137" y="0"/>
                  </a:lnTo>
                  <a:close/>
                </a:path>
              </a:pathLst>
            </a:custGeom>
            <a:solidFill>
              <a:srgbClr val="EFF2F4"/>
            </a:solidFill>
            <a:ln>
              <a:noFill/>
            </a:ln>
            <a:extLst>
              <a:ext uri="{91240B29-F687-4F45-9708-019B960494DF}">
                <a14:hiddenLine xmlns:a14="http://schemas.microsoft.com/office/drawing/2010/main" w="9525">
                  <a:solidFill>
                    <a:srgbClr val="000000"/>
                  </a:solidFill>
                  <a:round/>
                </a14:hiddenLine>
              </a:ext>
            </a:extLst>
          </p:spPr>
          <p:txBody>
            <a:bodyPr vert="horz" wrap="square" lIns="91456" tIns="45728" rIns="91456" bIns="45728" numCol="1" anchor="t" anchorCtr="0" compatLnSpc="1"/>
            <a:lstStyle/>
            <a:p>
              <a:endParaRPr lang="zh-CN" altLang="en-US"/>
            </a:p>
          </p:txBody>
        </p:sp>
        <p:sp>
          <p:nvSpPr>
            <p:cNvPr id="8" name="Freeform 6"/>
            <p:cNvSpPr/>
            <p:nvPr/>
          </p:nvSpPr>
          <p:spPr bwMode="auto">
            <a:xfrm>
              <a:off x="2396" y="2566"/>
              <a:ext cx="5285" cy="5400"/>
            </a:xfrm>
            <a:custGeom>
              <a:avLst/>
              <a:gdLst>
                <a:gd name="T0" fmla="*/ 0 w 5872"/>
                <a:gd name="T1" fmla="*/ 0 h 5952"/>
                <a:gd name="T2" fmla="*/ 5872 w 5872"/>
                <a:gd name="T3" fmla="*/ 0 h 5952"/>
                <a:gd name="T4" fmla="*/ 3735 w 5872"/>
                <a:gd name="T5" fmla="*/ 5952 h 5952"/>
                <a:gd name="T6" fmla="*/ 0 w 5872"/>
                <a:gd name="T7" fmla="*/ 5952 h 5952"/>
                <a:gd name="T8" fmla="*/ 0 w 5872"/>
                <a:gd name="T9" fmla="*/ 0 h 5952"/>
              </a:gdLst>
              <a:ahLst/>
              <a:cxnLst>
                <a:cxn ang="0">
                  <a:pos x="T0" y="T1"/>
                </a:cxn>
                <a:cxn ang="0">
                  <a:pos x="T2" y="T3"/>
                </a:cxn>
                <a:cxn ang="0">
                  <a:pos x="T4" y="T5"/>
                </a:cxn>
                <a:cxn ang="0">
                  <a:pos x="T6" y="T7"/>
                </a:cxn>
                <a:cxn ang="0">
                  <a:pos x="T8" y="T9"/>
                </a:cxn>
              </a:cxnLst>
              <a:rect l="0" t="0" r="r" b="b"/>
              <a:pathLst>
                <a:path w="5872" h="5952">
                  <a:moveTo>
                    <a:pt x="0" y="0"/>
                  </a:moveTo>
                  <a:lnTo>
                    <a:pt x="5872" y="0"/>
                  </a:lnTo>
                  <a:lnTo>
                    <a:pt x="3735" y="5952"/>
                  </a:lnTo>
                  <a:lnTo>
                    <a:pt x="0" y="5952"/>
                  </a:lnTo>
                  <a:lnTo>
                    <a:pt x="0" y="0"/>
                  </a:lnTo>
                  <a:close/>
                </a:path>
              </a:pathLst>
            </a:custGeom>
            <a:solidFill>
              <a:srgbClr val="2B5063"/>
            </a:solidFill>
            <a:ln>
              <a:noFill/>
            </a:ln>
            <a:extLst>
              <a:ext uri="{91240B29-F687-4F45-9708-019B960494DF}">
                <a14:hiddenLine xmlns:a14="http://schemas.microsoft.com/office/drawing/2010/main" w="9525">
                  <a:solidFill>
                    <a:srgbClr val="000000"/>
                  </a:solidFill>
                  <a:round/>
                </a14:hiddenLine>
              </a:ext>
            </a:extLst>
          </p:spPr>
          <p:txBody>
            <a:bodyPr vert="horz" wrap="square" lIns="91456" tIns="45728" rIns="91456" bIns="45728" numCol="1" anchor="t" anchorCtr="0" compatLnSpc="1"/>
            <a:lstStyle/>
            <a:p>
              <a:endParaRPr lang="zh-CN" altLang="en-US"/>
            </a:p>
          </p:txBody>
        </p:sp>
        <p:sp>
          <p:nvSpPr>
            <p:cNvPr id="10" name="TextBox 9"/>
            <p:cNvSpPr txBox="1"/>
            <p:nvPr/>
          </p:nvSpPr>
          <p:spPr>
            <a:xfrm>
              <a:off x="3772" y="3586"/>
              <a:ext cx="2290" cy="4104"/>
            </a:xfrm>
            <a:prstGeom prst="rect">
              <a:avLst/>
            </a:prstGeom>
            <a:noFill/>
          </p:spPr>
          <p:txBody>
            <a:bodyPr wrap="square" rtlCol="0">
              <a:spAutoFit/>
            </a:bodyPr>
            <a:lstStyle/>
            <a:p>
              <a:r>
                <a:rPr lang="en-US" altLang="zh-CN" sz="16005" b="1" dirty="0" smtClean="0">
                  <a:solidFill>
                    <a:schemeClr val="bg1"/>
                  </a:solidFill>
                  <a:latin typeface="+mj-ea"/>
                  <a:ea typeface="+mj-ea"/>
                </a:rPr>
                <a:t>3</a:t>
              </a:r>
              <a:endParaRPr lang="en-US" altLang="zh-CN" sz="16005" b="1" dirty="0" smtClean="0">
                <a:solidFill>
                  <a:schemeClr val="bg1"/>
                </a:solidFill>
                <a:latin typeface="+mj-ea"/>
                <a:ea typeface="+mj-ea"/>
              </a:endParaRPr>
            </a:p>
          </p:txBody>
        </p:sp>
        <p:sp>
          <p:nvSpPr>
            <p:cNvPr id="11" name="TextBox 10"/>
            <p:cNvSpPr txBox="1"/>
            <p:nvPr/>
          </p:nvSpPr>
          <p:spPr>
            <a:xfrm>
              <a:off x="2907" y="5186"/>
              <a:ext cx="1315" cy="839"/>
            </a:xfrm>
            <a:prstGeom prst="rect">
              <a:avLst/>
            </a:prstGeom>
            <a:noFill/>
          </p:spPr>
          <p:txBody>
            <a:bodyPr wrap="square" rtlCol="0">
              <a:spAutoFit/>
            </a:bodyPr>
            <a:lstStyle/>
            <a:p>
              <a:r>
                <a:rPr lang="en-US" altLang="zh-CN" sz="2800" dirty="0" smtClean="0">
                  <a:solidFill>
                    <a:schemeClr val="bg1"/>
                  </a:solidFill>
                </a:rPr>
                <a:t>Part</a:t>
              </a:r>
              <a:endParaRPr lang="en-US" altLang="zh-CN" sz="2800" dirty="0" smtClean="0">
                <a:solidFill>
                  <a:schemeClr val="bg1"/>
                </a:solidFill>
              </a:endParaRPr>
            </a:p>
          </p:txBody>
        </p:sp>
        <p:sp>
          <p:nvSpPr>
            <p:cNvPr id="171" name="TextBox 170"/>
            <p:cNvSpPr txBox="1"/>
            <p:nvPr/>
          </p:nvSpPr>
          <p:spPr>
            <a:xfrm>
              <a:off x="7681" y="3703"/>
              <a:ext cx="8945" cy="3114"/>
            </a:xfrm>
            <a:prstGeom prst="rect">
              <a:avLst/>
            </a:prstGeom>
            <a:noFill/>
          </p:spPr>
          <p:txBody>
            <a:bodyPr wrap="square" rtlCol="0">
              <a:spAutoFit/>
            </a:bodyPr>
            <a:lstStyle/>
            <a:p>
              <a:r>
                <a:rPr lang="zh-CN" altLang="en-US" sz="6000" b="1" dirty="0" smtClean="0">
                  <a:solidFill>
                    <a:schemeClr val="tx2"/>
                  </a:solidFill>
                  <a:latin typeface="微软雅黑" panose="020B0503020204020204" pitchFamily="34" charset="-122"/>
                  <a:ea typeface="微软雅黑" panose="020B0503020204020204" pitchFamily="34" charset="-122"/>
                </a:rPr>
                <a:t>教学要求</a:t>
              </a:r>
              <a:endParaRPr lang="zh-CN" altLang="en-US" sz="6000" b="1" dirty="0" smtClean="0">
                <a:solidFill>
                  <a:schemeClr val="tx2"/>
                </a:solidFill>
                <a:latin typeface="微软雅黑" panose="020B0503020204020204" pitchFamily="34" charset="-122"/>
                <a:ea typeface="微软雅黑" panose="020B0503020204020204" pitchFamily="34" charset="-122"/>
              </a:endParaRPr>
            </a:p>
            <a:p>
              <a:r>
                <a:rPr lang="en-US" altLang="zh-CN" sz="6000" b="1" dirty="0" smtClean="0">
                  <a:solidFill>
                    <a:schemeClr val="tx2"/>
                  </a:solidFill>
                  <a:latin typeface="Arial Bold" panose="020B0604020202090204" charset="0"/>
                  <a:ea typeface="微软雅黑" panose="020B0503020204020204" pitchFamily="34" charset="-122"/>
                  <a:cs typeface="Arial Bold" panose="020B0604020202090204" charset="0"/>
                </a:rPr>
                <a:t>Requirements</a:t>
              </a:r>
              <a:endParaRPr lang="en-US" altLang="zh-CN" sz="6000" b="1" dirty="0" smtClean="0">
                <a:solidFill>
                  <a:schemeClr val="tx2"/>
                </a:solidFill>
                <a:latin typeface="Arial Bold" panose="020B0604020202090204" charset="0"/>
                <a:ea typeface="微软雅黑" panose="020B0503020204020204" pitchFamily="34" charset="-122"/>
                <a:cs typeface="Arial Bold" panose="020B0604020202090204" charset="0"/>
              </a:endParaRPr>
            </a:p>
          </p:txBody>
        </p:sp>
      </p:grpSp>
    </p:spTree>
  </p:cSld>
  <p:clrMapOvr>
    <a:masterClrMapping/>
  </p:clrMapOvr>
  <mc:AlternateContent xmlns:mc="http://schemas.openxmlformats.org/markup-compatibility/2006">
    <mc:Choice xmlns:p14="http://schemas.microsoft.com/office/powerpoint/2010/main" Requires="p14">
      <p:transition spd="slow" p14:dur="1600" advTm="6184">
        <p:blinds dir="vert"/>
      </p:transition>
    </mc:Choice>
    <mc:Fallback>
      <p:transition spd="slow" advTm="6184">
        <p:blinds dir="vert"/>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Requirements</a:t>
              </a:r>
              <a:endParaRPr lang="en-US" altLang="zh-CN" sz="3200" b="1" dirty="0">
                <a:solidFill>
                  <a:schemeClr val="tx2">
                    <a:lumMod val="75000"/>
                  </a:schemeClr>
                </a:solidFill>
                <a:latin typeface="+mj-lt"/>
                <a:ea typeface="黑体" panose="02010609060101010101" pitchFamily="49" charset="-122"/>
                <a:cs typeface="+mj-lt"/>
              </a:endParaRPr>
            </a:p>
          </p:txBody>
        </p:sp>
      </p:grpSp>
      <p:sp>
        <p:nvSpPr>
          <p:cNvPr id="9" name="椭圆 8"/>
          <p:cNvSpPr/>
          <p:nvPr/>
        </p:nvSpPr>
        <p:spPr>
          <a:xfrm>
            <a:off x="434340" y="3780155"/>
            <a:ext cx="828040" cy="82804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98"/>
          <p:cNvSpPr/>
          <p:nvPr/>
        </p:nvSpPr>
        <p:spPr bwMode="auto">
          <a:xfrm>
            <a:off x="662305" y="4040505"/>
            <a:ext cx="322580" cy="323850"/>
          </a:xfrm>
          <a:custGeom>
            <a:avLst/>
            <a:gdLst>
              <a:gd name="T0" fmla="*/ 580 w 1017"/>
              <a:gd name="T1" fmla="*/ 688 h 1018"/>
              <a:gd name="T2" fmla="*/ 668 w 1017"/>
              <a:gd name="T3" fmla="*/ 640 h 1018"/>
              <a:gd name="T4" fmla="*/ 738 w 1017"/>
              <a:gd name="T5" fmla="*/ 559 h 1018"/>
              <a:gd name="T6" fmla="*/ 782 w 1017"/>
              <a:gd name="T7" fmla="*/ 453 h 1018"/>
              <a:gd name="T8" fmla="*/ 795 w 1017"/>
              <a:gd name="T9" fmla="*/ 349 h 1018"/>
              <a:gd name="T10" fmla="*/ 778 w 1017"/>
              <a:gd name="T11" fmla="*/ 229 h 1018"/>
              <a:gd name="T12" fmla="*/ 730 w 1017"/>
              <a:gd name="T13" fmla="*/ 127 h 1018"/>
              <a:gd name="T14" fmla="*/ 657 w 1017"/>
              <a:gd name="T15" fmla="*/ 51 h 1018"/>
              <a:gd name="T16" fmla="*/ 567 w 1017"/>
              <a:gd name="T17" fmla="*/ 7 h 1018"/>
              <a:gd name="T18" fmla="*/ 480 w 1017"/>
              <a:gd name="T19" fmla="*/ 2 h 1018"/>
              <a:gd name="T20" fmla="*/ 384 w 1017"/>
              <a:gd name="T21" fmla="*/ 34 h 1018"/>
              <a:gd name="T22" fmla="*/ 304 w 1017"/>
              <a:gd name="T23" fmla="*/ 105 h 1018"/>
              <a:gd name="T24" fmla="*/ 255 w 1017"/>
              <a:gd name="T25" fmla="*/ 187 h 1018"/>
              <a:gd name="T26" fmla="*/ 225 w 1017"/>
              <a:gd name="T27" fmla="*/ 299 h 1018"/>
              <a:gd name="T28" fmla="*/ 225 w 1017"/>
              <a:gd name="T29" fmla="*/ 403 h 1018"/>
              <a:gd name="T30" fmla="*/ 256 w 1017"/>
              <a:gd name="T31" fmla="*/ 517 h 1018"/>
              <a:gd name="T32" fmla="*/ 317 w 1017"/>
              <a:gd name="T33" fmla="*/ 609 h 1018"/>
              <a:gd name="T34" fmla="*/ 397 w 1017"/>
              <a:gd name="T35" fmla="*/ 672 h 1018"/>
              <a:gd name="T36" fmla="*/ 494 w 1017"/>
              <a:gd name="T37" fmla="*/ 699 h 1018"/>
              <a:gd name="T38" fmla="*/ 543 w 1017"/>
              <a:gd name="T39" fmla="*/ 67 h 1018"/>
              <a:gd name="T40" fmla="*/ 633 w 1017"/>
              <a:gd name="T41" fmla="*/ 112 h 1018"/>
              <a:gd name="T42" fmla="*/ 721 w 1017"/>
              <a:gd name="T43" fmla="*/ 265 h 1018"/>
              <a:gd name="T44" fmla="*/ 721 w 1017"/>
              <a:gd name="T45" fmla="*/ 435 h 1018"/>
              <a:gd name="T46" fmla="*/ 633 w 1017"/>
              <a:gd name="T47" fmla="*/ 588 h 1018"/>
              <a:gd name="T48" fmla="*/ 543 w 1017"/>
              <a:gd name="T49" fmla="*/ 633 h 1018"/>
              <a:gd name="T50" fmla="*/ 474 w 1017"/>
              <a:gd name="T51" fmla="*/ 633 h 1018"/>
              <a:gd name="T52" fmla="*/ 384 w 1017"/>
              <a:gd name="T53" fmla="*/ 588 h 1018"/>
              <a:gd name="T54" fmla="*/ 296 w 1017"/>
              <a:gd name="T55" fmla="*/ 435 h 1018"/>
              <a:gd name="T56" fmla="*/ 296 w 1017"/>
              <a:gd name="T57" fmla="*/ 265 h 1018"/>
              <a:gd name="T58" fmla="*/ 384 w 1017"/>
              <a:gd name="T59" fmla="*/ 112 h 1018"/>
              <a:gd name="T60" fmla="*/ 474 w 1017"/>
              <a:gd name="T61" fmla="*/ 67 h 1018"/>
              <a:gd name="T62" fmla="*/ 725 w 1017"/>
              <a:gd name="T63" fmla="*/ 637 h 1018"/>
              <a:gd name="T64" fmla="*/ 700 w 1017"/>
              <a:gd name="T65" fmla="*/ 668 h 1018"/>
              <a:gd name="T66" fmla="*/ 719 w 1017"/>
              <a:gd name="T67" fmla="*/ 697 h 1018"/>
              <a:gd name="T68" fmla="*/ 818 w 1017"/>
              <a:gd name="T69" fmla="*/ 717 h 1018"/>
              <a:gd name="T70" fmla="*/ 927 w 1017"/>
              <a:gd name="T71" fmla="*/ 816 h 1018"/>
              <a:gd name="T72" fmla="*/ 953 w 1017"/>
              <a:gd name="T73" fmla="*/ 929 h 1018"/>
              <a:gd name="T74" fmla="*/ 922 w 1017"/>
              <a:gd name="T75" fmla="*/ 954 h 1018"/>
              <a:gd name="T76" fmla="*/ 69 w 1017"/>
              <a:gd name="T77" fmla="*/ 941 h 1018"/>
              <a:gd name="T78" fmla="*/ 73 w 1017"/>
              <a:gd name="T79" fmla="*/ 856 h 1018"/>
              <a:gd name="T80" fmla="*/ 162 w 1017"/>
              <a:gd name="T81" fmla="*/ 738 h 1018"/>
              <a:gd name="T82" fmla="*/ 285 w 1017"/>
              <a:gd name="T83" fmla="*/ 700 h 1018"/>
              <a:gd name="T84" fmla="*/ 318 w 1017"/>
              <a:gd name="T85" fmla="*/ 674 h 1018"/>
              <a:gd name="T86" fmla="*/ 304 w 1017"/>
              <a:gd name="T87" fmla="*/ 641 h 1018"/>
              <a:gd name="T88" fmla="*/ 243 w 1017"/>
              <a:gd name="T89" fmla="*/ 639 h 1018"/>
              <a:gd name="T90" fmla="*/ 149 w 1017"/>
              <a:gd name="T91" fmla="*/ 670 h 1018"/>
              <a:gd name="T92" fmla="*/ 74 w 1017"/>
              <a:gd name="T93" fmla="*/ 730 h 1018"/>
              <a:gd name="T94" fmla="*/ 23 w 1017"/>
              <a:gd name="T95" fmla="*/ 811 h 1018"/>
              <a:gd name="T96" fmla="*/ 0 w 1017"/>
              <a:gd name="T97" fmla="*/ 907 h 1018"/>
              <a:gd name="T98" fmla="*/ 11 w 1017"/>
              <a:gd name="T99" fmla="*/ 967 h 1018"/>
              <a:gd name="T100" fmla="*/ 58 w 1017"/>
              <a:gd name="T101" fmla="*/ 1010 h 1018"/>
              <a:gd name="T102" fmla="*/ 931 w 1017"/>
              <a:gd name="T103" fmla="*/ 1017 h 1018"/>
              <a:gd name="T104" fmla="*/ 989 w 1017"/>
              <a:gd name="T105" fmla="*/ 990 h 1018"/>
              <a:gd name="T106" fmla="*/ 1017 w 1017"/>
              <a:gd name="T107" fmla="*/ 932 h 1018"/>
              <a:gd name="T108" fmla="*/ 1009 w 1017"/>
              <a:gd name="T109" fmla="*/ 850 h 1018"/>
              <a:gd name="T110" fmla="*/ 969 w 1017"/>
              <a:gd name="T111" fmla="*/ 762 h 1018"/>
              <a:gd name="T112" fmla="*/ 902 w 1017"/>
              <a:gd name="T113" fmla="*/ 693 h 1018"/>
              <a:gd name="T114" fmla="*/ 817 w 1017"/>
              <a:gd name="T115" fmla="*/ 649 h 1018"/>
              <a:gd name="T116" fmla="*/ 731 w 1017"/>
              <a:gd name="T117" fmla="*/ 636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7" h="1018">
                <a:moveTo>
                  <a:pt x="509" y="700"/>
                </a:moveTo>
                <a:lnTo>
                  <a:pt x="509" y="700"/>
                </a:lnTo>
                <a:lnTo>
                  <a:pt x="524" y="699"/>
                </a:lnTo>
                <a:lnTo>
                  <a:pt x="538" y="698"/>
                </a:lnTo>
                <a:lnTo>
                  <a:pt x="553" y="696"/>
                </a:lnTo>
                <a:lnTo>
                  <a:pt x="567" y="693"/>
                </a:lnTo>
                <a:lnTo>
                  <a:pt x="580" y="688"/>
                </a:lnTo>
                <a:lnTo>
                  <a:pt x="593" y="684"/>
                </a:lnTo>
                <a:lnTo>
                  <a:pt x="607" y="679"/>
                </a:lnTo>
                <a:lnTo>
                  <a:pt x="620" y="672"/>
                </a:lnTo>
                <a:lnTo>
                  <a:pt x="633" y="665"/>
                </a:lnTo>
                <a:lnTo>
                  <a:pt x="645" y="657"/>
                </a:lnTo>
                <a:lnTo>
                  <a:pt x="657" y="649"/>
                </a:lnTo>
                <a:lnTo>
                  <a:pt x="668" y="640"/>
                </a:lnTo>
                <a:lnTo>
                  <a:pt x="680" y="630"/>
                </a:lnTo>
                <a:lnTo>
                  <a:pt x="691" y="620"/>
                </a:lnTo>
                <a:lnTo>
                  <a:pt x="701" y="609"/>
                </a:lnTo>
                <a:lnTo>
                  <a:pt x="711" y="597"/>
                </a:lnTo>
                <a:lnTo>
                  <a:pt x="720" y="585"/>
                </a:lnTo>
                <a:lnTo>
                  <a:pt x="730" y="573"/>
                </a:lnTo>
                <a:lnTo>
                  <a:pt x="738" y="559"/>
                </a:lnTo>
                <a:lnTo>
                  <a:pt x="746" y="546"/>
                </a:lnTo>
                <a:lnTo>
                  <a:pt x="753" y="531"/>
                </a:lnTo>
                <a:lnTo>
                  <a:pt x="761" y="517"/>
                </a:lnTo>
                <a:lnTo>
                  <a:pt x="766" y="502"/>
                </a:lnTo>
                <a:lnTo>
                  <a:pt x="773" y="486"/>
                </a:lnTo>
                <a:lnTo>
                  <a:pt x="778" y="470"/>
                </a:lnTo>
                <a:lnTo>
                  <a:pt x="782" y="453"/>
                </a:lnTo>
                <a:lnTo>
                  <a:pt x="785" y="437"/>
                </a:lnTo>
                <a:lnTo>
                  <a:pt x="789" y="420"/>
                </a:lnTo>
                <a:lnTo>
                  <a:pt x="792" y="403"/>
                </a:lnTo>
                <a:lnTo>
                  <a:pt x="793" y="386"/>
                </a:lnTo>
                <a:lnTo>
                  <a:pt x="794" y="368"/>
                </a:lnTo>
                <a:lnTo>
                  <a:pt x="795" y="349"/>
                </a:lnTo>
                <a:lnTo>
                  <a:pt x="795" y="349"/>
                </a:lnTo>
                <a:lnTo>
                  <a:pt x="794" y="332"/>
                </a:lnTo>
                <a:lnTo>
                  <a:pt x="793" y="314"/>
                </a:lnTo>
                <a:lnTo>
                  <a:pt x="792" y="297"/>
                </a:lnTo>
                <a:lnTo>
                  <a:pt x="789" y="280"/>
                </a:lnTo>
                <a:lnTo>
                  <a:pt x="785" y="262"/>
                </a:lnTo>
                <a:lnTo>
                  <a:pt x="782" y="246"/>
                </a:lnTo>
                <a:lnTo>
                  <a:pt x="778" y="229"/>
                </a:lnTo>
                <a:lnTo>
                  <a:pt x="773" y="214"/>
                </a:lnTo>
                <a:lnTo>
                  <a:pt x="766" y="198"/>
                </a:lnTo>
                <a:lnTo>
                  <a:pt x="761" y="183"/>
                </a:lnTo>
                <a:lnTo>
                  <a:pt x="753" y="168"/>
                </a:lnTo>
                <a:lnTo>
                  <a:pt x="746" y="154"/>
                </a:lnTo>
                <a:lnTo>
                  <a:pt x="738" y="140"/>
                </a:lnTo>
                <a:lnTo>
                  <a:pt x="730" y="127"/>
                </a:lnTo>
                <a:lnTo>
                  <a:pt x="720" y="114"/>
                </a:lnTo>
                <a:lnTo>
                  <a:pt x="711" y="103"/>
                </a:lnTo>
                <a:lnTo>
                  <a:pt x="701" y="91"/>
                </a:lnTo>
                <a:lnTo>
                  <a:pt x="691" y="80"/>
                </a:lnTo>
                <a:lnTo>
                  <a:pt x="679" y="69"/>
                </a:lnTo>
                <a:lnTo>
                  <a:pt x="668" y="60"/>
                </a:lnTo>
                <a:lnTo>
                  <a:pt x="657" y="51"/>
                </a:lnTo>
                <a:lnTo>
                  <a:pt x="645" y="43"/>
                </a:lnTo>
                <a:lnTo>
                  <a:pt x="633" y="35"/>
                </a:lnTo>
                <a:lnTo>
                  <a:pt x="620" y="27"/>
                </a:lnTo>
                <a:lnTo>
                  <a:pt x="607" y="21"/>
                </a:lnTo>
                <a:lnTo>
                  <a:pt x="593" y="16"/>
                </a:lnTo>
                <a:lnTo>
                  <a:pt x="580" y="11"/>
                </a:lnTo>
                <a:lnTo>
                  <a:pt x="567" y="7"/>
                </a:lnTo>
                <a:lnTo>
                  <a:pt x="553" y="4"/>
                </a:lnTo>
                <a:lnTo>
                  <a:pt x="538" y="2"/>
                </a:lnTo>
                <a:lnTo>
                  <a:pt x="524" y="1"/>
                </a:lnTo>
                <a:lnTo>
                  <a:pt x="509" y="0"/>
                </a:lnTo>
                <a:lnTo>
                  <a:pt x="509" y="0"/>
                </a:lnTo>
                <a:lnTo>
                  <a:pt x="494" y="1"/>
                </a:lnTo>
                <a:lnTo>
                  <a:pt x="480" y="2"/>
                </a:lnTo>
                <a:lnTo>
                  <a:pt x="466" y="4"/>
                </a:lnTo>
                <a:lnTo>
                  <a:pt x="452" y="7"/>
                </a:lnTo>
                <a:lnTo>
                  <a:pt x="438" y="10"/>
                </a:lnTo>
                <a:lnTo>
                  <a:pt x="424" y="16"/>
                </a:lnTo>
                <a:lnTo>
                  <a:pt x="411" y="21"/>
                </a:lnTo>
                <a:lnTo>
                  <a:pt x="397" y="27"/>
                </a:lnTo>
                <a:lnTo>
                  <a:pt x="384" y="34"/>
                </a:lnTo>
                <a:lnTo>
                  <a:pt x="372" y="43"/>
                </a:lnTo>
                <a:lnTo>
                  <a:pt x="359" y="51"/>
                </a:lnTo>
                <a:lnTo>
                  <a:pt x="348" y="60"/>
                </a:lnTo>
                <a:lnTo>
                  <a:pt x="336" y="70"/>
                </a:lnTo>
                <a:lnTo>
                  <a:pt x="325" y="81"/>
                </a:lnTo>
                <a:lnTo>
                  <a:pt x="314" y="93"/>
                </a:lnTo>
                <a:lnTo>
                  <a:pt x="304" y="105"/>
                </a:lnTo>
                <a:lnTo>
                  <a:pt x="304" y="105"/>
                </a:lnTo>
                <a:lnTo>
                  <a:pt x="294" y="118"/>
                </a:lnTo>
                <a:lnTo>
                  <a:pt x="285" y="130"/>
                </a:lnTo>
                <a:lnTo>
                  <a:pt x="277" y="144"/>
                </a:lnTo>
                <a:lnTo>
                  <a:pt x="269" y="158"/>
                </a:lnTo>
                <a:lnTo>
                  <a:pt x="262" y="172"/>
                </a:lnTo>
                <a:lnTo>
                  <a:pt x="255" y="187"/>
                </a:lnTo>
                <a:lnTo>
                  <a:pt x="249" y="202"/>
                </a:lnTo>
                <a:lnTo>
                  <a:pt x="244" y="217"/>
                </a:lnTo>
                <a:lnTo>
                  <a:pt x="238" y="233"/>
                </a:lnTo>
                <a:lnTo>
                  <a:pt x="234" y="250"/>
                </a:lnTo>
                <a:lnTo>
                  <a:pt x="231" y="266"/>
                </a:lnTo>
                <a:lnTo>
                  <a:pt x="227" y="282"/>
                </a:lnTo>
                <a:lnTo>
                  <a:pt x="225" y="299"/>
                </a:lnTo>
                <a:lnTo>
                  <a:pt x="223" y="315"/>
                </a:lnTo>
                <a:lnTo>
                  <a:pt x="223" y="332"/>
                </a:lnTo>
                <a:lnTo>
                  <a:pt x="222" y="349"/>
                </a:lnTo>
                <a:lnTo>
                  <a:pt x="222" y="349"/>
                </a:lnTo>
                <a:lnTo>
                  <a:pt x="223" y="368"/>
                </a:lnTo>
                <a:lnTo>
                  <a:pt x="224" y="386"/>
                </a:lnTo>
                <a:lnTo>
                  <a:pt x="225" y="403"/>
                </a:lnTo>
                <a:lnTo>
                  <a:pt x="229" y="420"/>
                </a:lnTo>
                <a:lnTo>
                  <a:pt x="232" y="437"/>
                </a:lnTo>
                <a:lnTo>
                  <a:pt x="235" y="453"/>
                </a:lnTo>
                <a:lnTo>
                  <a:pt x="239" y="470"/>
                </a:lnTo>
                <a:lnTo>
                  <a:pt x="245" y="486"/>
                </a:lnTo>
                <a:lnTo>
                  <a:pt x="251" y="502"/>
                </a:lnTo>
                <a:lnTo>
                  <a:pt x="256" y="517"/>
                </a:lnTo>
                <a:lnTo>
                  <a:pt x="264" y="531"/>
                </a:lnTo>
                <a:lnTo>
                  <a:pt x="271" y="546"/>
                </a:lnTo>
                <a:lnTo>
                  <a:pt x="279" y="559"/>
                </a:lnTo>
                <a:lnTo>
                  <a:pt x="288" y="573"/>
                </a:lnTo>
                <a:lnTo>
                  <a:pt x="297" y="585"/>
                </a:lnTo>
                <a:lnTo>
                  <a:pt x="306" y="597"/>
                </a:lnTo>
                <a:lnTo>
                  <a:pt x="317" y="609"/>
                </a:lnTo>
                <a:lnTo>
                  <a:pt x="326" y="620"/>
                </a:lnTo>
                <a:lnTo>
                  <a:pt x="337" y="630"/>
                </a:lnTo>
                <a:lnTo>
                  <a:pt x="349" y="640"/>
                </a:lnTo>
                <a:lnTo>
                  <a:pt x="361" y="649"/>
                </a:lnTo>
                <a:lnTo>
                  <a:pt x="372" y="657"/>
                </a:lnTo>
                <a:lnTo>
                  <a:pt x="384" y="665"/>
                </a:lnTo>
                <a:lnTo>
                  <a:pt x="397" y="672"/>
                </a:lnTo>
                <a:lnTo>
                  <a:pt x="410" y="679"/>
                </a:lnTo>
                <a:lnTo>
                  <a:pt x="424" y="684"/>
                </a:lnTo>
                <a:lnTo>
                  <a:pt x="437" y="688"/>
                </a:lnTo>
                <a:lnTo>
                  <a:pt x="451" y="693"/>
                </a:lnTo>
                <a:lnTo>
                  <a:pt x="465" y="696"/>
                </a:lnTo>
                <a:lnTo>
                  <a:pt x="480" y="698"/>
                </a:lnTo>
                <a:lnTo>
                  <a:pt x="494" y="699"/>
                </a:lnTo>
                <a:lnTo>
                  <a:pt x="509" y="700"/>
                </a:lnTo>
                <a:lnTo>
                  <a:pt x="509" y="700"/>
                </a:lnTo>
                <a:close/>
                <a:moveTo>
                  <a:pt x="509" y="64"/>
                </a:moveTo>
                <a:lnTo>
                  <a:pt x="509" y="64"/>
                </a:lnTo>
                <a:lnTo>
                  <a:pt x="520" y="64"/>
                </a:lnTo>
                <a:lnTo>
                  <a:pt x="531" y="65"/>
                </a:lnTo>
                <a:lnTo>
                  <a:pt x="543" y="67"/>
                </a:lnTo>
                <a:lnTo>
                  <a:pt x="554" y="69"/>
                </a:lnTo>
                <a:lnTo>
                  <a:pt x="564" y="73"/>
                </a:lnTo>
                <a:lnTo>
                  <a:pt x="575" y="77"/>
                </a:lnTo>
                <a:lnTo>
                  <a:pt x="585" y="81"/>
                </a:lnTo>
                <a:lnTo>
                  <a:pt x="596" y="87"/>
                </a:lnTo>
                <a:lnTo>
                  <a:pt x="615" y="98"/>
                </a:lnTo>
                <a:lnTo>
                  <a:pt x="633" y="112"/>
                </a:lnTo>
                <a:lnTo>
                  <a:pt x="650" y="129"/>
                </a:lnTo>
                <a:lnTo>
                  <a:pt x="666" y="148"/>
                </a:lnTo>
                <a:lnTo>
                  <a:pt x="680" y="168"/>
                </a:lnTo>
                <a:lnTo>
                  <a:pt x="693" y="190"/>
                </a:lnTo>
                <a:lnTo>
                  <a:pt x="704" y="213"/>
                </a:lnTo>
                <a:lnTo>
                  <a:pt x="714" y="239"/>
                </a:lnTo>
                <a:lnTo>
                  <a:pt x="721" y="265"/>
                </a:lnTo>
                <a:lnTo>
                  <a:pt x="726" y="293"/>
                </a:lnTo>
                <a:lnTo>
                  <a:pt x="730" y="320"/>
                </a:lnTo>
                <a:lnTo>
                  <a:pt x="731" y="349"/>
                </a:lnTo>
                <a:lnTo>
                  <a:pt x="731" y="349"/>
                </a:lnTo>
                <a:lnTo>
                  <a:pt x="730" y="379"/>
                </a:lnTo>
                <a:lnTo>
                  <a:pt x="726" y="407"/>
                </a:lnTo>
                <a:lnTo>
                  <a:pt x="721" y="435"/>
                </a:lnTo>
                <a:lnTo>
                  <a:pt x="714" y="461"/>
                </a:lnTo>
                <a:lnTo>
                  <a:pt x="704" y="486"/>
                </a:lnTo>
                <a:lnTo>
                  <a:pt x="693" y="509"/>
                </a:lnTo>
                <a:lnTo>
                  <a:pt x="680" y="532"/>
                </a:lnTo>
                <a:lnTo>
                  <a:pt x="666" y="552"/>
                </a:lnTo>
                <a:lnTo>
                  <a:pt x="650" y="570"/>
                </a:lnTo>
                <a:lnTo>
                  <a:pt x="633" y="588"/>
                </a:lnTo>
                <a:lnTo>
                  <a:pt x="615" y="602"/>
                </a:lnTo>
                <a:lnTo>
                  <a:pt x="596" y="613"/>
                </a:lnTo>
                <a:lnTo>
                  <a:pt x="585" y="619"/>
                </a:lnTo>
                <a:lnTo>
                  <a:pt x="575" y="623"/>
                </a:lnTo>
                <a:lnTo>
                  <a:pt x="564" y="627"/>
                </a:lnTo>
                <a:lnTo>
                  <a:pt x="554" y="630"/>
                </a:lnTo>
                <a:lnTo>
                  <a:pt x="543" y="633"/>
                </a:lnTo>
                <a:lnTo>
                  <a:pt x="531" y="635"/>
                </a:lnTo>
                <a:lnTo>
                  <a:pt x="520" y="636"/>
                </a:lnTo>
                <a:lnTo>
                  <a:pt x="509" y="636"/>
                </a:lnTo>
                <a:lnTo>
                  <a:pt x="509" y="636"/>
                </a:lnTo>
                <a:lnTo>
                  <a:pt x="497" y="636"/>
                </a:lnTo>
                <a:lnTo>
                  <a:pt x="486" y="635"/>
                </a:lnTo>
                <a:lnTo>
                  <a:pt x="474" y="633"/>
                </a:lnTo>
                <a:lnTo>
                  <a:pt x="464" y="630"/>
                </a:lnTo>
                <a:lnTo>
                  <a:pt x="453" y="627"/>
                </a:lnTo>
                <a:lnTo>
                  <a:pt x="442" y="623"/>
                </a:lnTo>
                <a:lnTo>
                  <a:pt x="432" y="619"/>
                </a:lnTo>
                <a:lnTo>
                  <a:pt x="422" y="613"/>
                </a:lnTo>
                <a:lnTo>
                  <a:pt x="402" y="602"/>
                </a:lnTo>
                <a:lnTo>
                  <a:pt x="384" y="588"/>
                </a:lnTo>
                <a:lnTo>
                  <a:pt x="367" y="570"/>
                </a:lnTo>
                <a:lnTo>
                  <a:pt x="351" y="552"/>
                </a:lnTo>
                <a:lnTo>
                  <a:pt x="337" y="532"/>
                </a:lnTo>
                <a:lnTo>
                  <a:pt x="324" y="509"/>
                </a:lnTo>
                <a:lnTo>
                  <a:pt x="313" y="486"/>
                </a:lnTo>
                <a:lnTo>
                  <a:pt x="304" y="461"/>
                </a:lnTo>
                <a:lnTo>
                  <a:pt x="296" y="435"/>
                </a:lnTo>
                <a:lnTo>
                  <a:pt x="291" y="407"/>
                </a:lnTo>
                <a:lnTo>
                  <a:pt x="288" y="379"/>
                </a:lnTo>
                <a:lnTo>
                  <a:pt x="285" y="349"/>
                </a:lnTo>
                <a:lnTo>
                  <a:pt x="285" y="349"/>
                </a:lnTo>
                <a:lnTo>
                  <a:pt x="288" y="320"/>
                </a:lnTo>
                <a:lnTo>
                  <a:pt x="291" y="293"/>
                </a:lnTo>
                <a:lnTo>
                  <a:pt x="296" y="265"/>
                </a:lnTo>
                <a:lnTo>
                  <a:pt x="304" y="239"/>
                </a:lnTo>
                <a:lnTo>
                  <a:pt x="313" y="213"/>
                </a:lnTo>
                <a:lnTo>
                  <a:pt x="324" y="190"/>
                </a:lnTo>
                <a:lnTo>
                  <a:pt x="337" y="168"/>
                </a:lnTo>
                <a:lnTo>
                  <a:pt x="351" y="148"/>
                </a:lnTo>
                <a:lnTo>
                  <a:pt x="367" y="129"/>
                </a:lnTo>
                <a:lnTo>
                  <a:pt x="384" y="112"/>
                </a:lnTo>
                <a:lnTo>
                  <a:pt x="402" y="98"/>
                </a:lnTo>
                <a:lnTo>
                  <a:pt x="422" y="87"/>
                </a:lnTo>
                <a:lnTo>
                  <a:pt x="432" y="81"/>
                </a:lnTo>
                <a:lnTo>
                  <a:pt x="442" y="77"/>
                </a:lnTo>
                <a:lnTo>
                  <a:pt x="453" y="73"/>
                </a:lnTo>
                <a:lnTo>
                  <a:pt x="464" y="69"/>
                </a:lnTo>
                <a:lnTo>
                  <a:pt x="474" y="67"/>
                </a:lnTo>
                <a:lnTo>
                  <a:pt x="486" y="65"/>
                </a:lnTo>
                <a:lnTo>
                  <a:pt x="497" y="64"/>
                </a:lnTo>
                <a:lnTo>
                  <a:pt x="509" y="64"/>
                </a:lnTo>
                <a:lnTo>
                  <a:pt x="509" y="64"/>
                </a:lnTo>
                <a:close/>
                <a:moveTo>
                  <a:pt x="731" y="636"/>
                </a:moveTo>
                <a:lnTo>
                  <a:pt x="731" y="636"/>
                </a:lnTo>
                <a:lnTo>
                  <a:pt x="725" y="637"/>
                </a:lnTo>
                <a:lnTo>
                  <a:pt x="719" y="639"/>
                </a:lnTo>
                <a:lnTo>
                  <a:pt x="714" y="641"/>
                </a:lnTo>
                <a:lnTo>
                  <a:pt x="709" y="645"/>
                </a:lnTo>
                <a:lnTo>
                  <a:pt x="705" y="650"/>
                </a:lnTo>
                <a:lnTo>
                  <a:pt x="702" y="655"/>
                </a:lnTo>
                <a:lnTo>
                  <a:pt x="700" y="662"/>
                </a:lnTo>
                <a:lnTo>
                  <a:pt x="700" y="668"/>
                </a:lnTo>
                <a:lnTo>
                  <a:pt x="700" y="668"/>
                </a:lnTo>
                <a:lnTo>
                  <a:pt x="700" y="674"/>
                </a:lnTo>
                <a:lnTo>
                  <a:pt x="702" y="680"/>
                </a:lnTo>
                <a:lnTo>
                  <a:pt x="705" y="685"/>
                </a:lnTo>
                <a:lnTo>
                  <a:pt x="709" y="691"/>
                </a:lnTo>
                <a:lnTo>
                  <a:pt x="714" y="694"/>
                </a:lnTo>
                <a:lnTo>
                  <a:pt x="719" y="697"/>
                </a:lnTo>
                <a:lnTo>
                  <a:pt x="725" y="699"/>
                </a:lnTo>
                <a:lnTo>
                  <a:pt x="731" y="700"/>
                </a:lnTo>
                <a:lnTo>
                  <a:pt x="731" y="700"/>
                </a:lnTo>
                <a:lnTo>
                  <a:pt x="754" y="701"/>
                </a:lnTo>
                <a:lnTo>
                  <a:pt x="776" y="705"/>
                </a:lnTo>
                <a:lnTo>
                  <a:pt x="797" y="710"/>
                </a:lnTo>
                <a:lnTo>
                  <a:pt x="818" y="717"/>
                </a:lnTo>
                <a:lnTo>
                  <a:pt x="837" y="727"/>
                </a:lnTo>
                <a:lnTo>
                  <a:pt x="855" y="738"/>
                </a:lnTo>
                <a:lnTo>
                  <a:pt x="872" y="751"/>
                </a:lnTo>
                <a:lnTo>
                  <a:pt x="888" y="765"/>
                </a:lnTo>
                <a:lnTo>
                  <a:pt x="903" y="781"/>
                </a:lnTo>
                <a:lnTo>
                  <a:pt x="915" y="798"/>
                </a:lnTo>
                <a:lnTo>
                  <a:pt x="927" y="816"/>
                </a:lnTo>
                <a:lnTo>
                  <a:pt x="937" y="835"/>
                </a:lnTo>
                <a:lnTo>
                  <a:pt x="944" y="856"/>
                </a:lnTo>
                <a:lnTo>
                  <a:pt x="950" y="877"/>
                </a:lnTo>
                <a:lnTo>
                  <a:pt x="953" y="900"/>
                </a:lnTo>
                <a:lnTo>
                  <a:pt x="954" y="922"/>
                </a:lnTo>
                <a:lnTo>
                  <a:pt x="954" y="922"/>
                </a:lnTo>
                <a:lnTo>
                  <a:pt x="953" y="929"/>
                </a:lnTo>
                <a:lnTo>
                  <a:pt x="952" y="935"/>
                </a:lnTo>
                <a:lnTo>
                  <a:pt x="949" y="941"/>
                </a:lnTo>
                <a:lnTo>
                  <a:pt x="944" y="945"/>
                </a:lnTo>
                <a:lnTo>
                  <a:pt x="940" y="949"/>
                </a:lnTo>
                <a:lnTo>
                  <a:pt x="935" y="951"/>
                </a:lnTo>
                <a:lnTo>
                  <a:pt x="928" y="953"/>
                </a:lnTo>
                <a:lnTo>
                  <a:pt x="922" y="954"/>
                </a:lnTo>
                <a:lnTo>
                  <a:pt x="96" y="954"/>
                </a:lnTo>
                <a:lnTo>
                  <a:pt x="96" y="954"/>
                </a:lnTo>
                <a:lnTo>
                  <a:pt x="89" y="953"/>
                </a:lnTo>
                <a:lnTo>
                  <a:pt x="83" y="951"/>
                </a:lnTo>
                <a:lnTo>
                  <a:pt x="77" y="949"/>
                </a:lnTo>
                <a:lnTo>
                  <a:pt x="73" y="945"/>
                </a:lnTo>
                <a:lnTo>
                  <a:pt x="69" y="941"/>
                </a:lnTo>
                <a:lnTo>
                  <a:pt x="65" y="935"/>
                </a:lnTo>
                <a:lnTo>
                  <a:pt x="64" y="929"/>
                </a:lnTo>
                <a:lnTo>
                  <a:pt x="63" y="922"/>
                </a:lnTo>
                <a:lnTo>
                  <a:pt x="63" y="922"/>
                </a:lnTo>
                <a:lnTo>
                  <a:pt x="64" y="900"/>
                </a:lnTo>
                <a:lnTo>
                  <a:pt x="68" y="877"/>
                </a:lnTo>
                <a:lnTo>
                  <a:pt x="73" y="856"/>
                </a:lnTo>
                <a:lnTo>
                  <a:pt x="81" y="835"/>
                </a:lnTo>
                <a:lnTo>
                  <a:pt x="90" y="816"/>
                </a:lnTo>
                <a:lnTo>
                  <a:pt x="101" y="798"/>
                </a:lnTo>
                <a:lnTo>
                  <a:pt x="114" y="781"/>
                </a:lnTo>
                <a:lnTo>
                  <a:pt x="129" y="765"/>
                </a:lnTo>
                <a:lnTo>
                  <a:pt x="145" y="751"/>
                </a:lnTo>
                <a:lnTo>
                  <a:pt x="162" y="738"/>
                </a:lnTo>
                <a:lnTo>
                  <a:pt x="180" y="727"/>
                </a:lnTo>
                <a:lnTo>
                  <a:pt x="200" y="717"/>
                </a:lnTo>
                <a:lnTo>
                  <a:pt x="220" y="710"/>
                </a:lnTo>
                <a:lnTo>
                  <a:pt x="241" y="705"/>
                </a:lnTo>
                <a:lnTo>
                  <a:pt x="263" y="701"/>
                </a:lnTo>
                <a:lnTo>
                  <a:pt x="285" y="700"/>
                </a:lnTo>
                <a:lnTo>
                  <a:pt x="285" y="700"/>
                </a:lnTo>
                <a:lnTo>
                  <a:pt x="292" y="699"/>
                </a:lnTo>
                <a:lnTo>
                  <a:pt x="298" y="697"/>
                </a:lnTo>
                <a:lnTo>
                  <a:pt x="304" y="694"/>
                </a:lnTo>
                <a:lnTo>
                  <a:pt x="308" y="691"/>
                </a:lnTo>
                <a:lnTo>
                  <a:pt x="312" y="685"/>
                </a:lnTo>
                <a:lnTo>
                  <a:pt x="315" y="680"/>
                </a:lnTo>
                <a:lnTo>
                  <a:pt x="318" y="674"/>
                </a:lnTo>
                <a:lnTo>
                  <a:pt x="318" y="668"/>
                </a:lnTo>
                <a:lnTo>
                  <a:pt x="318" y="668"/>
                </a:lnTo>
                <a:lnTo>
                  <a:pt x="318" y="662"/>
                </a:lnTo>
                <a:lnTo>
                  <a:pt x="315" y="655"/>
                </a:lnTo>
                <a:lnTo>
                  <a:pt x="312" y="650"/>
                </a:lnTo>
                <a:lnTo>
                  <a:pt x="308" y="645"/>
                </a:lnTo>
                <a:lnTo>
                  <a:pt x="304" y="641"/>
                </a:lnTo>
                <a:lnTo>
                  <a:pt x="298" y="639"/>
                </a:lnTo>
                <a:lnTo>
                  <a:pt x="292" y="637"/>
                </a:lnTo>
                <a:lnTo>
                  <a:pt x="285" y="636"/>
                </a:lnTo>
                <a:lnTo>
                  <a:pt x="285" y="636"/>
                </a:lnTo>
                <a:lnTo>
                  <a:pt x="271" y="637"/>
                </a:lnTo>
                <a:lnTo>
                  <a:pt x="256" y="638"/>
                </a:lnTo>
                <a:lnTo>
                  <a:pt x="243" y="639"/>
                </a:lnTo>
                <a:lnTo>
                  <a:pt x="229" y="642"/>
                </a:lnTo>
                <a:lnTo>
                  <a:pt x="215" y="645"/>
                </a:lnTo>
                <a:lnTo>
                  <a:pt x="201" y="649"/>
                </a:lnTo>
                <a:lnTo>
                  <a:pt x="188" y="653"/>
                </a:lnTo>
                <a:lnTo>
                  <a:pt x="175" y="658"/>
                </a:lnTo>
                <a:lnTo>
                  <a:pt x="162" y="665"/>
                </a:lnTo>
                <a:lnTo>
                  <a:pt x="149" y="670"/>
                </a:lnTo>
                <a:lnTo>
                  <a:pt x="137" y="678"/>
                </a:lnTo>
                <a:lnTo>
                  <a:pt x="126" y="685"/>
                </a:lnTo>
                <a:lnTo>
                  <a:pt x="115" y="693"/>
                </a:lnTo>
                <a:lnTo>
                  <a:pt x="104" y="701"/>
                </a:lnTo>
                <a:lnTo>
                  <a:pt x="93" y="711"/>
                </a:lnTo>
                <a:lnTo>
                  <a:pt x="84" y="720"/>
                </a:lnTo>
                <a:lnTo>
                  <a:pt x="74" y="730"/>
                </a:lnTo>
                <a:lnTo>
                  <a:pt x="65" y="740"/>
                </a:lnTo>
                <a:lnTo>
                  <a:pt x="57" y="751"/>
                </a:lnTo>
                <a:lnTo>
                  <a:pt x="48" y="762"/>
                </a:lnTo>
                <a:lnTo>
                  <a:pt x="41" y="774"/>
                </a:lnTo>
                <a:lnTo>
                  <a:pt x="34" y="786"/>
                </a:lnTo>
                <a:lnTo>
                  <a:pt x="28" y="798"/>
                </a:lnTo>
                <a:lnTo>
                  <a:pt x="23" y="811"/>
                </a:lnTo>
                <a:lnTo>
                  <a:pt x="17" y="824"/>
                </a:lnTo>
                <a:lnTo>
                  <a:pt x="13" y="838"/>
                </a:lnTo>
                <a:lnTo>
                  <a:pt x="9" y="850"/>
                </a:lnTo>
                <a:lnTo>
                  <a:pt x="5" y="864"/>
                </a:lnTo>
                <a:lnTo>
                  <a:pt x="3" y="878"/>
                </a:lnTo>
                <a:lnTo>
                  <a:pt x="1" y="893"/>
                </a:lnTo>
                <a:lnTo>
                  <a:pt x="0" y="907"/>
                </a:lnTo>
                <a:lnTo>
                  <a:pt x="0" y="922"/>
                </a:lnTo>
                <a:lnTo>
                  <a:pt x="0" y="922"/>
                </a:lnTo>
                <a:lnTo>
                  <a:pt x="0" y="932"/>
                </a:lnTo>
                <a:lnTo>
                  <a:pt x="2" y="942"/>
                </a:lnTo>
                <a:lnTo>
                  <a:pt x="4" y="950"/>
                </a:lnTo>
                <a:lnTo>
                  <a:pt x="8" y="960"/>
                </a:lnTo>
                <a:lnTo>
                  <a:pt x="11" y="967"/>
                </a:lnTo>
                <a:lnTo>
                  <a:pt x="16" y="976"/>
                </a:lnTo>
                <a:lnTo>
                  <a:pt x="21" y="983"/>
                </a:lnTo>
                <a:lnTo>
                  <a:pt x="28" y="990"/>
                </a:lnTo>
                <a:lnTo>
                  <a:pt x="34" y="996"/>
                </a:lnTo>
                <a:lnTo>
                  <a:pt x="42" y="1002"/>
                </a:lnTo>
                <a:lnTo>
                  <a:pt x="49" y="1006"/>
                </a:lnTo>
                <a:lnTo>
                  <a:pt x="58" y="1010"/>
                </a:lnTo>
                <a:lnTo>
                  <a:pt x="67" y="1014"/>
                </a:lnTo>
                <a:lnTo>
                  <a:pt x="76" y="1016"/>
                </a:lnTo>
                <a:lnTo>
                  <a:pt x="86" y="1017"/>
                </a:lnTo>
                <a:lnTo>
                  <a:pt x="96" y="1018"/>
                </a:lnTo>
                <a:lnTo>
                  <a:pt x="922" y="1018"/>
                </a:lnTo>
                <a:lnTo>
                  <a:pt x="922" y="1018"/>
                </a:lnTo>
                <a:lnTo>
                  <a:pt x="931" y="1017"/>
                </a:lnTo>
                <a:lnTo>
                  <a:pt x="941" y="1016"/>
                </a:lnTo>
                <a:lnTo>
                  <a:pt x="951" y="1014"/>
                </a:lnTo>
                <a:lnTo>
                  <a:pt x="959" y="1010"/>
                </a:lnTo>
                <a:lnTo>
                  <a:pt x="968" y="1006"/>
                </a:lnTo>
                <a:lnTo>
                  <a:pt x="975" y="1002"/>
                </a:lnTo>
                <a:lnTo>
                  <a:pt x="983" y="996"/>
                </a:lnTo>
                <a:lnTo>
                  <a:pt x="989" y="990"/>
                </a:lnTo>
                <a:lnTo>
                  <a:pt x="996" y="983"/>
                </a:lnTo>
                <a:lnTo>
                  <a:pt x="1001" y="976"/>
                </a:lnTo>
                <a:lnTo>
                  <a:pt x="1006" y="967"/>
                </a:lnTo>
                <a:lnTo>
                  <a:pt x="1010" y="960"/>
                </a:lnTo>
                <a:lnTo>
                  <a:pt x="1013" y="950"/>
                </a:lnTo>
                <a:lnTo>
                  <a:pt x="1015" y="942"/>
                </a:lnTo>
                <a:lnTo>
                  <a:pt x="1017" y="932"/>
                </a:lnTo>
                <a:lnTo>
                  <a:pt x="1017" y="922"/>
                </a:lnTo>
                <a:lnTo>
                  <a:pt x="1017" y="922"/>
                </a:lnTo>
                <a:lnTo>
                  <a:pt x="1017" y="907"/>
                </a:lnTo>
                <a:lnTo>
                  <a:pt x="1016" y="893"/>
                </a:lnTo>
                <a:lnTo>
                  <a:pt x="1014" y="878"/>
                </a:lnTo>
                <a:lnTo>
                  <a:pt x="1012" y="864"/>
                </a:lnTo>
                <a:lnTo>
                  <a:pt x="1009" y="850"/>
                </a:lnTo>
                <a:lnTo>
                  <a:pt x="1004" y="838"/>
                </a:lnTo>
                <a:lnTo>
                  <a:pt x="1000" y="824"/>
                </a:lnTo>
                <a:lnTo>
                  <a:pt x="995" y="811"/>
                </a:lnTo>
                <a:lnTo>
                  <a:pt x="989" y="798"/>
                </a:lnTo>
                <a:lnTo>
                  <a:pt x="983" y="786"/>
                </a:lnTo>
                <a:lnTo>
                  <a:pt x="976" y="774"/>
                </a:lnTo>
                <a:lnTo>
                  <a:pt x="969" y="762"/>
                </a:lnTo>
                <a:lnTo>
                  <a:pt x="960" y="751"/>
                </a:lnTo>
                <a:lnTo>
                  <a:pt x="952" y="740"/>
                </a:lnTo>
                <a:lnTo>
                  <a:pt x="943" y="730"/>
                </a:lnTo>
                <a:lnTo>
                  <a:pt x="933" y="720"/>
                </a:lnTo>
                <a:lnTo>
                  <a:pt x="924" y="711"/>
                </a:lnTo>
                <a:lnTo>
                  <a:pt x="913" y="701"/>
                </a:lnTo>
                <a:lnTo>
                  <a:pt x="902" y="693"/>
                </a:lnTo>
                <a:lnTo>
                  <a:pt x="892" y="685"/>
                </a:lnTo>
                <a:lnTo>
                  <a:pt x="880" y="678"/>
                </a:lnTo>
                <a:lnTo>
                  <a:pt x="868" y="670"/>
                </a:lnTo>
                <a:lnTo>
                  <a:pt x="855" y="665"/>
                </a:lnTo>
                <a:lnTo>
                  <a:pt x="842" y="658"/>
                </a:lnTo>
                <a:lnTo>
                  <a:pt x="829" y="653"/>
                </a:lnTo>
                <a:lnTo>
                  <a:pt x="817" y="649"/>
                </a:lnTo>
                <a:lnTo>
                  <a:pt x="803" y="645"/>
                </a:lnTo>
                <a:lnTo>
                  <a:pt x="789" y="642"/>
                </a:lnTo>
                <a:lnTo>
                  <a:pt x="775" y="639"/>
                </a:lnTo>
                <a:lnTo>
                  <a:pt x="761" y="638"/>
                </a:lnTo>
                <a:lnTo>
                  <a:pt x="746" y="637"/>
                </a:lnTo>
                <a:lnTo>
                  <a:pt x="731" y="636"/>
                </a:lnTo>
                <a:lnTo>
                  <a:pt x="731" y="636"/>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2"/>
              </a:solidFill>
            </a:endParaRPr>
          </a:p>
        </p:txBody>
      </p:sp>
      <p:sp>
        <p:nvSpPr>
          <p:cNvPr id="13" name="椭圆 12"/>
          <p:cNvSpPr/>
          <p:nvPr/>
        </p:nvSpPr>
        <p:spPr>
          <a:xfrm>
            <a:off x="399415" y="1995805"/>
            <a:ext cx="828040" cy="8280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115"/>
          <p:cNvSpPr/>
          <p:nvPr/>
        </p:nvSpPr>
        <p:spPr bwMode="auto">
          <a:xfrm>
            <a:off x="661670" y="2248535"/>
            <a:ext cx="323850" cy="322580"/>
          </a:xfrm>
          <a:custGeom>
            <a:avLst/>
            <a:gdLst>
              <a:gd name="T0" fmla="*/ 789 w 1018"/>
              <a:gd name="T1" fmla="*/ 69 h 1017"/>
              <a:gd name="T2" fmla="*/ 765 w 1018"/>
              <a:gd name="T3" fmla="*/ 25 h 1017"/>
              <a:gd name="T4" fmla="*/ 719 w 1018"/>
              <a:gd name="T5" fmla="*/ 1 h 1017"/>
              <a:gd name="T6" fmla="*/ 73 w 1018"/>
              <a:gd name="T7" fmla="*/ 1 h 1017"/>
              <a:gd name="T8" fmla="*/ 27 w 1018"/>
              <a:gd name="T9" fmla="*/ 25 h 1017"/>
              <a:gd name="T10" fmla="*/ 2 w 1018"/>
              <a:gd name="T11" fmla="*/ 69 h 1017"/>
              <a:gd name="T12" fmla="*/ 2 w 1018"/>
              <a:gd name="T13" fmla="*/ 716 h 1017"/>
              <a:gd name="T14" fmla="*/ 28 w 1018"/>
              <a:gd name="T15" fmla="*/ 766 h 1017"/>
              <a:gd name="T16" fmla="*/ 67 w 1018"/>
              <a:gd name="T17" fmla="*/ 789 h 1017"/>
              <a:gd name="T18" fmla="*/ 115 w 1018"/>
              <a:gd name="T19" fmla="*/ 791 h 1017"/>
              <a:gd name="T20" fmla="*/ 163 w 1018"/>
              <a:gd name="T21" fmla="*/ 766 h 1017"/>
              <a:gd name="T22" fmla="*/ 263 w 1018"/>
              <a:gd name="T23" fmla="*/ 745 h 1017"/>
              <a:gd name="T24" fmla="*/ 589 w 1018"/>
              <a:gd name="T25" fmla="*/ 763 h 1017"/>
              <a:gd name="T26" fmla="*/ 634 w 1018"/>
              <a:gd name="T27" fmla="*/ 777 h 1017"/>
              <a:gd name="T28" fmla="*/ 870 w 1018"/>
              <a:gd name="T29" fmla="*/ 1001 h 1017"/>
              <a:gd name="T30" fmla="*/ 923 w 1018"/>
              <a:gd name="T31" fmla="*/ 1017 h 1017"/>
              <a:gd name="T32" fmla="*/ 968 w 1018"/>
              <a:gd name="T33" fmla="*/ 1006 h 1017"/>
              <a:gd name="T34" fmla="*/ 1002 w 1018"/>
              <a:gd name="T35" fmla="*/ 975 h 1017"/>
              <a:gd name="T36" fmla="*/ 1018 w 1018"/>
              <a:gd name="T37" fmla="*/ 921 h 1017"/>
              <a:gd name="T38" fmla="*/ 1011 w 1018"/>
              <a:gd name="T39" fmla="*/ 276 h 1017"/>
              <a:gd name="T40" fmla="*/ 977 w 1018"/>
              <a:gd name="T41" fmla="*/ 238 h 1017"/>
              <a:gd name="T42" fmla="*/ 927 w 1018"/>
              <a:gd name="T43" fmla="*/ 223 h 1017"/>
              <a:gd name="T44" fmla="*/ 102 w 1018"/>
              <a:gd name="T45" fmla="*/ 729 h 1017"/>
              <a:gd name="T46" fmla="*/ 73 w 1018"/>
              <a:gd name="T47" fmla="*/ 721 h 1017"/>
              <a:gd name="T48" fmla="*/ 64 w 1018"/>
              <a:gd name="T49" fmla="*/ 86 h 1017"/>
              <a:gd name="T50" fmla="*/ 80 w 1018"/>
              <a:gd name="T51" fmla="*/ 65 h 1017"/>
              <a:gd name="T52" fmla="*/ 711 w 1018"/>
              <a:gd name="T53" fmla="*/ 65 h 1017"/>
              <a:gd name="T54" fmla="*/ 727 w 1018"/>
              <a:gd name="T55" fmla="*/ 86 h 1017"/>
              <a:gd name="T56" fmla="*/ 720 w 1018"/>
              <a:gd name="T57" fmla="*/ 470 h 1017"/>
              <a:gd name="T58" fmla="*/ 429 w 1018"/>
              <a:gd name="T59" fmla="*/ 476 h 1017"/>
              <a:gd name="T60" fmla="*/ 350 w 1018"/>
              <a:gd name="T61" fmla="*/ 501 h 1017"/>
              <a:gd name="T62" fmla="*/ 954 w 1018"/>
              <a:gd name="T63" fmla="*/ 928 h 1017"/>
              <a:gd name="T64" fmla="*/ 934 w 1018"/>
              <a:gd name="T65" fmla="*/ 951 h 1017"/>
              <a:gd name="T66" fmla="*/ 900 w 1018"/>
              <a:gd name="T67" fmla="*/ 944 h 1017"/>
              <a:gd name="T68" fmla="*/ 645 w 1018"/>
              <a:gd name="T69" fmla="*/ 711 h 1017"/>
              <a:gd name="T70" fmla="*/ 318 w 1018"/>
              <a:gd name="T71" fmla="*/ 700 h 1017"/>
              <a:gd name="T72" fmla="*/ 293 w 1018"/>
              <a:gd name="T73" fmla="*/ 685 h 1017"/>
              <a:gd name="T74" fmla="*/ 379 w 1018"/>
              <a:gd name="T75" fmla="*/ 557 h 1017"/>
              <a:gd name="T76" fmla="*/ 420 w 1018"/>
              <a:gd name="T77" fmla="*/ 540 h 1017"/>
              <a:gd name="T78" fmla="*/ 727 w 1018"/>
              <a:gd name="T79" fmla="*/ 536 h 1017"/>
              <a:gd name="T80" fmla="*/ 770 w 1018"/>
              <a:gd name="T81" fmla="*/ 508 h 1017"/>
              <a:gd name="T82" fmla="*/ 791 w 1018"/>
              <a:gd name="T83" fmla="*/ 461 h 1017"/>
              <a:gd name="T84" fmla="*/ 938 w 1018"/>
              <a:gd name="T85" fmla="*/ 288 h 1017"/>
              <a:gd name="T86" fmla="*/ 955 w 1018"/>
              <a:gd name="T87" fmla="*/ 311 h 1017"/>
              <a:gd name="T88" fmla="*/ 425 w 1018"/>
              <a:gd name="T89" fmla="*/ 373 h 1017"/>
              <a:gd name="T90" fmla="*/ 445 w 1018"/>
              <a:gd name="T91" fmla="*/ 333 h 1017"/>
              <a:gd name="T92" fmla="*/ 416 w 1018"/>
              <a:gd name="T93" fmla="*/ 289 h 1017"/>
              <a:gd name="T94" fmla="*/ 371 w 1018"/>
              <a:gd name="T95" fmla="*/ 294 h 1017"/>
              <a:gd name="T96" fmla="*/ 350 w 1018"/>
              <a:gd name="T97" fmla="*/ 333 h 1017"/>
              <a:gd name="T98" fmla="*/ 380 w 1018"/>
              <a:gd name="T99" fmla="*/ 377 h 1017"/>
              <a:gd name="T100" fmla="*/ 197 w 1018"/>
              <a:gd name="T101" fmla="*/ 286 h 1017"/>
              <a:gd name="T102" fmla="*/ 160 w 1018"/>
              <a:gd name="T103" fmla="*/ 324 h 1017"/>
              <a:gd name="T104" fmla="*/ 174 w 1018"/>
              <a:gd name="T105" fmla="*/ 367 h 1017"/>
              <a:gd name="T106" fmla="*/ 217 w 1018"/>
              <a:gd name="T107" fmla="*/ 380 h 1017"/>
              <a:gd name="T108" fmla="*/ 254 w 1018"/>
              <a:gd name="T109" fmla="*/ 343 h 1017"/>
              <a:gd name="T110" fmla="*/ 240 w 1018"/>
              <a:gd name="T111" fmla="*/ 300 h 1017"/>
              <a:gd name="T112" fmla="*/ 589 w 1018"/>
              <a:gd name="T113" fmla="*/ 380 h 1017"/>
              <a:gd name="T114" fmla="*/ 629 w 1018"/>
              <a:gd name="T115" fmla="*/ 360 h 1017"/>
              <a:gd name="T116" fmla="*/ 633 w 1018"/>
              <a:gd name="T117" fmla="*/ 315 h 1017"/>
              <a:gd name="T118" fmla="*/ 589 w 1018"/>
              <a:gd name="T119" fmla="*/ 286 h 1017"/>
              <a:gd name="T120" fmla="*/ 549 w 1018"/>
              <a:gd name="T121" fmla="*/ 306 h 1017"/>
              <a:gd name="T122" fmla="*/ 545 w 1018"/>
              <a:gd name="T123" fmla="*/ 351 h 1017"/>
              <a:gd name="T124" fmla="*/ 589 w 1018"/>
              <a:gd name="T125" fmla="*/ 380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18" h="1017">
                <a:moveTo>
                  <a:pt x="927" y="223"/>
                </a:moveTo>
                <a:lnTo>
                  <a:pt x="792" y="223"/>
                </a:lnTo>
                <a:lnTo>
                  <a:pt x="792" y="86"/>
                </a:lnTo>
                <a:lnTo>
                  <a:pt x="792" y="86"/>
                </a:lnTo>
                <a:lnTo>
                  <a:pt x="791" y="78"/>
                </a:lnTo>
                <a:lnTo>
                  <a:pt x="789" y="69"/>
                </a:lnTo>
                <a:lnTo>
                  <a:pt x="787" y="61"/>
                </a:lnTo>
                <a:lnTo>
                  <a:pt x="784" y="53"/>
                </a:lnTo>
                <a:lnTo>
                  <a:pt x="780" y="45"/>
                </a:lnTo>
                <a:lnTo>
                  <a:pt x="776" y="38"/>
                </a:lnTo>
                <a:lnTo>
                  <a:pt x="770" y="31"/>
                </a:lnTo>
                <a:lnTo>
                  <a:pt x="765" y="25"/>
                </a:lnTo>
                <a:lnTo>
                  <a:pt x="758" y="19"/>
                </a:lnTo>
                <a:lnTo>
                  <a:pt x="751" y="15"/>
                </a:lnTo>
                <a:lnTo>
                  <a:pt x="743" y="10"/>
                </a:lnTo>
                <a:lnTo>
                  <a:pt x="736" y="6"/>
                </a:lnTo>
                <a:lnTo>
                  <a:pt x="727" y="3"/>
                </a:lnTo>
                <a:lnTo>
                  <a:pt x="719" y="1"/>
                </a:lnTo>
                <a:lnTo>
                  <a:pt x="709" y="0"/>
                </a:lnTo>
                <a:lnTo>
                  <a:pt x="699" y="0"/>
                </a:lnTo>
                <a:lnTo>
                  <a:pt x="92" y="0"/>
                </a:lnTo>
                <a:lnTo>
                  <a:pt x="92" y="0"/>
                </a:lnTo>
                <a:lnTo>
                  <a:pt x="82" y="0"/>
                </a:lnTo>
                <a:lnTo>
                  <a:pt x="73" y="1"/>
                </a:lnTo>
                <a:lnTo>
                  <a:pt x="64" y="3"/>
                </a:lnTo>
                <a:lnTo>
                  <a:pt x="56" y="6"/>
                </a:lnTo>
                <a:lnTo>
                  <a:pt x="48" y="10"/>
                </a:lnTo>
                <a:lnTo>
                  <a:pt x="41" y="15"/>
                </a:lnTo>
                <a:lnTo>
                  <a:pt x="33" y="19"/>
                </a:lnTo>
                <a:lnTo>
                  <a:pt x="27" y="25"/>
                </a:lnTo>
                <a:lnTo>
                  <a:pt x="21" y="31"/>
                </a:lnTo>
                <a:lnTo>
                  <a:pt x="16" y="38"/>
                </a:lnTo>
                <a:lnTo>
                  <a:pt x="12" y="45"/>
                </a:lnTo>
                <a:lnTo>
                  <a:pt x="7" y="53"/>
                </a:lnTo>
                <a:lnTo>
                  <a:pt x="4" y="61"/>
                </a:lnTo>
                <a:lnTo>
                  <a:pt x="2" y="69"/>
                </a:lnTo>
                <a:lnTo>
                  <a:pt x="1" y="78"/>
                </a:lnTo>
                <a:lnTo>
                  <a:pt x="0" y="86"/>
                </a:lnTo>
                <a:lnTo>
                  <a:pt x="0" y="698"/>
                </a:lnTo>
                <a:lnTo>
                  <a:pt x="0" y="698"/>
                </a:lnTo>
                <a:lnTo>
                  <a:pt x="1" y="708"/>
                </a:lnTo>
                <a:lnTo>
                  <a:pt x="2" y="716"/>
                </a:lnTo>
                <a:lnTo>
                  <a:pt x="4" y="726"/>
                </a:lnTo>
                <a:lnTo>
                  <a:pt x="7" y="735"/>
                </a:lnTo>
                <a:lnTo>
                  <a:pt x="12" y="743"/>
                </a:lnTo>
                <a:lnTo>
                  <a:pt x="16" y="751"/>
                </a:lnTo>
                <a:lnTo>
                  <a:pt x="21" y="758"/>
                </a:lnTo>
                <a:lnTo>
                  <a:pt x="28" y="766"/>
                </a:lnTo>
                <a:lnTo>
                  <a:pt x="28" y="766"/>
                </a:lnTo>
                <a:lnTo>
                  <a:pt x="35" y="772"/>
                </a:lnTo>
                <a:lnTo>
                  <a:pt x="43" y="777"/>
                </a:lnTo>
                <a:lnTo>
                  <a:pt x="51" y="782"/>
                </a:lnTo>
                <a:lnTo>
                  <a:pt x="59" y="786"/>
                </a:lnTo>
                <a:lnTo>
                  <a:pt x="67" y="789"/>
                </a:lnTo>
                <a:lnTo>
                  <a:pt x="77" y="791"/>
                </a:lnTo>
                <a:lnTo>
                  <a:pt x="87" y="792"/>
                </a:lnTo>
                <a:lnTo>
                  <a:pt x="95" y="794"/>
                </a:lnTo>
                <a:lnTo>
                  <a:pt x="95" y="794"/>
                </a:lnTo>
                <a:lnTo>
                  <a:pt x="105" y="792"/>
                </a:lnTo>
                <a:lnTo>
                  <a:pt x="115" y="791"/>
                </a:lnTo>
                <a:lnTo>
                  <a:pt x="123" y="789"/>
                </a:lnTo>
                <a:lnTo>
                  <a:pt x="132" y="786"/>
                </a:lnTo>
                <a:lnTo>
                  <a:pt x="140" y="783"/>
                </a:lnTo>
                <a:lnTo>
                  <a:pt x="148" y="777"/>
                </a:lnTo>
                <a:lnTo>
                  <a:pt x="155" y="772"/>
                </a:lnTo>
                <a:lnTo>
                  <a:pt x="163" y="766"/>
                </a:lnTo>
                <a:lnTo>
                  <a:pt x="230" y="700"/>
                </a:lnTo>
                <a:lnTo>
                  <a:pt x="230" y="700"/>
                </a:lnTo>
                <a:lnTo>
                  <a:pt x="236" y="713"/>
                </a:lnTo>
                <a:lnTo>
                  <a:pt x="243" y="726"/>
                </a:lnTo>
                <a:lnTo>
                  <a:pt x="252" y="737"/>
                </a:lnTo>
                <a:lnTo>
                  <a:pt x="263" y="745"/>
                </a:lnTo>
                <a:lnTo>
                  <a:pt x="276" y="753"/>
                </a:lnTo>
                <a:lnTo>
                  <a:pt x="288" y="759"/>
                </a:lnTo>
                <a:lnTo>
                  <a:pt x="303" y="762"/>
                </a:lnTo>
                <a:lnTo>
                  <a:pt x="318" y="763"/>
                </a:lnTo>
                <a:lnTo>
                  <a:pt x="589" y="763"/>
                </a:lnTo>
                <a:lnTo>
                  <a:pt x="589" y="763"/>
                </a:lnTo>
                <a:lnTo>
                  <a:pt x="597" y="763"/>
                </a:lnTo>
                <a:lnTo>
                  <a:pt x="605" y="765"/>
                </a:lnTo>
                <a:lnTo>
                  <a:pt x="612" y="767"/>
                </a:lnTo>
                <a:lnTo>
                  <a:pt x="620" y="770"/>
                </a:lnTo>
                <a:lnTo>
                  <a:pt x="626" y="773"/>
                </a:lnTo>
                <a:lnTo>
                  <a:pt x="634" y="777"/>
                </a:lnTo>
                <a:lnTo>
                  <a:pt x="640" y="782"/>
                </a:lnTo>
                <a:lnTo>
                  <a:pt x="646" y="787"/>
                </a:lnTo>
                <a:lnTo>
                  <a:pt x="855" y="989"/>
                </a:lnTo>
                <a:lnTo>
                  <a:pt x="855" y="989"/>
                </a:lnTo>
                <a:lnTo>
                  <a:pt x="862" y="995"/>
                </a:lnTo>
                <a:lnTo>
                  <a:pt x="870" y="1001"/>
                </a:lnTo>
                <a:lnTo>
                  <a:pt x="877" y="1006"/>
                </a:lnTo>
                <a:lnTo>
                  <a:pt x="886" y="1010"/>
                </a:lnTo>
                <a:lnTo>
                  <a:pt x="895" y="1012"/>
                </a:lnTo>
                <a:lnTo>
                  <a:pt x="903" y="1016"/>
                </a:lnTo>
                <a:lnTo>
                  <a:pt x="913" y="1017"/>
                </a:lnTo>
                <a:lnTo>
                  <a:pt x="923" y="1017"/>
                </a:lnTo>
                <a:lnTo>
                  <a:pt x="923" y="1017"/>
                </a:lnTo>
                <a:lnTo>
                  <a:pt x="932" y="1017"/>
                </a:lnTo>
                <a:lnTo>
                  <a:pt x="941" y="1016"/>
                </a:lnTo>
                <a:lnTo>
                  <a:pt x="950" y="1012"/>
                </a:lnTo>
                <a:lnTo>
                  <a:pt x="959" y="1010"/>
                </a:lnTo>
                <a:lnTo>
                  <a:pt x="968" y="1006"/>
                </a:lnTo>
                <a:lnTo>
                  <a:pt x="975" y="1001"/>
                </a:lnTo>
                <a:lnTo>
                  <a:pt x="983" y="995"/>
                </a:lnTo>
                <a:lnTo>
                  <a:pt x="990" y="989"/>
                </a:lnTo>
                <a:lnTo>
                  <a:pt x="990" y="989"/>
                </a:lnTo>
                <a:lnTo>
                  <a:pt x="997" y="982"/>
                </a:lnTo>
                <a:lnTo>
                  <a:pt x="1002" y="975"/>
                </a:lnTo>
                <a:lnTo>
                  <a:pt x="1006" y="966"/>
                </a:lnTo>
                <a:lnTo>
                  <a:pt x="1011" y="958"/>
                </a:lnTo>
                <a:lnTo>
                  <a:pt x="1014" y="949"/>
                </a:lnTo>
                <a:lnTo>
                  <a:pt x="1016" y="941"/>
                </a:lnTo>
                <a:lnTo>
                  <a:pt x="1017" y="931"/>
                </a:lnTo>
                <a:lnTo>
                  <a:pt x="1018" y="921"/>
                </a:lnTo>
                <a:lnTo>
                  <a:pt x="1018" y="311"/>
                </a:lnTo>
                <a:lnTo>
                  <a:pt x="1018" y="311"/>
                </a:lnTo>
                <a:lnTo>
                  <a:pt x="1017" y="301"/>
                </a:lnTo>
                <a:lnTo>
                  <a:pt x="1016" y="292"/>
                </a:lnTo>
                <a:lnTo>
                  <a:pt x="1014" y="284"/>
                </a:lnTo>
                <a:lnTo>
                  <a:pt x="1011" y="276"/>
                </a:lnTo>
                <a:lnTo>
                  <a:pt x="1007" y="269"/>
                </a:lnTo>
                <a:lnTo>
                  <a:pt x="1002" y="261"/>
                </a:lnTo>
                <a:lnTo>
                  <a:pt x="997" y="255"/>
                </a:lnTo>
                <a:lnTo>
                  <a:pt x="991" y="248"/>
                </a:lnTo>
                <a:lnTo>
                  <a:pt x="985" y="243"/>
                </a:lnTo>
                <a:lnTo>
                  <a:pt x="977" y="238"/>
                </a:lnTo>
                <a:lnTo>
                  <a:pt x="970" y="233"/>
                </a:lnTo>
                <a:lnTo>
                  <a:pt x="962" y="230"/>
                </a:lnTo>
                <a:lnTo>
                  <a:pt x="954" y="227"/>
                </a:lnTo>
                <a:lnTo>
                  <a:pt x="945" y="225"/>
                </a:lnTo>
                <a:lnTo>
                  <a:pt x="935" y="224"/>
                </a:lnTo>
                <a:lnTo>
                  <a:pt x="927" y="223"/>
                </a:lnTo>
                <a:lnTo>
                  <a:pt x="927" y="223"/>
                </a:lnTo>
                <a:close/>
                <a:moveTo>
                  <a:pt x="118" y="721"/>
                </a:moveTo>
                <a:lnTo>
                  <a:pt x="118" y="721"/>
                </a:lnTo>
                <a:lnTo>
                  <a:pt x="114" y="725"/>
                </a:lnTo>
                <a:lnTo>
                  <a:pt x="108" y="727"/>
                </a:lnTo>
                <a:lnTo>
                  <a:pt x="102" y="729"/>
                </a:lnTo>
                <a:lnTo>
                  <a:pt x="95" y="729"/>
                </a:lnTo>
                <a:lnTo>
                  <a:pt x="90" y="729"/>
                </a:lnTo>
                <a:lnTo>
                  <a:pt x="83" y="727"/>
                </a:lnTo>
                <a:lnTo>
                  <a:pt x="78" y="725"/>
                </a:lnTo>
                <a:lnTo>
                  <a:pt x="73" y="721"/>
                </a:lnTo>
                <a:lnTo>
                  <a:pt x="73" y="721"/>
                </a:lnTo>
                <a:lnTo>
                  <a:pt x="70" y="715"/>
                </a:lnTo>
                <a:lnTo>
                  <a:pt x="66" y="710"/>
                </a:lnTo>
                <a:lnTo>
                  <a:pt x="64" y="704"/>
                </a:lnTo>
                <a:lnTo>
                  <a:pt x="64" y="698"/>
                </a:lnTo>
                <a:lnTo>
                  <a:pt x="64" y="86"/>
                </a:lnTo>
                <a:lnTo>
                  <a:pt x="64" y="86"/>
                </a:lnTo>
                <a:lnTo>
                  <a:pt x="64" y="82"/>
                </a:lnTo>
                <a:lnTo>
                  <a:pt x="66" y="78"/>
                </a:lnTo>
                <a:lnTo>
                  <a:pt x="68" y="74"/>
                </a:lnTo>
                <a:lnTo>
                  <a:pt x="72" y="70"/>
                </a:lnTo>
                <a:lnTo>
                  <a:pt x="76" y="67"/>
                </a:lnTo>
                <a:lnTo>
                  <a:pt x="80" y="65"/>
                </a:lnTo>
                <a:lnTo>
                  <a:pt x="86" y="63"/>
                </a:lnTo>
                <a:lnTo>
                  <a:pt x="92" y="63"/>
                </a:lnTo>
                <a:lnTo>
                  <a:pt x="699" y="63"/>
                </a:lnTo>
                <a:lnTo>
                  <a:pt x="699" y="63"/>
                </a:lnTo>
                <a:lnTo>
                  <a:pt x="706" y="63"/>
                </a:lnTo>
                <a:lnTo>
                  <a:pt x="711" y="65"/>
                </a:lnTo>
                <a:lnTo>
                  <a:pt x="715" y="67"/>
                </a:lnTo>
                <a:lnTo>
                  <a:pt x="720" y="70"/>
                </a:lnTo>
                <a:lnTo>
                  <a:pt x="723" y="74"/>
                </a:lnTo>
                <a:lnTo>
                  <a:pt x="725" y="78"/>
                </a:lnTo>
                <a:lnTo>
                  <a:pt x="727" y="82"/>
                </a:lnTo>
                <a:lnTo>
                  <a:pt x="727" y="86"/>
                </a:lnTo>
                <a:lnTo>
                  <a:pt x="727" y="452"/>
                </a:lnTo>
                <a:lnTo>
                  <a:pt x="727" y="452"/>
                </a:lnTo>
                <a:lnTo>
                  <a:pt x="727" y="458"/>
                </a:lnTo>
                <a:lnTo>
                  <a:pt x="725" y="462"/>
                </a:lnTo>
                <a:lnTo>
                  <a:pt x="723" y="466"/>
                </a:lnTo>
                <a:lnTo>
                  <a:pt x="720" y="470"/>
                </a:lnTo>
                <a:lnTo>
                  <a:pt x="715" y="473"/>
                </a:lnTo>
                <a:lnTo>
                  <a:pt x="711" y="475"/>
                </a:lnTo>
                <a:lnTo>
                  <a:pt x="706" y="476"/>
                </a:lnTo>
                <a:lnTo>
                  <a:pt x="699" y="476"/>
                </a:lnTo>
                <a:lnTo>
                  <a:pt x="429" y="476"/>
                </a:lnTo>
                <a:lnTo>
                  <a:pt x="429" y="476"/>
                </a:lnTo>
                <a:lnTo>
                  <a:pt x="415" y="477"/>
                </a:lnTo>
                <a:lnTo>
                  <a:pt x="401" y="479"/>
                </a:lnTo>
                <a:lnTo>
                  <a:pt x="387" y="482"/>
                </a:lnTo>
                <a:lnTo>
                  <a:pt x="374" y="487"/>
                </a:lnTo>
                <a:lnTo>
                  <a:pt x="361" y="493"/>
                </a:lnTo>
                <a:lnTo>
                  <a:pt x="350" y="501"/>
                </a:lnTo>
                <a:lnTo>
                  <a:pt x="339" y="508"/>
                </a:lnTo>
                <a:lnTo>
                  <a:pt x="328" y="518"/>
                </a:lnTo>
                <a:lnTo>
                  <a:pt x="118" y="721"/>
                </a:lnTo>
                <a:close/>
                <a:moveTo>
                  <a:pt x="955" y="921"/>
                </a:moveTo>
                <a:lnTo>
                  <a:pt x="955" y="921"/>
                </a:lnTo>
                <a:lnTo>
                  <a:pt x="954" y="928"/>
                </a:lnTo>
                <a:lnTo>
                  <a:pt x="951" y="934"/>
                </a:lnTo>
                <a:lnTo>
                  <a:pt x="949" y="939"/>
                </a:lnTo>
                <a:lnTo>
                  <a:pt x="945" y="944"/>
                </a:lnTo>
                <a:lnTo>
                  <a:pt x="945" y="944"/>
                </a:lnTo>
                <a:lnTo>
                  <a:pt x="940" y="948"/>
                </a:lnTo>
                <a:lnTo>
                  <a:pt x="934" y="951"/>
                </a:lnTo>
                <a:lnTo>
                  <a:pt x="929" y="952"/>
                </a:lnTo>
                <a:lnTo>
                  <a:pt x="923" y="953"/>
                </a:lnTo>
                <a:lnTo>
                  <a:pt x="916" y="952"/>
                </a:lnTo>
                <a:lnTo>
                  <a:pt x="911" y="951"/>
                </a:lnTo>
                <a:lnTo>
                  <a:pt x="904" y="948"/>
                </a:lnTo>
                <a:lnTo>
                  <a:pt x="900" y="944"/>
                </a:lnTo>
                <a:lnTo>
                  <a:pt x="691" y="742"/>
                </a:lnTo>
                <a:lnTo>
                  <a:pt x="691" y="742"/>
                </a:lnTo>
                <a:lnTo>
                  <a:pt x="680" y="732"/>
                </a:lnTo>
                <a:lnTo>
                  <a:pt x="668" y="724"/>
                </a:lnTo>
                <a:lnTo>
                  <a:pt x="656" y="716"/>
                </a:lnTo>
                <a:lnTo>
                  <a:pt x="645" y="711"/>
                </a:lnTo>
                <a:lnTo>
                  <a:pt x="631" y="706"/>
                </a:lnTo>
                <a:lnTo>
                  <a:pt x="618" y="702"/>
                </a:lnTo>
                <a:lnTo>
                  <a:pt x="604" y="700"/>
                </a:lnTo>
                <a:lnTo>
                  <a:pt x="589" y="700"/>
                </a:lnTo>
                <a:lnTo>
                  <a:pt x="318" y="700"/>
                </a:lnTo>
                <a:lnTo>
                  <a:pt x="318" y="700"/>
                </a:lnTo>
                <a:lnTo>
                  <a:pt x="313" y="699"/>
                </a:lnTo>
                <a:lnTo>
                  <a:pt x="308" y="698"/>
                </a:lnTo>
                <a:lnTo>
                  <a:pt x="302" y="696"/>
                </a:lnTo>
                <a:lnTo>
                  <a:pt x="298" y="693"/>
                </a:lnTo>
                <a:lnTo>
                  <a:pt x="295" y="689"/>
                </a:lnTo>
                <a:lnTo>
                  <a:pt x="293" y="685"/>
                </a:lnTo>
                <a:lnTo>
                  <a:pt x="291" y="681"/>
                </a:lnTo>
                <a:lnTo>
                  <a:pt x="291" y="677"/>
                </a:lnTo>
                <a:lnTo>
                  <a:pt x="291" y="642"/>
                </a:lnTo>
                <a:lnTo>
                  <a:pt x="372" y="563"/>
                </a:lnTo>
                <a:lnTo>
                  <a:pt x="372" y="563"/>
                </a:lnTo>
                <a:lnTo>
                  <a:pt x="379" y="557"/>
                </a:lnTo>
                <a:lnTo>
                  <a:pt x="385" y="553"/>
                </a:lnTo>
                <a:lnTo>
                  <a:pt x="391" y="549"/>
                </a:lnTo>
                <a:lnTo>
                  <a:pt x="398" y="546"/>
                </a:lnTo>
                <a:lnTo>
                  <a:pt x="405" y="544"/>
                </a:lnTo>
                <a:lnTo>
                  <a:pt x="413" y="541"/>
                </a:lnTo>
                <a:lnTo>
                  <a:pt x="420" y="540"/>
                </a:lnTo>
                <a:lnTo>
                  <a:pt x="429" y="540"/>
                </a:lnTo>
                <a:lnTo>
                  <a:pt x="699" y="540"/>
                </a:lnTo>
                <a:lnTo>
                  <a:pt x="699" y="540"/>
                </a:lnTo>
                <a:lnTo>
                  <a:pt x="709" y="539"/>
                </a:lnTo>
                <a:lnTo>
                  <a:pt x="719" y="538"/>
                </a:lnTo>
                <a:lnTo>
                  <a:pt x="727" y="536"/>
                </a:lnTo>
                <a:lnTo>
                  <a:pt x="736" y="533"/>
                </a:lnTo>
                <a:lnTo>
                  <a:pt x="743" y="530"/>
                </a:lnTo>
                <a:lnTo>
                  <a:pt x="751" y="525"/>
                </a:lnTo>
                <a:lnTo>
                  <a:pt x="758" y="520"/>
                </a:lnTo>
                <a:lnTo>
                  <a:pt x="765" y="515"/>
                </a:lnTo>
                <a:lnTo>
                  <a:pt x="770" y="508"/>
                </a:lnTo>
                <a:lnTo>
                  <a:pt x="776" y="502"/>
                </a:lnTo>
                <a:lnTo>
                  <a:pt x="780" y="494"/>
                </a:lnTo>
                <a:lnTo>
                  <a:pt x="784" y="487"/>
                </a:lnTo>
                <a:lnTo>
                  <a:pt x="787" y="478"/>
                </a:lnTo>
                <a:lnTo>
                  <a:pt x="789" y="471"/>
                </a:lnTo>
                <a:lnTo>
                  <a:pt x="791" y="461"/>
                </a:lnTo>
                <a:lnTo>
                  <a:pt x="792" y="452"/>
                </a:lnTo>
                <a:lnTo>
                  <a:pt x="792" y="286"/>
                </a:lnTo>
                <a:lnTo>
                  <a:pt x="927" y="286"/>
                </a:lnTo>
                <a:lnTo>
                  <a:pt x="927" y="286"/>
                </a:lnTo>
                <a:lnTo>
                  <a:pt x="932" y="287"/>
                </a:lnTo>
                <a:lnTo>
                  <a:pt x="938" y="288"/>
                </a:lnTo>
                <a:lnTo>
                  <a:pt x="942" y="290"/>
                </a:lnTo>
                <a:lnTo>
                  <a:pt x="946" y="294"/>
                </a:lnTo>
                <a:lnTo>
                  <a:pt x="949" y="297"/>
                </a:lnTo>
                <a:lnTo>
                  <a:pt x="953" y="301"/>
                </a:lnTo>
                <a:lnTo>
                  <a:pt x="954" y="305"/>
                </a:lnTo>
                <a:lnTo>
                  <a:pt x="955" y="311"/>
                </a:lnTo>
                <a:lnTo>
                  <a:pt x="955" y="921"/>
                </a:lnTo>
                <a:close/>
                <a:moveTo>
                  <a:pt x="398" y="380"/>
                </a:moveTo>
                <a:lnTo>
                  <a:pt x="398" y="380"/>
                </a:lnTo>
                <a:lnTo>
                  <a:pt x="408" y="380"/>
                </a:lnTo>
                <a:lnTo>
                  <a:pt x="416" y="377"/>
                </a:lnTo>
                <a:lnTo>
                  <a:pt x="425" y="373"/>
                </a:lnTo>
                <a:lnTo>
                  <a:pt x="431" y="367"/>
                </a:lnTo>
                <a:lnTo>
                  <a:pt x="438" y="360"/>
                </a:lnTo>
                <a:lnTo>
                  <a:pt x="442" y="351"/>
                </a:lnTo>
                <a:lnTo>
                  <a:pt x="444" y="343"/>
                </a:lnTo>
                <a:lnTo>
                  <a:pt x="445" y="333"/>
                </a:lnTo>
                <a:lnTo>
                  <a:pt x="445" y="333"/>
                </a:lnTo>
                <a:lnTo>
                  <a:pt x="444" y="324"/>
                </a:lnTo>
                <a:lnTo>
                  <a:pt x="442" y="315"/>
                </a:lnTo>
                <a:lnTo>
                  <a:pt x="438" y="306"/>
                </a:lnTo>
                <a:lnTo>
                  <a:pt x="431" y="300"/>
                </a:lnTo>
                <a:lnTo>
                  <a:pt x="425" y="294"/>
                </a:lnTo>
                <a:lnTo>
                  <a:pt x="416" y="289"/>
                </a:lnTo>
                <a:lnTo>
                  <a:pt x="408" y="286"/>
                </a:lnTo>
                <a:lnTo>
                  <a:pt x="398" y="286"/>
                </a:lnTo>
                <a:lnTo>
                  <a:pt x="398" y="286"/>
                </a:lnTo>
                <a:lnTo>
                  <a:pt x="388" y="286"/>
                </a:lnTo>
                <a:lnTo>
                  <a:pt x="380" y="289"/>
                </a:lnTo>
                <a:lnTo>
                  <a:pt x="371" y="294"/>
                </a:lnTo>
                <a:lnTo>
                  <a:pt x="364" y="300"/>
                </a:lnTo>
                <a:lnTo>
                  <a:pt x="358" y="306"/>
                </a:lnTo>
                <a:lnTo>
                  <a:pt x="354" y="315"/>
                </a:lnTo>
                <a:lnTo>
                  <a:pt x="351" y="324"/>
                </a:lnTo>
                <a:lnTo>
                  <a:pt x="350" y="333"/>
                </a:lnTo>
                <a:lnTo>
                  <a:pt x="350" y="333"/>
                </a:lnTo>
                <a:lnTo>
                  <a:pt x="351" y="343"/>
                </a:lnTo>
                <a:lnTo>
                  <a:pt x="354" y="351"/>
                </a:lnTo>
                <a:lnTo>
                  <a:pt x="358" y="360"/>
                </a:lnTo>
                <a:lnTo>
                  <a:pt x="364" y="367"/>
                </a:lnTo>
                <a:lnTo>
                  <a:pt x="371" y="373"/>
                </a:lnTo>
                <a:lnTo>
                  <a:pt x="380" y="377"/>
                </a:lnTo>
                <a:lnTo>
                  <a:pt x="388" y="380"/>
                </a:lnTo>
                <a:lnTo>
                  <a:pt x="398" y="380"/>
                </a:lnTo>
                <a:lnTo>
                  <a:pt x="398" y="380"/>
                </a:lnTo>
                <a:close/>
                <a:moveTo>
                  <a:pt x="207" y="286"/>
                </a:moveTo>
                <a:lnTo>
                  <a:pt x="207" y="286"/>
                </a:lnTo>
                <a:lnTo>
                  <a:pt x="197" y="286"/>
                </a:lnTo>
                <a:lnTo>
                  <a:pt x="189" y="289"/>
                </a:lnTo>
                <a:lnTo>
                  <a:pt x="180" y="294"/>
                </a:lnTo>
                <a:lnTo>
                  <a:pt x="174" y="300"/>
                </a:lnTo>
                <a:lnTo>
                  <a:pt x="167" y="306"/>
                </a:lnTo>
                <a:lnTo>
                  <a:pt x="163" y="315"/>
                </a:lnTo>
                <a:lnTo>
                  <a:pt x="160" y="324"/>
                </a:lnTo>
                <a:lnTo>
                  <a:pt x="160" y="333"/>
                </a:lnTo>
                <a:lnTo>
                  <a:pt x="160" y="333"/>
                </a:lnTo>
                <a:lnTo>
                  <a:pt x="160" y="343"/>
                </a:lnTo>
                <a:lnTo>
                  <a:pt x="163" y="351"/>
                </a:lnTo>
                <a:lnTo>
                  <a:pt x="167" y="360"/>
                </a:lnTo>
                <a:lnTo>
                  <a:pt x="174" y="367"/>
                </a:lnTo>
                <a:lnTo>
                  <a:pt x="180" y="373"/>
                </a:lnTo>
                <a:lnTo>
                  <a:pt x="189" y="377"/>
                </a:lnTo>
                <a:lnTo>
                  <a:pt x="197" y="380"/>
                </a:lnTo>
                <a:lnTo>
                  <a:pt x="207" y="380"/>
                </a:lnTo>
                <a:lnTo>
                  <a:pt x="207" y="380"/>
                </a:lnTo>
                <a:lnTo>
                  <a:pt x="217" y="380"/>
                </a:lnTo>
                <a:lnTo>
                  <a:pt x="225" y="377"/>
                </a:lnTo>
                <a:lnTo>
                  <a:pt x="234" y="373"/>
                </a:lnTo>
                <a:lnTo>
                  <a:pt x="240" y="367"/>
                </a:lnTo>
                <a:lnTo>
                  <a:pt x="247" y="360"/>
                </a:lnTo>
                <a:lnTo>
                  <a:pt x="251" y="351"/>
                </a:lnTo>
                <a:lnTo>
                  <a:pt x="254" y="343"/>
                </a:lnTo>
                <a:lnTo>
                  <a:pt x="254" y="333"/>
                </a:lnTo>
                <a:lnTo>
                  <a:pt x="254" y="333"/>
                </a:lnTo>
                <a:lnTo>
                  <a:pt x="254" y="324"/>
                </a:lnTo>
                <a:lnTo>
                  <a:pt x="251" y="315"/>
                </a:lnTo>
                <a:lnTo>
                  <a:pt x="247" y="306"/>
                </a:lnTo>
                <a:lnTo>
                  <a:pt x="240" y="300"/>
                </a:lnTo>
                <a:lnTo>
                  <a:pt x="234" y="294"/>
                </a:lnTo>
                <a:lnTo>
                  <a:pt x="225" y="289"/>
                </a:lnTo>
                <a:lnTo>
                  <a:pt x="217" y="286"/>
                </a:lnTo>
                <a:lnTo>
                  <a:pt x="207" y="286"/>
                </a:lnTo>
                <a:lnTo>
                  <a:pt x="207" y="286"/>
                </a:lnTo>
                <a:close/>
                <a:moveTo>
                  <a:pt x="589" y="380"/>
                </a:moveTo>
                <a:lnTo>
                  <a:pt x="589" y="380"/>
                </a:lnTo>
                <a:lnTo>
                  <a:pt x="598" y="380"/>
                </a:lnTo>
                <a:lnTo>
                  <a:pt x="607" y="377"/>
                </a:lnTo>
                <a:lnTo>
                  <a:pt x="616" y="373"/>
                </a:lnTo>
                <a:lnTo>
                  <a:pt x="622" y="367"/>
                </a:lnTo>
                <a:lnTo>
                  <a:pt x="629" y="360"/>
                </a:lnTo>
                <a:lnTo>
                  <a:pt x="633" y="351"/>
                </a:lnTo>
                <a:lnTo>
                  <a:pt x="635" y="343"/>
                </a:lnTo>
                <a:lnTo>
                  <a:pt x="636" y="333"/>
                </a:lnTo>
                <a:lnTo>
                  <a:pt x="636" y="333"/>
                </a:lnTo>
                <a:lnTo>
                  <a:pt x="635" y="324"/>
                </a:lnTo>
                <a:lnTo>
                  <a:pt x="633" y="315"/>
                </a:lnTo>
                <a:lnTo>
                  <a:pt x="629" y="306"/>
                </a:lnTo>
                <a:lnTo>
                  <a:pt x="622" y="300"/>
                </a:lnTo>
                <a:lnTo>
                  <a:pt x="616" y="294"/>
                </a:lnTo>
                <a:lnTo>
                  <a:pt x="607" y="289"/>
                </a:lnTo>
                <a:lnTo>
                  <a:pt x="598" y="286"/>
                </a:lnTo>
                <a:lnTo>
                  <a:pt x="589" y="286"/>
                </a:lnTo>
                <a:lnTo>
                  <a:pt x="589" y="286"/>
                </a:lnTo>
                <a:lnTo>
                  <a:pt x="579" y="286"/>
                </a:lnTo>
                <a:lnTo>
                  <a:pt x="570" y="289"/>
                </a:lnTo>
                <a:lnTo>
                  <a:pt x="562" y="294"/>
                </a:lnTo>
                <a:lnTo>
                  <a:pt x="554" y="300"/>
                </a:lnTo>
                <a:lnTo>
                  <a:pt x="549" y="306"/>
                </a:lnTo>
                <a:lnTo>
                  <a:pt x="545" y="315"/>
                </a:lnTo>
                <a:lnTo>
                  <a:pt x="542" y="324"/>
                </a:lnTo>
                <a:lnTo>
                  <a:pt x="541" y="333"/>
                </a:lnTo>
                <a:lnTo>
                  <a:pt x="541" y="333"/>
                </a:lnTo>
                <a:lnTo>
                  <a:pt x="542" y="343"/>
                </a:lnTo>
                <a:lnTo>
                  <a:pt x="545" y="351"/>
                </a:lnTo>
                <a:lnTo>
                  <a:pt x="549" y="360"/>
                </a:lnTo>
                <a:lnTo>
                  <a:pt x="554" y="367"/>
                </a:lnTo>
                <a:lnTo>
                  <a:pt x="562" y="373"/>
                </a:lnTo>
                <a:lnTo>
                  <a:pt x="570" y="377"/>
                </a:lnTo>
                <a:lnTo>
                  <a:pt x="579" y="380"/>
                </a:lnTo>
                <a:lnTo>
                  <a:pt x="589" y="380"/>
                </a:lnTo>
                <a:lnTo>
                  <a:pt x="589" y="380"/>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2"/>
              </a:solidFill>
            </a:endParaRPr>
          </a:p>
        </p:txBody>
      </p:sp>
      <p:sp>
        <p:nvSpPr>
          <p:cNvPr id="2" name="椭圆 37"/>
          <p:cNvSpPr/>
          <p:nvPr/>
        </p:nvSpPr>
        <p:spPr>
          <a:xfrm>
            <a:off x="1496060" y="3865245"/>
            <a:ext cx="10253980" cy="2009775"/>
          </a:xfrm>
          <a:prstGeom prst="rect">
            <a:avLst/>
          </a:prstGeom>
        </p:spPr>
        <p:txBody>
          <a:bodyPr wrap="square">
            <a:spAutoFit/>
          </a:bodyPr>
          <a:lstStyle/>
          <a:p>
            <a:pPr eaLnBrk="1" hangingPunct="1">
              <a:lnSpc>
                <a:spcPct val="130000"/>
              </a:lnSpc>
            </a:pPr>
            <a:r>
              <a:rPr lang="zh-CN" altLang="en-US" dirty="0">
                <a:sym typeface="+mn-ea"/>
              </a:rPr>
              <a:t>课程重点不是理论或知识，而是通过实践建立对象思维方式，并培养运用</a:t>
            </a:r>
            <a:r>
              <a:rPr lang="en-US" altLang="zh-CN" dirty="0">
                <a:sym typeface="+mn-ea"/>
              </a:rPr>
              <a:t>UML</a:t>
            </a:r>
            <a:r>
              <a:rPr lang="zh-CN" altLang="en-US" dirty="0">
                <a:sym typeface="+mn-ea"/>
              </a:rPr>
              <a:t>来表达这种思维方式的</a:t>
            </a:r>
            <a:r>
              <a:rPr lang="zh-CN" altLang="en-US" b="1" dirty="0">
                <a:solidFill>
                  <a:schemeClr val="accent4"/>
                </a:solidFill>
                <a:sym typeface="+mn-ea"/>
              </a:rPr>
              <a:t>技能</a:t>
            </a:r>
            <a:r>
              <a:rPr lang="zh-CN" altLang="en-US" dirty="0">
                <a:sym typeface="+mn-ea"/>
              </a:rPr>
              <a:t>，从而完成面向对象分析和设计</a:t>
            </a:r>
            <a:endParaRPr lang="en-US" altLang="zh-CN" dirty="0"/>
          </a:p>
          <a:p>
            <a:pPr marL="779145" lvl="1" indent="-424815" eaLnBrk="1" hangingPunct="1">
              <a:lnSpc>
                <a:spcPct val="130000"/>
              </a:lnSpc>
              <a:buFont typeface="+mj-ea"/>
              <a:buAutoNum type="circleNumDbPlain"/>
            </a:pPr>
            <a:r>
              <a:rPr lang="zh-CN" altLang="en-US" b="1" dirty="0">
                <a:sym typeface="+mn-ea"/>
              </a:rPr>
              <a:t>通过课外阅读、作业和实践来弥补课堂不足</a:t>
            </a:r>
            <a:endParaRPr lang="zh-CN" altLang="en-US" b="1" dirty="0"/>
          </a:p>
          <a:p>
            <a:pPr marL="779145" lvl="1" indent="-424815" eaLnBrk="1" hangingPunct="1">
              <a:lnSpc>
                <a:spcPct val="130000"/>
              </a:lnSpc>
              <a:buFont typeface="+mj-ea"/>
              <a:buAutoNum type="circleNumDbPlain"/>
            </a:pPr>
            <a:r>
              <a:rPr lang="zh-CN" altLang="en-US" b="1" dirty="0">
                <a:sym typeface="+mn-ea"/>
              </a:rPr>
              <a:t>不考概念，不需死记硬背，在实践中掌握相关理论和方法</a:t>
            </a:r>
            <a:endParaRPr lang="zh-CN" altLang="en-US" b="1" dirty="0">
              <a:latin typeface="+mn-ea"/>
              <a:sym typeface="+mn-ea"/>
            </a:endParaRPr>
          </a:p>
        </p:txBody>
      </p:sp>
      <p:sp>
        <p:nvSpPr>
          <p:cNvPr id="5" name="Freeform 115"/>
          <p:cNvSpPr/>
          <p:nvPr/>
        </p:nvSpPr>
        <p:spPr bwMode="auto">
          <a:xfrm>
            <a:off x="1604645" y="4972685"/>
            <a:ext cx="323850" cy="322580"/>
          </a:xfrm>
          <a:custGeom>
            <a:avLst/>
            <a:gdLst>
              <a:gd name="T0" fmla="*/ 789 w 1018"/>
              <a:gd name="T1" fmla="*/ 69 h 1017"/>
              <a:gd name="T2" fmla="*/ 765 w 1018"/>
              <a:gd name="T3" fmla="*/ 25 h 1017"/>
              <a:gd name="T4" fmla="*/ 719 w 1018"/>
              <a:gd name="T5" fmla="*/ 1 h 1017"/>
              <a:gd name="T6" fmla="*/ 73 w 1018"/>
              <a:gd name="T7" fmla="*/ 1 h 1017"/>
              <a:gd name="T8" fmla="*/ 27 w 1018"/>
              <a:gd name="T9" fmla="*/ 25 h 1017"/>
              <a:gd name="T10" fmla="*/ 2 w 1018"/>
              <a:gd name="T11" fmla="*/ 69 h 1017"/>
              <a:gd name="T12" fmla="*/ 2 w 1018"/>
              <a:gd name="T13" fmla="*/ 716 h 1017"/>
              <a:gd name="T14" fmla="*/ 28 w 1018"/>
              <a:gd name="T15" fmla="*/ 766 h 1017"/>
              <a:gd name="T16" fmla="*/ 67 w 1018"/>
              <a:gd name="T17" fmla="*/ 789 h 1017"/>
              <a:gd name="T18" fmla="*/ 115 w 1018"/>
              <a:gd name="T19" fmla="*/ 791 h 1017"/>
              <a:gd name="T20" fmla="*/ 163 w 1018"/>
              <a:gd name="T21" fmla="*/ 766 h 1017"/>
              <a:gd name="T22" fmla="*/ 263 w 1018"/>
              <a:gd name="T23" fmla="*/ 745 h 1017"/>
              <a:gd name="T24" fmla="*/ 589 w 1018"/>
              <a:gd name="T25" fmla="*/ 763 h 1017"/>
              <a:gd name="T26" fmla="*/ 634 w 1018"/>
              <a:gd name="T27" fmla="*/ 777 h 1017"/>
              <a:gd name="T28" fmla="*/ 870 w 1018"/>
              <a:gd name="T29" fmla="*/ 1001 h 1017"/>
              <a:gd name="T30" fmla="*/ 923 w 1018"/>
              <a:gd name="T31" fmla="*/ 1017 h 1017"/>
              <a:gd name="T32" fmla="*/ 968 w 1018"/>
              <a:gd name="T33" fmla="*/ 1006 h 1017"/>
              <a:gd name="T34" fmla="*/ 1002 w 1018"/>
              <a:gd name="T35" fmla="*/ 975 h 1017"/>
              <a:gd name="T36" fmla="*/ 1018 w 1018"/>
              <a:gd name="T37" fmla="*/ 921 h 1017"/>
              <a:gd name="T38" fmla="*/ 1011 w 1018"/>
              <a:gd name="T39" fmla="*/ 276 h 1017"/>
              <a:gd name="T40" fmla="*/ 977 w 1018"/>
              <a:gd name="T41" fmla="*/ 238 h 1017"/>
              <a:gd name="T42" fmla="*/ 927 w 1018"/>
              <a:gd name="T43" fmla="*/ 223 h 1017"/>
              <a:gd name="T44" fmla="*/ 102 w 1018"/>
              <a:gd name="T45" fmla="*/ 729 h 1017"/>
              <a:gd name="T46" fmla="*/ 73 w 1018"/>
              <a:gd name="T47" fmla="*/ 721 h 1017"/>
              <a:gd name="T48" fmla="*/ 64 w 1018"/>
              <a:gd name="T49" fmla="*/ 86 h 1017"/>
              <a:gd name="T50" fmla="*/ 80 w 1018"/>
              <a:gd name="T51" fmla="*/ 65 h 1017"/>
              <a:gd name="T52" fmla="*/ 711 w 1018"/>
              <a:gd name="T53" fmla="*/ 65 h 1017"/>
              <a:gd name="T54" fmla="*/ 727 w 1018"/>
              <a:gd name="T55" fmla="*/ 86 h 1017"/>
              <a:gd name="T56" fmla="*/ 720 w 1018"/>
              <a:gd name="T57" fmla="*/ 470 h 1017"/>
              <a:gd name="T58" fmla="*/ 429 w 1018"/>
              <a:gd name="T59" fmla="*/ 476 h 1017"/>
              <a:gd name="T60" fmla="*/ 350 w 1018"/>
              <a:gd name="T61" fmla="*/ 501 h 1017"/>
              <a:gd name="T62" fmla="*/ 954 w 1018"/>
              <a:gd name="T63" fmla="*/ 928 h 1017"/>
              <a:gd name="T64" fmla="*/ 934 w 1018"/>
              <a:gd name="T65" fmla="*/ 951 h 1017"/>
              <a:gd name="T66" fmla="*/ 900 w 1018"/>
              <a:gd name="T67" fmla="*/ 944 h 1017"/>
              <a:gd name="T68" fmla="*/ 645 w 1018"/>
              <a:gd name="T69" fmla="*/ 711 h 1017"/>
              <a:gd name="T70" fmla="*/ 318 w 1018"/>
              <a:gd name="T71" fmla="*/ 700 h 1017"/>
              <a:gd name="T72" fmla="*/ 293 w 1018"/>
              <a:gd name="T73" fmla="*/ 685 h 1017"/>
              <a:gd name="T74" fmla="*/ 379 w 1018"/>
              <a:gd name="T75" fmla="*/ 557 h 1017"/>
              <a:gd name="T76" fmla="*/ 420 w 1018"/>
              <a:gd name="T77" fmla="*/ 540 h 1017"/>
              <a:gd name="T78" fmla="*/ 727 w 1018"/>
              <a:gd name="T79" fmla="*/ 536 h 1017"/>
              <a:gd name="T80" fmla="*/ 770 w 1018"/>
              <a:gd name="T81" fmla="*/ 508 h 1017"/>
              <a:gd name="T82" fmla="*/ 791 w 1018"/>
              <a:gd name="T83" fmla="*/ 461 h 1017"/>
              <a:gd name="T84" fmla="*/ 938 w 1018"/>
              <a:gd name="T85" fmla="*/ 288 h 1017"/>
              <a:gd name="T86" fmla="*/ 955 w 1018"/>
              <a:gd name="T87" fmla="*/ 311 h 1017"/>
              <a:gd name="T88" fmla="*/ 425 w 1018"/>
              <a:gd name="T89" fmla="*/ 373 h 1017"/>
              <a:gd name="T90" fmla="*/ 445 w 1018"/>
              <a:gd name="T91" fmla="*/ 333 h 1017"/>
              <a:gd name="T92" fmla="*/ 416 w 1018"/>
              <a:gd name="T93" fmla="*/ 289 h 1017"/>
              <a:gd name="T94" fmla="*/ 371 w 1018"/>
              <a:gd name="T95" fmla="*/ 294 h 1017"/>
              <a:gd name="T96" fmla="*/ 350 w 1018"/>
              <a:gd name="T97" fmla="*/ 333 h 1017"/>
              <a:gd name="T98" fmla="*/ 380 w 1018"/>
              <a:gd name="T99" fmla="*/ 377 h 1017"/>
              <a:gd name="T100" fmla="*/ 197 w 1018"/>
              <a:gd name="T101" fmla="*/ 286 h 1017"/>
              <a:gd name="T102" fmla="*/ 160 w 1018"/>
              <a:gd name="T103" fmla="*/ 324 h 1017"/>
              <a:gd name="T104" fmla="*/ 174 w 1018"/>
              <a:gd name="T105" fmla="*/ 367 h 1017"/>
              <a:gd name="T106" fmla="*/ 217 w 1018"/>
              <a:gd name="T107" fmla="*/ 380 h 1017"/>
              <a:gd name="T108" fmla="*/ 254 w 1018"/>
              <a:gd name="T109" fmla="*/ 343 h 1017"/>
              <a:gd name="T110" fmla="*/ 240 w 1018"/>
              <a:gd name="T111" fmla="*/ 300 h 1017"/>
              <a:gd name="T112" fmla="*/ 589 w 1018"/>
              <a:gd name="T113" fmla="*/ 380 h 1017"/>
              <a:gd name="T114" fmla="*/ 629 w 1018"/>
              <a:gd name="T115" fmla="*/ 360 h 1017"/>
              <a:gd name="T116" fmla="*/ 633 w 1018"/>
              <a:gd name="T117" fmla="*/ 315 h 1017"/>
              <a:gd name="T118" fmla="*/ 589 w 1018"/>
              <a:gd name="T119" fmla="*/ 286 h 1017"/>
              <a:gd name="T120" fmla="*/ 549 w 1018"/>
              <a:gd name="T121" fmla="*/ 306 h 1017"/>
              <a:gd name="T122" fmla="*/ 545 w 1018"/>
              <a:gd name="T123" fmla="*/ 351 h 1017"/>
              <a:gd name="T124" fmla="*/ 589 w 1018"/>
              <a:gd name="T125" fmla="*/ 380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18" h="1017">
                <a:moveTo>
                  <a:pt x="927" y="223"/>
                </a:moveTo>
                <a:lnTo>
                  <a:pt x="792" y="223"/>
                </a:lnTo>
                <a:lnTo>
                  <a:pt x="792" y="86"/>
                </a:lnTo>
                <a:lnTo>
                  <a:pt x="792" y="86"/>
                </a:lnTo>
                <a:lnTo>
                  <a:pt x="791" y="78"/>
                </a:lnTo>
                <a:lnTo>
                  <a:pt x="789" y="69"/>
                </a:lnTo>
                <a:lnTo>
                  <a:pt x="787" y="61"/>
                </a:lnTo>
                <a:lnTo>
                  <a:pt x="784" y="53"/>
                </a:lnTo>
                <a:lnTo>
                  <a:pt x="780" y="45"/>
                </a:lnTo>
                <a:lnTo>
                  <a:pt x="776" y="38"/>
                </a:lnTo>
                <a:lnTo>
                  <a:pt x="770" y="31"/>
                </a:lnTo>
                <a:lnTo>
                  <a:pt x="765" y="25"/>
                </a:lnTo>
                <a:lnTo>
                  <a:pt x="758" y="19"/>
                </a:lnTo>
                <a:lnTo>
                  <a:pt x="751" y="15"/>
                </a:lnTo>
                <a:lnTo>
                  <a:pt x="743" y="10"/>
                </a:lnTo>
                <a:lnTo>
                  <a:pt x="736" y="6"/>
                </a:lnTo>
                <a:lnTo>
                  <a:pt x="727" y="3"/>
                </a:lnTo>
                <a:lnTo>
                  <a:pt x="719" y="1"/>
                </a:lnTo>
                <a:lnTo>
                  <a:pt x="709" y="0"/>
                </a:lnTo>
                <a:lnTo>
                  <a:pt x="699" y="0"/>
                </a:lnTo>
                <a:lnTo>
                  <a:pt x="92" y="0"/>
                </a:lnTo>
                <a:lnTo>
                  <a:pt x="92" y="0"/>
                </a:lnTo>
                <a:lnTo>
                  <a:pt x="82" y="0"/>
                </a:lnTo>
                <a:lnTo>
                  <a:pt x="73" y="1"/>
                </a:lnTo>
                <a:lnTo>
                  <a:pt x="64" y="3"/>
                </a:lnTo>
                <a:lnTo>
                  <a:pt x="56" y="6"/>
                </a:lnTo>
                <a:lnTo>
                  <a:pt x="48" y="10"/>
                </a:lnTo>
                <a:lnTo>
                  <a:pt x="41" y="15"/>
                </a:lnTo>
                <a:lnTo>
                  <a:pt x="33" y="19"/>
                </a:lnTo>
                <a:lnTo>
                  <a:pt x="27" y="25"/>
                </a:lnTo>
                <a:lnTo>
                  <a:pt x="21" y="31"/>
                </a:lnTo>
                <a:lnTo>
                  <a:pt x="16" y="38"/>
                </a:lnTo>
                <a:lnTo>
                  <a:pt x="12" y="45"/>
                </a:lnTo>
                <a:lnTo>
                  <a:pt x="7" y="53"/>
                </a:lnTo>
                <a:lnTo>
                  <a:pt x="4" y="61"/>
                </a:lnTo>
                <a:lnTo>
                  <a:pt x="2" y="69"/>
                </a:lnTo>
                <a:lnTo>
                  <a:pt x="1" y="78"/>
                </a:lnTo>
                <a:lnTo>
                  <a:pt x="0" y="86"/>
                </a:lnTo>
                <a:lnTo>
                  <a:pt x="0" y="698"/>
                </a:lnTo>
                <a:lnTo>
                  <a:pt x="0" y="698"/>
                </a:lnTo>
                <a:lnTo>
                  <a:pt x="1" y="708"/>
                </a:lnTo>
                <a:lnTo>
                  <a:pt x="2" y="716"/>
                </a:lnTo>
                <a:lnTo>
                  <a:pt x="4" y="726"/>
                </a:lnTo>
                <a:lnTo>
                  <a:pt x="7" y="735"/>
                </a:lnTo>
                <a:lnTo>
                  <a:pt x="12" y="743"/>
                </a:lnTo>
                <a:lnTo>
                  <a:pt x="16" y="751"/>
                </a:lnTo>
                <a:lnTo>
                  <a:pt x="21" y="758"/>
                </a:lnTo>
                <a:lnTo>
                  <a:pt x="28" y="766"/>
                </a:lnTo>
                <a:lnTo>
                  <a:pt x="28" y="766"/>
                </a:lnTo>
                <a:lnTo>
                  <a:pt x="35" y="772"/>
                </a:lnTo>
                <a:lnTo>
                  <a:pt x="43" y="777"/>
                </a:lnTo>
                <a:lnTo>
                  <a:pt x="51" y="782"/>
                </a:lnTo>
                <a:lnTo>
                  <a:pt x="59" y="786"/>
                </a:lnTo>
                <a:lnTo>
                  <a:pt x="67" y="789"/>
                </a:lnTo>
                <a:lnTo>
                  <a:pt x="77" y="791"/>
                </a:lnTo>
                <a:lnTo>
                  <a:pt x="87" y="792"/>
                </a:lnTo>
                <a:lnTo>
                  <a:pt x="95" y="794"/>
                </a:lnTo>
                <a:lnTo>
                  <a:pt x="95" y="794"/>
                </a:lnTo>
                <a:lnTo>
                  <a:pt x="105" y="792"/>
                </a:lnTo>
                <a:lnTo>
                  <a:pt x="115" y="791"/>
                </a:lnTo>
                <a:lnTo>
                  <a:pt x="123" y="789"/>
                </a:lnTo>
                <a:lnTo>
                  <a:pt x="132" y="786"/>
                </a:lnTo>
                <a:lnTo>
                  <a:pt x="140" y="783"/>
                </a:lnTo>
                <a:lnTo>
                  <a:pt x="148" y="777"/>
                </a:lnTo>
                <a:lnTo>
                  <a:pt x="155" y="772"/>
                </a:lnTo>
                <a:lnTo>
                  <a:pt x="163" y="766"/>
                </a:lnTo>
                <a:lnTo>
                  <a:pt x="230" y="700"/>
                </a:lnTo>
                <a:lnTo>
                  <a:pt x="230" y="700"/>
                </a:lnTo>
                <a:lnTo>
                  <a:pt x="236" y="713"/>
                </a:lnTo>
                <a:lnTo>
                  <a:pt x="243" y="726"/>
                </a:lnTo>
                <a:lnTo>
                  <a:pt x="252" y="737"/>
                </a:lnTo>
                <a:lnTo>
                  <a:pt x="263" y="745"/>
                </a:lnTo>
                <a:lnTo>
                  <a:pt x="276" y="753"/>
                </a:lnTo>
                <a:lnTo>
                  <a:pt x="288" y="759"/>
                </a:lnTo>
                <a:lnTo>
                  <a:pt x="303" y="762"/>
                </a:lnTo>
                <a:lnTo>
                  <a:pt x="318" y="763"/>
                </a:lnTo>
                <a:lnTo>
                  <a:pt x="589" y="763"/>
                </a:lnTo>
                <a:lnTo>
                  <a:pt x="589" y="763"/>
                </a:lnTo>
                <a:lnTo>
                  <a:pt x="597" y="763"/>
                </a:lnTo>
                <a:lnTo>
                  <a:pt x="605" y="765"/>
                </a:lnTo>
                <a:lnTo>
                  <a:pt x="612" y="767"/>
                </a:lnTo>
                <a:lnTo>
                  <a:pt x="620" y="770"/>
                </a:lnTo>
                <a:lnTo>
                  <a:pt x="626" y="773"/>
                </a:lnTo>
                <a:lnTo>
                  <a:pt x="634" y="777"/>
                </a:lnTo>
                <a:lnTo>
                  <a:pt x="640" y="782"/>
                </a:lnTo>
                <a:lnTo>
                  <a:pt x="646" y="787"/>
                </a:lnTo>
                <a:lnTo>
                  <a:pt x="855" y="989"/>
                </a:lnTo>
                <a:lnTo>
                  <a:pt x="855" y="989"/>
                </a:lnTo>
                <a:lnTo>
                  <a:pt x="862" y="995"/>
                </a:lnTo>
                <a:lnTo>
                  <a:pt x="870" y="1001"/>
                </a:lnTo>
                <a:lnTo>
                  <a:pt x="877" y="1006"/>
                </a:lnTo>
                <a:lnTo>
                  <a:pt x="886" y="1010"/>
                </a:lnTo>
                <a:lnTo>
                  <a:pt x="895" y="1012"/>
                </a:lnTo>
                <a:lnTo>
                  <a:pt x="903" y="1016"/>
                </a:lnTo>
                <a:lnTo>
                  <a:pt x="913" y="1017"/>
                </a:lnTo>
                <a:lnTo>
                  <a:pt x="923" y="1017"/>
                </a:lnTo>
                <a:lnTo>
                  <a:pt x="923" y="1017"/>
                </a:lnTo>
                <a:lnTo>
                  <a:pt x="932" y="1017"/>
                </a:lnTo>
                <a:lnTo>
                  <a:pt x="941" y="1016"/>
                </a:lnTo>
                <a:lnTo>
                  <a:pt x="950" y="1012"/>
                </a:lnTo>
                <a:lnTo>
                  <a:pt x="959" y="1010"/>
                </a:lnTo>
                <a:lnTo>
                  <a:pt x="968" y="1006"/>
                </a:lnTo>
                <a:lnTo>
                  <a:pt x="975" y="1001"/>
                </a:lnTo>
                <a:lnTo>
                  <a:pt x="983" y="995"/>
                </a:lnTo>
                <a:lnTo>
                  <a:pt x="990" y="989"/>
                </a:lnTo>
                <a:lnTo>
                  <a:pt x="990" y="989"/>
                </a:lnTo>
                <a:lnTo>
                  <a:pt x="997" y="982"/>
                </a:lnTo>
                <a:lnTo>
                  <a:pt x="1002" y="975"/>
                </a:lnTo>
                <a:lnTo>
                  <a:pt x="1006" y="966"/>
                </a:lnTo>
                <a:lnTo>
                  <a:pt x="1011" y="958"/>
                </a:lnTo>
                <a:lnTo>
                  <a:pt x="1014" y="949"/>
                </a:lnTo>
                <a:lnTo>
                  <a:pt x="1016" y="941"/>
                </a:lnTo>
                <a:lnTo>
                  <a:pt x="1017" y="931"/>
                </a:lnTo>
                <a:lnTo>
                  <a:pt x="1018" y="921"/>
                </a:lnTo>
                <a:lnTo>
                  <a:pt x="1018" y="311"/>
                </a:lnTo>
                <a:lnTo>
                  <a:pt x="1018" y="311"/>
                </a:lnTo>
                <a:lnTo>
                  <a:pt x="1017" y="301"/>
                </a:lnTo>
                <a:lnTo>
                  <a:pt x="1016" y="292"/>
                </a:lnTo>
                <a:lnTo>
                  <a:pt x="1014" y="284"/>
                </a:lnTo>
                <a:lnTo>
                  <a:pt x="1011" y="276"/>
                </a:lnTo>
                <a:lnTo>
                  <a:pt x="1007" y="269"/>
                </a:lnTo>
                <a:lnTo>
                  <a:pt x="1002" y="261"/>
                </a:lnTo>
                <a:lnTo>
                  <a:pt x="997" y="255"/>
                </a:lnTo>
                <a:lnTo>
                  <a:pt x="991" y="248"/>
                </a:lnTo>
                <a:lnTo>
                  <a:pt x="985" y="243"/>
                </a:lnTo>
                <a:lnTo>
                  <a:pt x="977" y="238"/>
                </a:lnTo>
                <a:lnTo>
                  <a:pt x="970" y="233"/>
                </a:lnTo>
                <a:lnTo>
                  <a:pt x="962" y="230"/>
                </a:lnTo>
                <a:lnTo>
                  <a:pt x="954" y="227"/>
                </a:lnTo>
                <a:lnTo>
                  <a:pt x="945" y="225"/>
                </a:lnTo>
                <a:lnTo>
                  <a:pt x="935" y="224"/>
                </a:lnTo>
                <a:lnTo>
                  <a:pt x="927" y="223"/>
                </a:lnTo>
                <a:lnTo>
                  <a:pt x="927" y="223"/>
                </a:lnTo>
                <a:close/>
                <a:moveTo>
                  <a:pt x="118" y="721"/>
                </a:moveTo>
                <a:lnTo>
                  <a:pt x="118" y="721"/>
                </a:lnTo>
                <a:lnTo>
                  <a:pt x="114" y="725"/>
                </a:lnTo>
                <a:lnTo>
                  <a:pt x="108" y="727"/>
                </a:lnTo>
                <a:lnTo>
                  <a:pt x="102" y="729"/>
                </a:lnTo>
                <a:lnTo>
                  <a:pt x="95" y="729"/>
                </a:lnTo>
                <a:lnTo>
                  <a:pt x="90" y="729"/>
                </a:lnTo>
                <a:lnTo>
                  <a:pt x="83" y="727"/>
                </a:lnTo>
                <a:lnTo>
                  <a:pt x="78" y="725"/>
                </a:lnTo>
                <a:lnTo>
                  <a:pt x="73" y="721"/>
                </a:lnTo>
                <a:lnTo>
                  <a:pt x="73" y="721"/>
                </a:lnTo>
                <a:lnTo>
                  <a:pt x="70" y="715"/>
                </a:lnTo>
                <a:lnTo>
                  <a:pt x="66" y="710"/>
                </a:lnTo>
                <a:lnTo>
                  <a:pt x="64" y="704"/>
                </a:lnTo>
                <a:lnTo>
                  <a:pt x="64" y="698"/>
                </a:lnTo>
                <a:lnTo>
                  <a:pt x="64" y="86"/>
                </a:lnTo>
                <a:lnTo>
                  <a:pt x="64" y="86"/>
                </a:lnTo>
                <a:lnTo>
                  <a:pt x="64" y="82"/>
                </a:lnTo>
                <a:lnTo>
                  <a:pt x="66" y="78"/>
                </a:lnTo>
                <a:lnTo>
                  <a:pt x="68" y="74"/>
                </a:lnTo>
                <a:lnTo>
                  <a:pt x="72" y="70"/>
                </a:lnTo>
                <a:lnTo>
                  <a:pt x="76" y="67"/>
                </a:lnTo>
                <a:lnTo>
                  <a:pt x="80" y="65"/>
                </a:lnTo>
                <a:lnTo>
                  <a:pt x="86" y="63"/>
                </a:lnTo>
                <a:lnTo>
                  <a:pt x="92" y="63"/>
                </a:lnTo>
                <a:lnTo>
                  <a:pt x="699" y="63"/>
                </a:lnTo>
                <a:lnTo>
                  <a:pt x="699" y="63"/>
                </a:lnTo>
                <a:lnTo>
                  <a:pt x="706" y="63"/>
                </a:lnTo>
                <a:lnTo>
                  <a:pt x="711" y="65"/>
                </a:lnTo>
                <a:lnTo>
                  <a:pt x="715" y="67"/>
                </a:lnTo>
                <a:lnTo>
                  <a:pt x="720" y="70"/>
                </a:lnTo>
                <a:lnTo>
                  <a:pt x="723" y="74"/>
                </a:lnTo>
                <a:lnTo>
                  <a:pt x="725" y="78"/>
                </a:lnTo>
                <a:lnTo>
                  <a:pt x="727" y="82"/>
                </a:lnTo>
                <a:lnTo>
                  <a:pt x="727" y="86"/>
                </a:lnTo>
                <a:lnTo>
                  <a:pt x="727" y="452"/>
                </a:lnTo>
                <a:lnTo>
                  <a:pt x="727" y="452"/>
                </a:lnTo>
                <a:lnTo>
                  <a:pt x="727" y="458"/>
                </a:lnTo>
                <a:lnTo>
                  <a:pt x="725" y="462"/>
                </a:lnTo>
                <a:lnTo>
                  <a:pt x="723" y="466"/>
                </a:lnTo>
                <a:lnTo>
                  <a:pt x="720" y="470"/>
                </a:lnTo>
                <a:lnTo>
                  <a:pt x="715" y="473"/>
                </a:lnTo>
                <a:lnTo>
                  <a:pt x="711" y="475"/>
                </a:lnTo>
                <a:lnTo>
                  <a:pt x="706" y="476"/>
                </a:lnTo>
                <a:lnTo>
                  <a:pt x="699" y="476"/>
                </a:lnTo>
                <a:lnTo>
                  <a:pt x="429" y="476"/>
                </a:lnTo>
                <a:lnTo>
                  <a:pt x="429" y="476"/>
                </a:lnTo>
                <a:lnTo>
                  <a:pt x="415" y="477"/>
                </a:lnTo>
                <a:lnTo>
                  <a:pt x="401" y="479"/>
                </a:lnTo>
                <a:lnTo>
                  <a:pt x="387" y="482"/>
                </a:lnTo>
                <a:lnTo>
                  <a:pt x="374" y="487"/>
                </a:lnTo>
                <a:lnTo>
                  <a:pt x="361" y="493"/>
                </a:lnTo>
                <a:lnTo>
                  <a:pt x="350" y="501"/>
                </a:lnTo>
                <a:lnTo>
                  <a:pt x="339" y="508"/>
                </a:lnTo>
                <a:lnTo>
                  <a:pt x="328" y="518"/>
                </a:lnTo>
                <a:lnTo>
                  <a:pt x="118" y="721"/>
                </a:lnTo>
                <a:close/>
                <a:moveTo>
                  <a:pt x="955" y="921"/>
                </a:moveTo>
                <a:lnTo>
                  <a:pt x="955" y="921"/>
                </a:lnTo>
                <a:lnTo>
                  <a:pt x="954" y="928"/>
                </a:lnTo>
                <a:lnTo>
                  <a:pt x="951" y="934"/>
                </a:lnTo>
                <a:lnTo>
                  <a:pt x="949" y="939"/>
                </a:lnTo>
                <a:lnTo>
                  <a:pt x="945" y="944"/>
                </a:lnTo>
                <a:lnTo>
                  <a:pt x="945" y="944"/>
                </a:lnTo>
                <a:lnTo>
                  <a:pt x="940" y="948"/>
                </a:lnTo>
                <a:lnTo>
                  <a:pt x="934" y="951"/>
                </a:lnTo>
                <a:lnTo>
                  <a:pt x="929" y="952"/>
                </a:lnTo>
                <a:lnTo>
                  <a:pt x="923" y="953"/>
                </a:lnTo>
                <a:lnTo>
                  <a:pt x="916" y="952"/>
                </a:lnTo>
                <a:lnTo>
                  <a:pt x="911" y="951"/>
                </a:lnTo>
                <a:lnTo>
                  <a:pt x="904" y="948"/>
                </a:lnTo>
                <a:lnTo>
                  <a:pt x="900" y="944"/>
                </a:lnTo>
                <a:lnTo>
                  <a:pt x="691" y="742"/>
                </a:lnTo>
                <a:lnTo>
                  <a:pt x="691" y="742"/>
                </a:lnTo>
                <a:lnTo>
                  <a:pt x="680" y="732"/>
                </a:lnTo>
                <a:lnTo>
                  <a:pt x="668" y="724"/>
                </a:lnTo>
                <a:lnTo>
                  <a:pt x="656" y="716"/>
                </a:lnTo>
                <a:lnTo>
                  <a:pt x="645" y="711"/>
                </a:lnTo>
                <a:lnTo>
                  <a:pt x="631" y="706"/>
                </a:lnTo>
                <a:lnTo>
                  <a:pt x="618" y="702"/>
                </a:lnTo>
                <a:lnTo>
                  <a:pt x="604" y="700"/>
                </a:lnTo>
                <a:lnTo>
                  <a:pt x="589" y="700"/>
                </a:lnTo>
                <a:lnTo>
                  <a:pt x="318" y="700"/>
                </a:lnTo>
                <a:lnTo>
                  <a:pt x="318" y="700"/>
                </a:lnTo>
                <a:lnTo>
                  <a:pt x="313" y="699"/>
                </a:lnTo>
                <a:lnTo>
                  <a:pt x="308" y="698"/>
                </a:lnTo>
                <a:lnTo>
                  <a:pt x="302" y="696"/>
                </a:lnTo>
                <a:lnTo>
                  <a:pt x="298" y="693"/>
                </a:lnTo>
                <a:lnTo>
                  <a:pt x="295" y="689"/>
                </a:lnTo>
                <a:lnTo>
                  <a:pt x="293" y="685"/>
                </a:lnTo>
                <a:lnTo>
                  <a:pt x="291" y="681"/>
                </a:lnTo>
                <a:lnTo>
                  <a:pt x="291" y="677"/>
                </a:lnTo>
                <a:lnTo>
                  <a:pt x="291" y="642"/>
                </a:lnTo>
                <a:lnTo>
                  <a:pt x="372" y="563"/>
                </a:lnTo>
                <a:lnTo>
                  <a:pt x="372" y="563"/>
                </a:lnTo>
                <a:lnTo>
                  <a:pt x="379" y="557"/>
                </a:lnTo>
                <a:lnTo>
                  <a:pt x="385" y="553"/>
                </a:lnTo>
                <a:lnTo>
                  <a:pt x="391" y="549"/>
                </a:lnTo>
                <a:lnTo>
                  <a:pt x="398" y="546"/>
                </a:lnTo>
                <a:lnTo>
                  <a:pt x="405" y="544"/>
                </a:lnTo>
                <a:lnTo>
                  <a:pt x="413" y="541"/>
                </a:lnTo>
                <a:lnTo>
                  <a:pt x="420" y="540"/>
                </a:lnTo>
                <a:lnTo>
                  <a:pt x="429" y="540"/>
                </a:lnTo>
                <a:lnTo>
                  <a:pt x="699" y="540"/>
                </a:lnTo>
                <a:lnTo>
                  <a:pt x="699" y="540"/>
                </a:lnTo>
                <a:lnTo>
                  <a:pt x="709" y="539"/>
                </a:lnTo>
                <a:lnTo>
                  <a:pt x="719" y="538"/>
                </a:lnTo>
                <a:lnTo>
                  <a:pt x="727" y="536"/>
                </a:lnTo>
                <a:lnTo>
                  <a:pt x="736" y="533"/>
                </a:lnTo>
                <a:lnTo>
                  <a:pt x="743" y="530"/>
                </a:lnTo>
                <a:lnTo>
                  <a:pt x="751" y="525"/>
                </a:lnTo>
                <a:lnTo>
                  <a:pt x="758" y="520"/>
                </a:lnTo>
                <a:lnTo>
                  <a:pt x="765" y="515"/>
                </a:lnTo>
                <a:lnTo>
                  <a:pt x="770" y="508"/>
                </a:lnTo>
                <a:lnTo>
                  <a:pt x="776" y="502"/>
                </a:lnTo>
                <a:lnTo>
                  <a:pt x="780" y="494"/>
                </a:lnTo>
                <a:lnTo>
                  <a:pt x="784" y="487"/>
                </a:lnTo>
                <a:lnTo>
                  <a:pt x="787" y="478"/>
                </a:lnTo>
                <a:lnTo>
                  <a:pt x="789" y="471"/>
                </a:lnTo>
                <a:lnTo>
                  <a:pt x="791" y="461"/>
                </a:lnTo>
                <a:lnTo>
                  <a:pt x="792" y="452"/>
                </a:lnTo>
                <a:lnTo>
                  <a:pt x="792" y="286"/>
                </a:lnTo>
                <a:lnTo>
                  <a:pt x="927" y="286"/>
                </a:lnTo>
                <a:lnTo>
                  <a:pt x="927" y="286"/>
                </a:lnTo>
                <a:lnTo>
                  <a:pt x="932" y="287"/>
                </a:lnTo>
                <a:lnTo>
                  <a:pt x="938" y="288"/>
                </a:lnTo>
                <a:lnTo>
                  <a:pt x="942" y="290"/>
                </a:lnTo>
                <a:lnTo>
                  <a:pt x="946" y="294"/>
                </a:lnTo>
                <a:lnTo>
                  <a:pt x="949" y="297"/>
                </a:lnTo>
                <a:lnTo>
                  <a:pt x="953" y="301"/>
                </a:lnTo>
                <a:lnTo>
                  <a:pt x="954" y="305"/>
                </a:lnTo>
                <a:lnTo>
                  <a:pt x="955" y="311"/>
                </a:lnTo>
                <a:lnTo>
                  <a:pt x="955" y="921"/>
                </a:lnTo>
                <a:close/>
                <a:moveTo>
                  <a:pt x="398" y="380"/>
                </a:moveTo>
                <a:lnTo>
                  <a:pt x="398" y="380"/>
                </a:lnTo>
                <a:lnTo>
                  <a:pt x="408" y="380"/>
                </a:lnTo>
                <a:lnTo>
                  <a:pt x="416" y="377"/>
                </a:lnTo>
                <a:lnTo>
                  <a:pt x="425" y="373"/>
                </a:lnTo>
                <a:lnTo>
                  <a:pt x="431" y="367"/>
                </a:lnTo>
                <a:lnTo>
                  <a:pt x="438" y="360"/>
                </a:lnTo>
                <a:lnTo>
                  <a:pt x="442" y="351"/>
                </a:lnTo>
                <a:lnTo>
                  <a:pt x="444" y="343"/>
                </a:lnTo>
                <a:lnTo>
                  <a:pt x="445" y="333"/>
                </a:lnTo>
                <a:lnTo>
                  <a:pt x="445" y="333"/>
                </a:lnTo>
                <a:lnTo>
                  <a:pt x="444" y="324"/>
                </a:lnTo>
                <a:lnTo>
                  <a:pt x="442" y="315"/>
                </a:lnTo>
                <a:lnTo>
                  <a:pt x="438" y="306"/>
                </a:lnTo>
                <a:lnTo>
                  <a:pt x="431" y="300"/>
                </a:lnTo>
                <a:lnTo>
                  <a:pt x="425" y="294"/>
                </a:lnTo>
                <a:lnTo>
                  <a:pt x="416" y="289"/>
                </a:lnTo>
                <a:lnTo>
                  <a:pt x="408" y="286"/>
                </a:lnTo>
                <a:lnTo>
                  <a:pt x="398" y="286"/>
                </a:lnTo>
                <a:lnTo>
                  <a:pt x="398" y="286"/>
                </a:lnTo>
                <a:lnTo>
                  <a:pt x="388" y="286"/>
                </a:lnTo>
                <a:lnTo>
                  <a:pt x="380" y="289"/>
                </a:lnTo>
                <a:lnTo>
                  <a:pt x="371" y="294"/>
                </a:lnTo>
                <a:lnTo>
                  <a:pt x="364" y="300"/>
                </a:lnTo>
                <a:lnTo>
                  <a:pt x="358" y="306"/>
                </a:lnTo>
                <a:lnTo>
                  <a:pt x="354" y="315"/>
                </a:lnTo>
                <a:lnTo>
                  <a:pt x="351" y="324"/>
                </a:lnTo>
                <a:lnTo>
                  <a:pt x="350" y="333"/>
                </a:lnTo>
                <a:lnTo>
                  <a:pt x="350" y="333"/>
                </a:lnTo>
                <a:lnTo>
                  <a:pt x="351" y="343"/>
                </a:lnTo>
                <a:lnTo>
                  <a:pt x="354" y="351"/>
                </a:lnTo>
                <a:lnTo>
                  <a:pt x="358" y="360"/>
                </a:lnTo>
                <a:lnTo>
                  <a:pt x="364" y="367"/>
                </a:lnTo>
                <a:lnTo>
                  <a:pt x="371" y="373"/>
                </a:lnTo>
                <a:lnTo>
                  <a:pt x="380" y="377"/>
                </a:lnTo>
                <a:lnTo>
                  <a:pt x="388" y="380"/>
                </a:lnTo>
                <a:lnTo>
                  <a:pt x="398" y="380"/>
                </a:lnTo>
                <a:lnTo>
                  <a:pt x="398" y="380"/>
                </a:lnTo>
                <a:close/>
                <a:moveTo>
                  <a:pt x="207" y="286"/>
                </a:moveTo>
                <a:lnTo>
                  <a:pt x="207" y="286"/>
                </a:lnTo>
                <a:lnTo>
                  <a:pt x="197" y="286"/>
                </a:lnTo>
                <a:lnTo>
                  <a:pt x="189" y="289"/>
                </a:lnTo>
                <a:lnTo>
                  <a:pt x="180" y="294"/>
                </a:lnTo>
                <a:lnTo>
                  <a:pt x="174" y="300"/>
                </a:lnTo>
                <a:lnTo>
                  <a:pt x="167" y="306"/>
                </a:lnTo>
                <a:lnTo>
                  <a:pt x="163" y="315"/>
                </a:lnTo>
                <a:lnTo>
                  <a:pt x="160" y="324"/>
                </a:lnTo>
                <a:lnTo>
                  <a:pt x="160" y="333"/>
                </a:lnTo>
                <a:lnTo>
                  <a:pt x="160" y="333"/>
                </a:lnTo>
                <a:lnTo>
                  <a:pt x="160" y="343"/>
                </a:lnTo>
                <a:lnTo>
                  <a:pt x="163" y="351"/>
                </a:lnTo>
                <a:lnTo>
                  <a:pt x="167" y="360"/>
                </a:lnTo>
                <a:lnTo>
                  <a:pt x="174" y="367"/>
                </a:lnTo>
                <a:lnTo>
                  <a:pt x="180" y="373"/>
                </a:lnTo>
                <a:lnTo>
                  <a:pt x="189" y="377"/>
                </a:lnTo>
                <a:lnTo>
                  <a:pt x="197" y="380"/>
                </a:lnTo>
                <a:lnTo>
                  <a:pt x="207" y="380"/>
                </a:lnTo>
                <a:lnTo>
                  <a:pt x="207" y="380"/>
                </a:lnTo>
                <a:lnTo>
                  <a:pt x="217" y="380"/>
                </a:lnTo>
                <a:lnTo>
                  <a:pt x="225" y="377"/>
                </a:lnTo>
                <a:lnTo>
                  <a:pt x="234" y="373"/>
                </a:lnTo>
                <a:lnTo>
                  <a:pt x="240" y="367"/>
                </a:lnTo>
                <a:lnTo>
                  <a:pt x="247" y="360"/>
                </a:lnTo>
                <a:lnTo>
                  <a:pt x="251" y="351"/>
                </a:lnTo>
                <a:lnTo>
                  <a:pt x="254" y="343"/>
                </a:lnTo>
                <a:lnTo>
                  <a:pt x="254" y="333"/>
                </a:lnTo>
                <a:lnTo>
                  <a:pt x="254" y="333"/>
                </a:lnTo>
                <a:lnTo>
                  <a:pt x="254" y="324"/>
                </a:lnTo>
                <a:lnTo>
                  <a:pt x="251" y="315"/>
                </a:lnTo>
                <a:lnTo>
                  <a:pt x="247" y="306"/>
                </a:lnTo>
                <a:lnTo>
                  <a:pt x="240" y="300"/>
                </a:lnTo>
                <a:lnTo>
                  <a:pt x="234" y="294"/>
                </a:lnTo>
                <a:lnTo>
                  <a:pt x="225" y="289"/>
                </a:lnTo>
                <a:lnTo>
                  <a:pt x="217" y="286"/>
                </a:lnTo>
                <a:lnTo>
                  <a:pt x="207" y="286"/>
                </a:lnTo>
                <a:lnTo>
                  <a:pt x="207" y="286"/>
                </a:lnTo>
                <a:close/>
                <a:moveTo>
                  <a:pt x="589" y="380"/>
                </a:moveTo>
                <a:lnTo>
                  <a:pt x="589" y="380"/>
                </a:lnTo>
                <a:lnTo>
                  <a:pt x="598" y="380"/>
                </a:lnTo>
                <a:lnTo>
                  <a:pt x="607" y="377"/>
                </a:lnTo>
                <a:lnTo>
                  <a:pt x="616" y="373"/>
                </a:lnTo>
                <a:lnTo>
                  <a:pt x="622" y="367"/>
                </a:lnTo>
                <a:lnTo>
                  <a:pt x="629" y="360"/>
                </a:lnTo>
                <a:lnTo>
                  <a:pt x="633" y="351"/>
                </a:lnTo>
                <a:lnTo>
                  <a:pt x="635" y="343"/>
                </a:lnTo>
                <a:lnTo>
                  <a:pt x="636" y="333"/>
                </a:lnTo>
                <a:lnTo>
                  <a:pt x="636" y="333"/>
                </a:lnTo>
                <a:lnTo>
                  <a:pt x="635" y="324"/>
                </a:lnTo>
                <a:lnTo>
                  <a:pt x="633" y="315"/>
                </a:lnTo>
                <a:lnTo>
                  <a:pt x="629" y="306"/>
                </a:lnTo>
                <a:lnTo>
                  <a:pt x="622" y="300"/>
                </a:lnTo>
                <a:lnTo>
                  <a:pt x="616" y="294"/>
                </a:lnTo>
                <a:lnTo>
                  <a:pt x="607" y="289"/>
                </a:lnTo>
                <a:lnTo>
                  <a:pt x="598" y="286"/>
                </a:lnTo>
                <a:lnTo>
                  <a:pt x="589" y="286"/>
                </a:lnTo>
                <a:lnTo>
                  <a:pt x="589" y="286"/>
                </a:lnTo>
                <a:lnTo>
                  <a:pt x="579" y="286"/>
                </a:lnTo>
                <a:lnTo>
                  <a:pt x="570" y="289"/>
                </a:lnTo>
                <a:lnTo>
                  <a:pt x="562" y="294"/>
                </a:lnTo>
                <a:lnTo>
                  <a:pt x="554" y="300"/>
                </a:lnTo>
                <a:lnTo>
                  <a:pt x="549" y="306"/>
                </a:lnTo>
                <a:lnTo>
                  <a:pt x="545" y="315"/>
                </a:lnTo>
                <a:lnTo>
                  <a:pt x="542" y="324"/>
                </a:lnTo>
                <a:lnTo>
                  <a:pt x="541" y="333"/>
                </a:lnTo>
                <a:lnTo>
                  <a:pt x="541" y="333"/>
                </a:lnTo>
                <a:lnTo>
                  <a:pt x="542" y="343"/>
                </a:lnTo>
                <a:lnTo>
                  <a:pt x="545" y="351"/>
                </a:lnTo>
                <a:lnTo>
                  <a:pt x="549" y="360"/>
                </a:lnTo>
                <a:lnTo>
                  <a:pt x="554" y="367"/>
                </a:lnTo>
                <a:lnTo>
                  <a:pt x="562" y="373"/>
                </a:lnTo>
                <a:lnTo>
                  <a:pt x="570" y="377"/>
                </a:lnTo>
                <a:lnTo>
                  <a:pt x="579" y="380"/>
                </a:lnTo>
                <a:lnTo>
                  <a:pt x="589" y="380"/>
                </a:lnTo>
                <a:lnTo>
                  <a:pt x="589" y="380"/>
                </a:lnTo>
                <a:close/>
              </a:path>
            </a:pathLst>
          </a:custGeom>
          <a:solidFill>
            <a:schemeClr val="bg1"/>
          </a:solidFill>
          <a:ln>
            <a:noFill/>
          </a:ln>
        </p:spPr>
        <p:txBody>
          <a:bodyPr vert="horz" wrap="square" lIns="91440" tIns="45720" rIns="91440" bIns="45720" numCol="1" anchor="t" anchorCtr="0" compatLnSpc="1"/>
          <a:p>
            <a:endParaRPr lang="zh-CN" altLang="en-US">
              <a:solidFill>
                <a:schemeClr val="tx2"/>
              </a:solidFill>
            </a:endParaRPr>
          </a:p>
        </p:txBody>
      </p:sp>
      <p:sp>
        <p:nvSpPr>
          <p:cNvPr id="6" name="椭圆 37"/>
          <p:cNvSpPr/>
          <p:nvPr/>
        </p:nvSpPr>
        <p:spPr>
          <a:xfrm>
            <a:off x="1495425" y="1534160"/>
            <a:ext cx="10280015" cy="2009775"/>
          </a:xfrm>
          <a:prstGeom prst="rect">
            <a:avLst/>
          </a:prstGeom>
        </p:spPr>
        <p:txBody>
          <a:bodyPr wrap="square">
            <a:spAutoFit/>
          </a:bodyPr>
          <a:p>
            <a:pPr eaLnBrk="1" hangingPunct="1">
              <a:lnSpc>
                <a:spcPct val="130000"/>
              </a:lnSpc>
            </a:pPr>
            <a:r>
              <a:rPr lang="zh-CN" altLang="en-US">
                <a:sym typeface="+mn-ea"/>
              </a:rPr>
              <a:t>侧重</a:t>
            </a:r>
            <a:r>
              <a:rPr lang="zh-CN" altLang="en-US" dirty="0">
                <a:sym typeface="+mn-ea"/>
              </a:rPr>
              <a:t>于工程实践能力的培养，强调分析和设计技能，</a:t>
            </a:r>
            <a:r>
              <a:rPr lang="zh-CN" altLang="en-US" b="1" dirty="0">
                <a:solidFill>
                  <a:srgbClr val="FF0000"/>
                </a:solidFill>
                <a:sym typeface="+mn-ea"/>
              </a:rPr>
              <a:t>重点在建模方法的应用</a:t>
            </a:r>
            <a:endParaRPr lang="zh-CN" altLang="en-US" b="1" dirty="0">
              <a:solidFill>
                <a:srgbClr val="FF0000"/>
              </a:solidFill>
            </a:endParaRPr>
          </a:p>
          <a:p>
            <a:pPr marL="749300" lvl="1" indent="-401320" eaLnBrk="1" hangingPunct="1">
              <a:lnSpc>
                <a:spcPct val="130000"/>
              </a:lnSpc>
              <a:buFont typeface="+mj-ea"/>
              <a:buAutoNum type="circleNumDbPlain"/>
            </a:pPr>
            <a:r>
              <a:rPr lang="zh-CN" altLang="en-US" b="1" dirty="0">
                <a:sym typeface="+mn-ea"/>
              </a:rPr>
              <a:t>过程驱动：围绕分析和设计过程，关注各阶段建模技术的应用</a:t>
            </a:r>
            <a:endParaRPr lang="zh-CN" altLang="en-US" b="1" dirty="0"/>
          </a:p>
          <a:p>
            <a:pPr marL="749300" lvl="1" indent="-401320" eaLnBrk="1" hangingPunct="1">
              <a:lnSpc>
                <a:spcPct val="130000"/>
              </a:lnSpc>
              <a:buFont typeface="+mj-ea"/>
              <a:buAutoNum type="circleNumDbPlain"/>
            </a:pPr>
            <a:r>
              <a:rPr lang="zh-CN" altLang="en-US" b="1" dirty="0">
                <a:sym typeface="+mn-ea"/>
              </a:rPr>
              <a:t>案例驱动：围绕具体案例，讲解面向对象分析和设计的思维方式和解决问题的方法</a:t>
            </a:r>
            <a:endParaRPr lang="zh-CN" altLang="en-US" b="1" dirty="0">
              <a:solidFill>
                <a:schemeClr val="tx1"/>
              </a:solidFill>
              <a:latin typeface="+mn-ea"/>
              <a:sym typeface="+mn-ea"/>
            </a:endParaRPr>
          </a:p>
        </p:txBody>
      </p:sp>
    </p:spTree>
  </p:cSld>
  <p:clrMapOvr>
    <a:masterClrMapping/>
  </p:clrMapOvr>
  <p:transition spd="slow">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6DCAE4"/>
        </a:solidFill>
        <a:effectLst/>
      </p:bgPr>
    </p:bg>
    <p:spTree>
      <p:nvGrpSpPr>
        <p:cNvPr id="1" name=""/>
        <p:cNvGrpSpPr/>
        <p:nvPr/>
      </p:nvGrpSpPr>
      <p:grpSpPr>
        <a:xfrm>
          <a:off x="0" y="0"/>
          <a:ext cx="0" cy="0"/>
          <a:chOff x="0" y="0"/>
          <a:chExt cx="0" cy="0"/>
        </a:xfrm>
      </p:grpSpPr>
      <p:grpSp>
        <p:nvGrpSpPr>
          <p:cNvPr id="3" name="组合 2"/>
          <p:cNvGrpSpPr/>
          <p:nvPr/>
        </p:nvGrpSpPr>
        <p:grpSpPr>
          <a:xfrm>
            <a:off x="635" y="1629410"/>
            <a:ext cx="12189460" cy="3361055"/>
            <a:chOff x="2396" y="2566"/>
            <a:chExt cx="14403" cy="5400"/>
          </a:xfrm>
        </p:grpSpPr>
        <p:sp>
          <p:nvSpPr>
            <p:cNvPr id="7" name="Freeform 5"/>
            <p:cNvSpPr/>
            <p:nvPr/>
          </p:nvSpPr>
          <p:spPr bwMode="auto">
            <a:xfrm>
              <a:off x="5773" y="2566"/>
              <a:ext cx="11026" cy="5400"/>
            </a:xfrm>
            <a:custGeom>
              <a:avLst/>
              <a:gdLst>
                <a:gd name="T0" fmla="*/ 2137 w 12249"/>
                <a:gd name="T1" fmla="*/ 0 h 5952"/>
                <a:gd name="T2" fmla="*/ 12249 w 12249"/>
                <a:gd name="T3" fmla="*/ 0 h 5952"/>
                <a:gd name="T4" fmla="*/ 12249 w 12249"/>
                <a:gd name="T5" fmla="*/ 5952 h 5952"/>
                <a:gd name="T6" fmla="*/ 0 w 12249"/>
                <a:gd name="T7" fmla="*/ 5952 h 5952"/>
                <a:gd name="T8" fmla="*/ 2137 w 12249"/>
                <a:gd name="T9" fmla="*/ 0 h 5952"/>
              </a:gdLst>
              <a:ahLst/>
              <a:cxnLst>
                <a:cxn ang="0">
                  <a:pos x="T0" y="T1"/>
                </a:cxn>
                <a:cxn ang="0">
                  <a:pos x="T2" y="T3"/>
                </a:cxn>
                <a:cxn ang="0">
                  <a:pos x="T4" y="T5"/>
                </a:cxn>
                <a:cxn ang="0">
                  <a:pos x="T6" y="T7"/>
                </a:cxn>
                <a:cxn ang="0">
                  <a:pos x="T8" y="T9"/>
                </a:cxn>
              </a:cxnLst>
              <a:rect l="0" t="0" r="r" b="b"/>
              <a:pathLst>
                <a:path w="12249" h="5952">
                  <a:moveTo>
                    <a:pt x="2137" y="0"/>
                  </a:moveTo>
                  <a:lnTo>
                    <a:pt x="12249" y="0"/>
                  </a:lnTo>
                  <a:lnTo>
                    <a:pt x="12249" y="5952"/>
                  </a:lnTo>
                  <a:lnTo>
                    <a:pt x="0" y="5952"/>
                  </a:lnTo>
                  <a:lnTo>
                    <a:pt x="2137" y="0"/>
                  </a:lnTo>
                  <a:close/>
                </a:path>
              </a:pathLst>
            </a:custGeom>
            <a:solidFill>
              <a:srgbClr val="EFF2F4"/>
            </a:solidFill>
            <a:ln>
              <a:noFill/>
            </a:ln>
            <a:extLst>
              <a:ext uri="{91240B29-F687-4F45-9708-019B960494DF}">
                <a14:hiddenLine xmlns:a14="http://schemas.microsoft.com/office/drawing/2010/main" w="9525">
                  <a:solidFill>
                    <a:srgbClr val="000000"/>
                  </a:solidFill>
                  <a:round/>
                </a14:hiddenLine>
              </a:ext>
            </a:extLst>
          </p:spPr>
          <p:txBody>
            <a:bodyPr vert="horz" wrap="square" lIns="91456" tIns="45728" rIns="91456" bIns="45728" numCol="1" anchor="t" anchorCtr="0" compatLnSpc="1"/>
            <a:lstStyle/>
            <a:p>
              <a:endParaRPr lang="zh-CN" altLang="en-US"/>
            </a:p>
          </p:txBody>
        </p:sp>
        <p:sp>
          <p:nvSpPr>
            <p:cNvPr id="8" name="Freeform 6"/>
            <p:cNvSpPr/>
            <p:nvPr/>
          </p:nvSpPr>
          <p:spPr bwMode="auto">
            <a:xfrm>
              <a:off x="2396" y="2566"/>
              <a:ext cx="5285" cy="5400"/>
            </a:xfrm>
            <a:custGeom>
              <a:avLst/>
              <a:gdLst>
                <a:gd name="T0" fmla="*/ 0 w 5872"/>
                <a:gd name="T1" fmla="*/ 0 h 5952"/>
                <a:gd name="T2" fmla="*/ 5872 w 5872"/>
                <a:gd name="T3" fmla="*/ 0 h 5952"/>
                <a:gd name="T4" fmla="*/ 3735 w 5872"/>
                <a:gd name="T5" fmla="*/ 5952 h 5952"/>
                <a:gd name="T6" fmla="*/ 0 w 5872"/>
                <a:gd name="T7" fmla="*/ 5952 h 5952"/>
                <a:gd name="T8" fmla="*/ 0 w 5872"/>
                <a:gd name="T9" fmla="*/ 0 h 5952"/>
              </a:gdLst>
              <a:ahLst/>
              <a:cxnLst>
                <a:cxn ang="0">
                  <a:pos x="T0" y="T1"/>
                </a:cxn>
                <a:cxn ang="0">
                  <a:pos x="T2" y="T3"/>
                </a:cxn>
                <a:cxn ang="0">
                  <a:pos x="T4" y="T5"/>
                </a:cxn>
                <a:cxn ang="0">
                  <a:pos x="T6" y="T7"/>
                </a:cxn>
                <a:cxn ang="0">
                  <a:pos x="T8" y="T9"/>
                </a:cxn>
              </a:cxnLst>
              <a:rect l="0" t="0" r="r" b="b"/>
              <a:pathLst>
                <a:path w="5872" h="5952">
                  <a:moveTo>
                    <a:pt x="0" y="0"/>
                  </a:moveTo>
                  <a:lnTo>
                    <a:pt x="5872" y="0"/>
                  </a:lnTo>
                  <a:lnTo>
                    <a:pt x="3735" y="5952"/>
                  </a:lnTo>
                  <a:lnTo>
                    <a:pt x="0" y="5952"/>
                  </a:lnTo>
                  <a:lnTo>
                    <a:pt x="0" y="0"/>
                  </a:lnTo>
                  <a:close/>
                </a:path>
              </a:pathLst>
            </a:custGeom>
            <a:solidFill>
              <a:srgbClr val="2B5063"/>
            </a:solidFill>
            <a:ln>
              <a:noFill/>
            </a:ln>
            <a:extLst>
              <a:ext uri="{91240B29-F687-4F45-9708-019B960494DF}">
                <a14:hiddenLine xmlns:a14="http://schemas.microsoft.com/office/drawing/2010/main" w="9525">
                  <a:solidFill>
                    <a:srgbClr val="000000"/>
                  </a:solidFill>
                  <a:round/>
                </a14:hiddenLine>
              </a:ext>
            </a:extLst>
          </p:spPr>
          <p:txBody>
            <a:bodyPr vert="horz" wrap="square" lIns="91456" tIns="45728" rIns="91456" bIns="45728" numCol="1" anchor="t" anchorCtr="0" compatLnSpc="1"/>
            <a:lstStyle/>
            <a:p>
              <a:endParaRPr lang="zh-CN" altLang="en-US"/>
            </a:p>
          </p:txBody>
        </p:sp>
        <p:sp>
          <p:nvSpPr>
            <p:cNvPr id="10" name="TextBox 9"/>
            <p:cNvSpPr txBox="1"/>
            <p:nvPr/>
          </p:nvSpPr>
          <p:spPr>
            <a:xfrm>
              <a:off x="3772" y="3586"/>
              <a:ext cx="2290" cy="4104"/>
            </a:xfrm>
            <a:prstGeom prst="rect">
              <a:avLst/>
            </a:prstGeom>
            <a:noFill/>
          </p:spPr>
          <p:txBody>
            <a:bodyPr wrap="square" rtlCol="0">
              <a:spAutoFit/>
            </a:bodyPr>
            <a:lstStyle/>
            <a:p>
              <a:r>
                <a:rPr lang="en-US" altLang="zh-CN" sz="16005" b="1" dirty="0" smtClean="0">
                  <a:solidFill>
                    <a:schemeClr val="bg1"/>
                  </a:solidFill>
                  <a:latin typeface="+mj-ea"/>
                  <a:ea typeface="+mj-ea"/>
                </a:rPr>
                <a:t>4</a:t>
              </a:r>
              <a:endParaRPr lang="en-US" altLang="zh-CN" sz="16005" b="1" dirty="0" smtClean="0">
                <a:solidFill>
                  <a:schemeClr val="bg1"/>
                </a:solidFill>
                <a:latin typeface="+mj-ea"/>
                <a:ea typeface="+mj-ea"/>
              </a:endParaRPr>
            </a:p>
          </p:txBody>
        </p:sp>
        <p:sp>
          <p:nvSpPr>
            <p:cNvPr id="11" name="TextBox 10"/>
            <p:cNvSpPr txBox="1"/>
            <p:nvPr/>
          </p:nvSpPr>
          <p:spPr>
            <a:xfrm>
              <a:off x="2907" y="5186"/>
              <a:ext cx="1315" cy="839"/>
            </a:xfrm>
            <a:prstGeom prst="rect">
              <a:avLst/>
            </a:prstGeom>
            <a:noFill/>
          </p:spPr>
          <p:txBody>
            <a:bodyPr wrap="square" rtlCol="0">
              <a:spAutoFit/>
            </a:bodyPr>
            <a:lstStyle/>
            <a:p>
              <a:r>
                <a:rPr lang="en-US" altLang="zh-CN" sz="2800" dirty="0" smtClean="0">
                  <a:solidFill>
                    <a:schemeClr val="bg1"/>
                  </a:solidFill>
                </a:rPr>
                <a:t>Part</a:t>
              </a:r>
              <a:endParaRPr lang="en-US" altLang="zh-CN" sz="2800" dirty="0" smtClean="0">
                <a:solidFill>
                  <a:schemeClr val="bg1"/>
                </a:solidFill>
              </a:endParaRPr>
            </a:p>
          </p:txBody>
        </p:sp>
        <p:sp>
          <p:nvSpPr>
            <p:cNvPr id="171" name="TextBox 170"/>
            <p:cNvSpPr txBox="1"/>
            <p:nvPr/>
          </p:nvSpPr>
          <p:spPr>
            <a:xfrm>
              <a:off x="7810" y="4533"/>
              <a:ext cx="8945" cy="1630"/>
            </a:xfrm>
            <a:prstGeom prst="rect">
              <a:avLst/>
            </a:prstGeom>
            <a:noFill/>
          </p:spPr>
          <p:txBody>
            <a:bodyPr wrap="square" rtlCol="0">
              <a:spAutoFit/>
            </a:bodyPr>
            <a:lstStyle/>
            <a:p>
              <a:r>
                <a:rPr lang="zh-CN" altLang="en-US" sz="6000" b="1" dirty="0" smtClean="0">
                  <a:solidFill>
                    <a:schemeClr val="tx2"/>
                  </a:solidFill>
                  <a:latin typeface="微软雅黑" panose="020B0503020204020204" pitchFamily="34" charset="-122"/>
                  <a:ea typeface="微软雅黑" panose="020B0503020204020204" pitchFamily="34" charset="-122"/>
                </a:rPr>
                <a:t>上升到面向</a:t>
              </a:r>
              <a:r>
                <a:rPr lang="zh-CN" altLang="en-US" sz="6000" b="1" dirty="0" smtClean="0">
                  <a:solidFill>
                    <a:schemeClr val="tx2"/>
                  </a:solidFill>
                  <a:latin typeface="微软雅黑" panose="020B0503020204020204" pitchFamily="34" charset="-122"/>
                  <a:ea typeface="微软雅黑" panose="020B0503020204020204" pitchFamily="34" charset="-122"/>
                </a:rPr>
                <a:t>对象</a:t>
              </a:r>
              <a:endParaRPr lang="zh-CN" altLang="en-US" sz="6000" b="1" dirty="0" smtClean="0">
                <a:solidFill>
                  <a:schemeClr val="tx2"/>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600" advTm="6184">
        <p:blinds dir="vert"/>
      </p:transition>
    </mc:Choice>
    <mc:Fallback>
      <p:transition spd="slow" advTm="6184">
        <p:blinds dir="vert"/>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 name="组合 79"/>
          <p:cNvGrpSpPr/>
          <p:nvPr/>
        </p:nvGrpSpPr>
        <p:grpSpPr>
          <a:xfrm>
            <a:off x="3213837" y="261442"/>
            <a:ext cx="5761152" cy="609672"/>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3292081" y="261442"/>
            <a:ext cx="5219213" cy="583565"/>
          </a:xfrm>
          <a:prstGeom prst="rect">
            <a:avLst/>
          </a:prstGeom>
          <a:noFill/>
        </p:spPr>
        <p:txBody>
          <a:bodyPr wrap="square" rtlCol="0">
            <a:spAutoFit/>
          </a:bodyPr>
          <a:lstStyle/>
          <a:p>
            <a:pPr algn="ctr"/>
            <a:r>
              <a:rPr kumimoji="1" lang="en-US" altLang="zh-CN" sz="3200" b="1" dirty="0" smtClean="0">
                <a:ln w="11430"/>
                <a:solidFill>
                  <a:schemeClr val="tx2">
                    <a:lumMod val="75000"/>
                  </a:schemeClr>
                </a:solidFill>
                <a:effectLst>
                  <a:outerShdw blurRad="50800" dist="39000" dir="5460000" algn="tl">
                    <a:srgbClr val="000000">
                      <a:alpha val="38000"/>
                    </a:srgbClr>
                  </a:outerShdw>
                </a:effectLst>
                <a:sym typeface="+mn-ea"/>
              </a:rPr>
              <a:t>Class Outline</a:t>
            </a:r>
            <a:endParaRPr kumimoji="1" lang="en-US" altLang="zh-CN" sz="3200" b="1" dirty="0" smtClean="0">
              <a:ln w="11430"/>
              <a:solidFill>
                <a:schemeClr val="tx2">
                  <a:lumMod val="75000"/>
                </a:schemeClr>
              </a:solidFill>
              <a:effectLst>
                <a:outerShdw blurRad="50800" dist="39000" dir="5460000" algn="tl">
                  <a:srgbClr val="000000">
                    <a:alpha val="38000"/>
                  </a:srgbClr>
                </a:outerShdw>
              </a:effectLst>
              <a:latin typeface="黑体" panose="02010609060101010101" pitchFamily="49" charset="-122"/>
              <a:ea typeface="黑体" panose="02010609060101010101" pitchFamily="49" charset="-122"/>
              <a:sym typeface="+mn-ea"/>
            </a:endParaRPr>
          </a:p>
        </p:txBody>
      </p:sp>
      <p:sp>
        <p:nvSpPr>
          <p:cNvPr id="14" name="文本框 52"/>
          <p:cNvSpPr txBox="1"/>
          <p:nvPr/>
        </p:nvSpPr>
        <p:spPr>
          <a:xfrm>
            <a:off x="6656746" y="4407635"/>
            <a:ext cx="5497649" cy="460375"/>
          </a:xfrm>
          <a:prstGeom prst="rect">
            <a:avLst/>
          </a:prstGeom>
          <a:noFill/>
        </p:spPr>
        <p:txBody>
          <a:bodyPr wrap="square" rtlCol="0">
            <a:spAutoFit/>
          </a:bodyPr>
          <a:lstStyle/>
          <a:p>
            <a:r>
              <a:rPr kumimoji="1" lang="en-US" altLang="zh-CN" b="1" dirty="0">
                <a:solidFill>
                  <a:schemeClr val="bg1"/>
                </a:solidFill>
              </a:rPr>
              <a:t>Intro. To Software Engineering</a:t>
            </a:r>
            <a:endParaRPr kumimoji="1" lang="en-US" altLang="zh-CN" b="1" dirty="0">
              <a:solidFill>
                <a:schemeClr val="bg1"/>
              </a:solidFill>
            </a:endParaRPr>
          </a:p>
        </p:txBody>
      </p:sp>
      <p:sp>
        <p:nvSpPr>
          <p:cNvPr id="37" name="Rectangle 5"/>
          <p:cNvSpPr>
            <a:spLocks noChangeArrowheads="1"/>
          </p:cNvSpPr>
          <p:nvPr/>
        </p:nvSpPr>
        <p:spPr bwMode="auto">
          <a:xfrm>
            <a:off x="897723" y="1763062"/>
            <a:ext cx="774126" cy="929536"/>
          </a:xfrm>
          <a:prstGeom prst="rect">
            <a:avLst/>
          </a:prstGeom>
          <a:solidFill>
            <a:schemeClr val="tx2"/>
          </a:solidFill>
          <a:ln>
            <a:noFill/>
          </a:ln>
        </p:spPr>
        <p:txBody>
          <a:bodyPr vert="horz" wrap="square" lIns="91440" tIns="45720" rIns="91440" bIns="45720" numCol="1" anchor="t" anchorCtr="0" compatLnSpc="1"/>
          <a:lstStyle/>
          <a:p>
            <a:endParaRPr lang="zh-CN" altLang="en-US"/>
          </a:p>
        </p:txBody>
      </p:sp>
      <p:sp>
        <p:nvSpPr>
          <p:cNvPr id="38" name="Freeform 6"/>
          <p:cNvSpPr/>
          <p:nvPr/>
        </p:nvSpPr>
        <p:spPr bwMode="auto">
          <a:xfrm>
            <a:off x="1012273" y="1855917"/>
            <a:ext cx="590370" cy="743826"/>
          </a:xfrm>
          <a:custGeom>
            <a:avLst/>
            <a:gdLst>
              <a:gd name="T0" fmla="*/ 1131 w 1173"/>
              <a:gd name="T1" fmla="*/ 535 h 1472"/>
              <a:gd name="T2" fmla="*/ 1095 w 1173"/>
              <a:gd name="T3" fmla="*/ 47 h 1472"/>
              <a:gd name="T4" fmla="*/ 1067 w 1173"/>
              <a:gd name="T5" fmla="*/ 54 h 1472"/>
              <a:gd name="T6" fmla="*/ 1003 w 1173"/>
              <a:gd name="T7" fmla="*/ 68 h 1472"/>
              <a:gd name="T8" fmla="*/ 919 w 1173"/>
              <a:gd name="T9" fmla="*/ 54 h 1472"/>
              <a:gd name="T10" fmla="*/ 629 w 1173"/>
              <a:gd name="T11" fmla="*/ 5 h 1472"/>
              <a:gd name="T12" fmla="*/ 0 w 1173"/>
              <a:gd name="T13" fmla="*/ 768 h 1472"/>
              <a:gd name="T14" fmla="*/ 643 w 1173"/>
              <a:gd name="T15" fmla="*/ 1467 h 1472"/>
              <a:gd name="T16" fmla="*/ 1173 w 1173"/>
              <a:gd name="T17" fmla="*/ 1086 h 1472"/>
              <a:gd name="T18" fmla="*/ 1088 w 1173"/>
              <a:gd name="T19" fmla="*/ 1036 h 1472"/>
              <a:gd name="T20" fmla="*/ 692 w 1173"/>
              <a:gd name="T21" fmla="*/ 1369 h 1472"/>
              <a:gd name="T22" fmla="*/ 290 w 1173"/>
              <a:gd name="T23" fmla="*/ 725 h 1472"/>
              <a:gd name="T24" fmla="*/ 643 w 1173"/>
              <a:gd name="T25" fmla="*/ 104 h 1472"/>
              <a:gd name="T26" fmla="*/ 1046 w 1173"/>
              <a:gd name="T27" fmla="*/ 570 h 1472"/>
              <a:gd name="T28" fmla="*/ 1131 w 1173"/>
              <a:gd name="T29" fmla="*/ 535 h 1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73" h="1472">
                <a:moveTo>
                  <a:pt x="1131" y="535"/>
                </a:moveTo>
                <a:lnTo>
                  <a:pt x="1095" y="47"/>
                </a:lnTo>
                <a:cubicBezTo>
                  <a:pt x="1090" y="47"/>
                  <a:pt x="1081" y="49"/>
                  <a:pt x="1067" y="54"/>
                </a:cubicBezTo>
                <a:cubicBezTo>
                  <a:pt x="1043" y="64"/>
                  <a:pt x="1022" y="68"/>
                  <a:pt x="1003" y="68"/>
                </a:cubicBezTo>
                <a:cubicBezTo>
                  <a:pt x="975" y="68"/>
                  <a:pt x="947" y="64"/>
                  <a:pt x="919" y="54"/>
                </a:cubicBezTo>
                <a:cubicBezTo>
                  <a:pt x="810" y="17"/>
                  <a:pt x="714" y="0"/>
                  <a:pt x="629" y="5"/>
                </a:cubicBezTo>
                <a:cubicBezTo>
                  <a:pt x="214" y="24"/>
                  <a:pt x="5" y="278"/>
                  <a:pt x="0" y="768"/>
                </a:cubicBezTo>
                <a:cubicBezTo>
                  <a:pt x="5" y="1225"/>
                  <a:pt x="219" y="1458"/>
                  <a:pt x="643" y="1467"/>
                </a:cubicBezTo>
                <a:cubicBezTo>
                  <a:pt x="912" y="1472"/>
                  <a:pt x="1088" y="1345"/>
                  <a:pt x="1173" y="1086"/>
                </a:cubicBezTo>
                <a:lnTo>
                  <a:pt x="1088" y="1036"/>
                </a:lnTo>
                <a:cubicBezTo>
                  <a:pt x="999" y="1258"/>
                  <a:pt x="867" y="1369"/>
                  <a:pt x="692" y="1369"/>
                </a:cubicBezTo>
                <a:cubicBezTo>
                  <a:pt x="424" y="1359"/>
                  <a:pt x="290" y="1145"/>
                  <a:pt x="290" y="725"/>
                </a:cubicBezTo>
                <a:cubicBezTo>
                  <a:pt x="290" y="316"/>
                  <a:pt x="408" y="108"/>
                  <a:pt x="643" y="104"/>
                </a:cubicBezTo>
                <a:cubicBezTo>
                  <a:pt x="827" y="94"/>
                  <a:pt x="961" y="250"/>
                  <a:pt x="1046" y="570"/>
                </a:cubicBezTo>
                <a:lnTo>
                  <a:pt x="1131" y="53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7"/>
          <p:cNvSpPr>
            <a:spLocks noEditPoints="1"/>
          </p:cNvSpPr>
          <p:nvPr/>
        </p:nvSpPr>
        <p:spPr bwMode="auto">
          <a:xfrm>
            <a:off x="1764226" y="2441701"/>
            <a:ext cx="1105476" cy="224808"/>
          </a:xfrm>
          <a:custGeom>
            <a:avLst/>
            <a:gdLst>
              <a:gd name="T0" fmla="*/ 49 w 2195"/>
              <a:gd name="T1" fmla="*/ 278 h 445"/>
              <a:gd name="T2" fmla="*/ 252 w 2195"/>
              <a:gd name="T3" fmla="*/ 276 h 445"/>
              <a:gd name="T4" fmla="*/ 152 w 2195"/>
              <a:gd name="T5" fmla="*/ 443 h 445"/>
              <a:gd name="T6" fmla="*/ 156 w 2195"/>
              <a:gd name="T7" fmla="*/ 105 h 445"/>
              <a:gd name="T8" fmla="*/ 152 w 2195"/>
              <a:gd name="T9" fmla="*/ 443 h 445"/>
              <a:gd name="T10" fmla="*/ 665 w 2195"/>
              <a:gd name="T11" fmla="*/ 434 h 445"/>
              <a:gd name="T12" fmla="*/ 618 w 2195"/>
              <a:gd name="T13" fmla="*/ 234 h 445"/>
              <a:gd name="T14" fmla="*/ 446 w 2195"/>
              <a:gd name="T15" fmla="*/ 236 h 445"/>
              <a:gd name="T16" fmla="*/ 400 w 2195"/>
              <a:gd name="T17" fmla="*/ 436 h 445"/>
              <a:gd name="T18" fmla="*/ 446 w 2195"/>
              <a:gd name="T19" fmla="*/ 111 h 445"/>
              <a:gd name="T20" fmla="*/ 553 w 2195"/>
              <a:gd name="T21" fmla="*/ 102 h 445"/>
              <a:gd name="T22" fmla="*/ 897 w 2195"/>
              <a:gd name="T23" fmla="*/ 407 h 445"/>
              <a:gd name="T24" fmla="*/ 857 w 2195"/>
              <a:gd name="T25" fmla="*/ 441 h 445"/>
              <a:gd name="T26" fmla="*/ 790 w 2195"/>
              <a:gd name="T27" fmla="*/ 151 h 445"/>
              <a:gd name="T28" fmla="*/ 745 w 2195"/>
              <a:gd name="T29" fmla="*/ 111 h 445"/>
              <a:gd name="T30" fmla="*/ 790 w 2195"/>
              <a:gd name="T31" fmla="*/ 24 h 445"/>
              <a:gd name="T32" fmla="*/ 837 w 2195"/>
              <a:gd name="T33" fmla="*/ 111 h 445"/>
              <a:gd name="T34" fmla="*/ 897 w 2195"/>
              <a:gd name="T35" fmla="*/ 151 h 445"/>
              <a:gd name="T36" fmla="*/ 837 w 2195"/>
              <a:gd name="T37" fmla="*/ 370 h 445"/>
              <a:gd name="T38" fmla="*/ 897 w 2195"/>
              <a:gd name="T39" fmla="*/ 407 h 445"/>
              <a:gd name="T40" fmla="*/ 1214 w 2195"/>
              <a:gd name="T41" fmla="*/ 249 h 445"/>
              <a:gd name="T42" fmla="*/ 1020 w 2195"/>
              <a:gd name="T43" fmla="*/ 249 h 445"/>
              <a:gd name="T44" fmla="*/ 1263 w 2195"/>
              <a:gd name="T45" fmla="*/ 347 h 445"/>
              <a:gd name="T46" fmla="*/ 966 w 2195"/>
              <a:gd name="T47" fmla="*/ 278 h 445"/>
              <a:gd name="T48" fmla="*/ 1265 w 2195"/>
              <a:gd name="T49" fmla="*/ 278 h 445"/>
              <a:gd name="T50" fmla="*/ 1018 w 2195"/>
              <a:gd name="T51" fmla="*/ 289 h 445"/>
              <a:gd name="T52" fmla="*/ 1214 w 2195"/>
              <a:gd name="T53" fmla="*/ 334 h 445"/>
              <a:gd name="T54" fmla="*/ 1626 w 2195"/>
              <a:gd name="T55" fmla="*/ 434 h 445"/>
              <a:gd name="T56" fmla="*/ 1580 w 2195"/>
              <a:gd name="T57" fmla="*/ 234 h 445"/>
              <a:gd name="T58" fmla="*/ 1408 w 2195"/>
              <a:gd name="T59" fmla="*/ 236 h 445"/>
              <a:gd name="T60" fmla="*/ 1361 w 2195"/>
              <a:gd name="T61" fmla="*/ 436 h 445"/>
              <a:gd name="T62" fmla="*/ 1408 w 2195"/>
              <a:gd name="T63" fmla="*/ 111 h 445"/>
              <a:gd name="T64" fmla="*/ 1515 w 2195"/>
              <a:gd name="T65" fmla="*/ 102 h 445"/>
              <a:gd name="T66" fmla="*/ 1859 w 2195"/>
              <a:gd name="T67" fmla="*/ 407 h 445"/>
              <a:gd name="T68" fmla="*/ 1818 w 2195"/>
              <a:gd name="T69" fmla="*/ 441 h 445"/>
              <a:gd name="T70" fmla="*/ 1752 w 2195"/>
              <a:gd name="T71" fmla="*/ 151 h 445"/>
              <a:gd name="T72" fmla="*/ 1707 w 2195"/>
              <a:gd name="T73" fmla="*/ 111 h 445"/>
              <a:gd name="T74" fmla="*/ 1752 w 2195"/>
              <a:gd name="T75" fmla="*/ 24 h 445"/>
              <a:gd name="T76" fmla="*/ 1798 w 2195"/>
              <a:gd name="T77" fmla="*/ 111 h 445"/>
              <a:gd name="T78" fmla="*/ 1859 w 2195"/>
              <a:gd name="T79" fmla="*/ 151 h 445"/>
              <a:gd name="T80" fmla="*/ 1798 w 2195"/>
              <a:gd name="T81" fmla="*/ 370 h 445"/>
              <a:gd name="T82" fmla="*/ 1859 w 2195"/>
              <a:gd name="T83" fmla="*/ 407 h 445"/>
              <a:gd name="T84" fmla="*/ 2180 w 2195"/>
              <a:gd name="T85" fmla="*/ 189 h 445"/>
              <a:gd name="T86" fmla="*/ 1937 w 2195"/>
              <a:gd name="T87" fmla="*/ 194 h 445"/>
              <a:gd name="T88" fmla="*/ 2144 w 2195"/>
              <a:gd name="T89" fmla="*/ 352 h 445"/>
              <a:gd name="T90" fmla="*/ 1970 w 2195"/>
              <a:gd name="T91" fmla="*/ 334 h 445"/>
              <a:gd name="T92" fmla="*/ 2062 w 2195"/>
              <a:gd name="T93" fmla="*/ 443 h 445"/>
              <a:gd name="T94" fmla="*/ 2075 w 2195"/>
              <a:gd name="T95" fmla="*/ 252 h 445"/>
              <a:gd name="T96" fmla="*/ 2057 w 2195"/>
              <a:gd name="T97" fmla="*/ 1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195" h="445">
                <a:moveTo>
                  <a:pt x="154" y="142"/>
                </a:moveTo>
                <a:cubicBezTo>
                  <a:pt x="86" y="144"/>
                  <a:pt x="51" y="189"/>
                  <a:pt x="49" y="278"/>
                </a:cubicBezTo>
                <a:cubicBezTo>
                  <a:pt x="51" y="361"/>
                  <a:pt x="86" y="405"/>
                  <a:pt x="154" y="407"/>
                </a:cubicBezTo>
                <a:cubicBezTo>
                  <a:pt x="218" y="405"/>
                  <a:pt x="251" y="361"/>
                  <a:pt x="252" y="276"/>
                </a:cubicBezTo>
                <a:cubicBezTo>
                  <a:pt x="248" y="193"/>
                  <a:pt x="215" y="148"/>
                  <a:pt x="154" y="142"/>
                </a:cubicBezTo>
                <a:close/>
                <a:moveTo>
                  <a:pt x="152" y="443"/>
                </a:moveTo>
                <a:cubicBezTo>
                  <a:pt x="55" y="437"/>
                  <a:pt x="5" y="383"/>
                  <a:pt x="0" y="280"/>
                </a:cubicBezTo>
                <a:cubicBezTo>
                  <a:pt x="3" y="166"/>
                  <a:pt x="55" y="107"/>
                  <a:pt x="156" y="105"/>
                </a:cubicBezTo>
                <a:cubicBezTo>
                  <a:pt x="250" y="109"/>
                  <a:pt x="299" y="165"/>
                  <a:pt x="303" y="274"/>
                </a:cubicBezTo>
                <a:cubicBezTo>
                  <a:pt x="302" y="385"/>
                  <a:pt x="251" y="442"/>
                  <a:pt x="152" y="443"/>
                </a:cubicBezTo>
                <a:close/>
                <a:moveTo>
                  <a:pt x="665" y="227"/>
                </a:moveTo>
                <a:lnTo>
                  <a:pt x="665" y="434"/>
                </a:lnTo>
                <a:lnTo>
                  <a:pt x="618" y="434"/>
                </a:lnTo>
                <a:lnTo>
                  <a:pt x="618" y="234"/>
                </a:lnTo>
                <a:cubicBezTo>
                  <a:pt x="616" y="174"/>
                  <a:pt x="591" y="144"/>
                  <a:pt x="542" y="142"/>
                </a:cubicBezTo>
                <a:cubicBezTo>
                  <a:pt x="484" y="150"/>
                  <a:pt x="452" y="181"/>
                  <a:pt x="446" y="236"/>
                </a:cubicBezTo>
                <a:lnTo>
                  <a:pt x="446" y="434"/>
                </a:lnTo>
                <a:lnTo>
                  <a:pt x="400" y="436"/>
                </a:lnTo>
                <a:lnTo>
                  <a:pt x="400" y="111"/>
                </a:lnTo>
                <a:lnTo>
                  <a:pt x="446" y="111"/>
                </a:lnTo>
                <a:lnTo>
                  <a:pt x="446" y="160"/>
                </a:lnTo>
                <a:cubicBezTo>
                  <a:pt x="472" y="123"/>
                  <a:pt x="507" y="104"/>
                  <a:pt x="553" y="102"/>
                </a:cubicBezTo>
                <a:cubicBezTo>
                  <a:pt x="628" y="102"/>
                  <a:pt x="665" y="144"/>
                  <a:pt x="665" y="227"/>
                </a:cubicBezTo>
                <a:close/>
                <a:moveTo>
                  <a:pt x="897" y="407"/>
                </a:moveTo>
                <a:lnTo>
                  <a:pt x="906" y="432"/>
                </a:lnTo>
                <a:cubicBezTo>
                  <a:pt x="891" y="438"/>
                  <a:pt x="875" y="441"/>
                  <a:pt x="857" y="441"/>
                </a:cubicBezTo>
                <a:cubicBezTo>
                  <a:pt x="811" y="442"/>
                  <a:pt x="788" y="419"/>
                  <a:pt x="790" y="370"/>
                </a:cubicBezTo>
                <a:lnTo>
                  <a:pt x="790" y="151"/>
                </a:lnTo>
                <a:lnTo>
                  <a:pt x="745" y="151"/>
                </a:lnTo>
                <a:lnTo>
                  <a:pt x="745" y="111"/>
                </a:lnTo>
                <a:lnTo>
                  <a:pt x="790" y="111"/>
                </a:lnTo>
                <a:lnTo>
                  <a:pt x="790" y="24"/>
                </a:lnTo>
                <a:lnTo>
                  <a:pt x="837" y="0"/>
                </a:lnTo>
                <a:lnTo>
                  <a:pt x="837" y="111"/>
                </a:lnTo>
                <a:lnTo>
                  <a:pt x="897" y="111"/>
                </a:lnTo>
                <a:lnTo>
                  <a:pt x="897" y="151"/>
                </a:lnTo>
                <a:lnTo>
                  <a:pt x="837" y="151"/>
                </a:lnTo>
                <a:lnTo>
                  <a:pt x="837" y="370"/>
                </a:lnTo>
                <a:cubicBezTo>
                  <a:pt x="835" y="398"/>
                  <a:pt x="847" y="411"/>
                  <a:pt x="872" y="410"/>
                </a:cubicBezTo>
                <a:cubicBezTo>
                  <a:pt x="881" y="410"/>
                  <a:pt x="890" y="409"/>
                  <a:pt x="897" y="407"/>
                </a:cubicBezTo>
                <a:close/>
                <a:moveTo>
                  <a:pt x="1020" y="249"/>
                </a:moveTo>
                <a:lnTo>
                  <a:pt x="1214" y="249"/>
                </a:lnTo>
                <a:cubicBezTo>
                  <a:pt x="1211" y="184"/>
                  <a:pt x="1179" y="150"/>
                  <a:pt x="1118" y="147"/>
                </a:cubicBezTo>
                <a:cubicBezTo>
                  <a:pt x="1057" y="153"/>
                  <a:pt x="1024" y="187"/>
                  <a:pt x="1020" y="249"/>
                </a:cubicBezTo>
                <a:close/>
                <a:moveTo>
                  <a:pt x="1214" y="334"/>
                </a:moveTo>
                <a:lnTo>
                  <a:pt x="1263" y="347"/>
                </a:lnTo>
                <a:cubicBezTo>
                  <a:pt x="1245" y="413"/>
                  <a:pt x="1198" y="445"/>
                  <a:pt x="1120" y="443"/>
                </a:cubicBezTo>
                <a:cubicBezTo>
                  <a:pt x="1021" y="439"/>
                  <a:pt x="969" y="384"/>
                  <a:pt x="966" y="278"/>
                </a:cubicBezTo>
                <a:cubicBezTo>
                  <a:pt x="971" y="167"/>
                  <a:pt x="1021" y="109"/>
                  <a:pt x="1118" y="105"/>
                </a:cubicBezTo>
                <a:cubicBezTo>
                  <a:pt x="1213" y="107"/>
                  <a:pt x="1262" y="165"/>
                  <a:pt x="1265" y="278"/>
                </a:cubicBezTo>
                <a:cubicBezTo>
                  <a:pt x="1265" y="284"/>
                  <a:pt x="1265" y="288"/>
                  <a:pt x="1265" y="289"/>
                </a:cubicBezTo>
                <a:lnTo>
                  <a:pt x="1018" y="289"/>
                </a:lnTo>
                <a:cubicBezTo>
                  <a:pt x="1021" y="362"/>
                  <a:pt x="1054" y="401"/>
                  <a:pt x="1118" y="405"/>
                </a:cubicBezTo>
                <a:cubicBezTo>
                  <a:pt x="1169" y="405"/>
                  <a:pt x="1200" y="382"/>
                  <a:pt x="1214" y="334"/>
                </a:cubicBezTo>
                <a:close/>
                <a:moveTo>
                  <a:pt x="1626" y="227"/>
                </a:moveTo>
                <a:lnTo>
                  <a:pt x="1626" y="434"/>
                </a:lnTo>
                <a:lnTo>
                  <a:pt x="1580" y="434"/>
                </a:lnTo>
                <a:lnTo>
                  <a:pt x="1580" y="234"/>
                </a:lnTo>
                <a:cubicBezTo>
                  <a:pt x="1578" y="174"/>
                  <a:pt x="1553" y="144"/>
                  <a:pt x="1504" y="142"/>
                </a:cubicBezTo>
                <a:cubicBezTo>
                  <a:pt x="1446" y="150"/>
                  <a:pt x="1414" y="181"/>
                  <a:pt x="1408" y="236"/>
                </a:cubicBezTo>
                <a:lnTo>
                  <a:pt x="1408" y="434"/>
                </a:lnTo>
                <a:lnTo>
                  <a:pt x="1361" y="436"/>
                </a:lnTo>
                <a:lnTo>
                  <a:pt x="1361" y="111"/>
                </a:lnTo>
                <a:lnTo>
                  <a:pt x="1408" y="111"/>
                </a:lnTo>
                <a:lnTo>
                  <a:pt x="1408" y="160"/>
                </a:lnTo>
                <a:cubicBezTo>
                  <a:pt x="1433" y="123"/>
                  <a:pt x="1469" y="104"/>
                  <a:pt x="1515" y="102"/>
                </a:cubicBezTo>
                <a:cubicBezTo>
                  <a:pt x="1589" y="102"/>
                  <a:pt x="1626" y="144"/>
                  <a:pt x="1626" y="227"/>
                </a:cubicBezTo>
                <a:close/>
                <a:moveTo>
                  <a:pt x="1859" y="407"/>
                </a:moveTo>
                <a:lnTo>
                  <a:pt x="1868" y="432"/>
                </a:lnTo>
                <a:cubicBezTo>
                  <a:pt x="1853" y="438"/>
                  <a:pt x="1836" y="441"/>
                  <a:pt x="1818" y="441"/>
                </a:cubicBezTo>
                <a:cubicBezTo>
                  <a:pt x="1772" y="442"/>
                  <a:pt x="1750" y="419"/>
                  <a:pt x="1752" y="370"/>
                </a:cubicBezTo>
                <a:lnTo>
                  <a:pt x="1752" y="151"/>
                </a:lnTo>
                <a:lnTo>
                  <a:pt x="1707" y="151"/>
                </a:lnTo>
                <a:lnTo>
                  <a:pt x="1707" y="111"/>
                </a:lnTo>
                <a:lnTo>
                  <a:pt x="1752" y="111"/>
                </a:lnTo>
                <a:lnTo>
                  <a:pt x="1752" y="24"/>
                </a:lnTo>
                <a:lnTo>
                  <a:pt x="1798" y="0"/>
                </a:lnTo>
                <a:lnTo>
                  <a:pt x="1798" y="111"/>
                </a:lnTo>
                <a:lnTo>
                  <a:pt x="1859" y="111"/>
                </a:lnTo>
                <a:lnTo>
                  <a:pt x="1859" y="151"/>
                </a:lnTo>
                <a:lnTo>
                  <a:pt x="1798" y="151"/>
                </a:lnTo>
                <a:lnTo>
                  <a:pt x="1798" y="370"/>
                </a:lnTo>
                <a:cubicBezTo>
                  <a:pt x="1797" y="398"/>
                  <a:pt x="1809" y="411"/>
                  <a:pt x="1834" y="410"/>
                </a:cubicBezTo>
                <a:cubicBezTo>
                  <a:pt x="1843" y="410"/>
                  <a:pt x="1851" y="409"/>
                  <a:pt x="1859" y="407"/>
                </a:cubicBezTo>
                <a:close/>
                <a:moveTo>
                  <a:pt x="2131" y="203"/>
                </a:moveTo>
                <a:lnTo>
                  <a:pt x="2180" y="189"/>
                </a:lnTo>
                <a:cubicBezTo>
                  <a:pt x="2167" y="133"/>
                  <a:pt x="2125" y="104"/>
                  <a:pt x="2055" y="102"/>
                </a:cubicBezTo>
                <a:cubicBezTo>
                  <a:pt x="1982" y="105"/>
                  <a:pt x="1943" y="136"/>
                  <a:pt x="1937" y="194"/>
                </a:cubicBezTo>
                <a:cubicBezTo>
                  <a:pt x="1934" y="249"/>
                  <a:pt x="1976" y="281"/>
                  <a:pt x="2062" y="292"/>
                </a:cubicBezTo>
                <a:cubicBezTo>
                  <a:pt x="2118" y="302"/>
                  <a:pt x="2146" y="322"/>
                  <a:pt x="2144" y="352"/>
                </a:cubicBezTo>
                <a:cubicBezTo>
                  <a:pt x="2143" y="387"/>
                  <a:pt x="2115" y="406"/>
                  <a:pt x="2062" y="407"/>
                </a:cubicBezTo>
                <a:cubicBezTo>
                  <a:pt x="2013" y="409"/>
                  <a:pt x="1982" y="384"/>
                  <a:pt x="1970" y="334"/>
                </a:cubicBezTo>
                <a:lnTo>
                  <a:pt x="1924" y="347"/>
                </a:lnTo>
                <a:cubicBezTo>
                  <a:pt x="1941" y="413"/>
                  <a:pt x="1988" y="445"/>
                  <a:pt x="2062" y="443"/>
                </a:cubicBezTo>
                <a:cubicBezTo>
                  <a:pt x="2148" y="442"/>
                  <a:pt x="2192" y="410"/>
                  <a:pt x="2193" y="350"/>
                </a:cubicBezTo>
                <a:cubicBezTo>
                  <a:pt x="2195" y="298"/>
                  <a:pt x="2155" y="265"/>
                  <a:pt x="2075" y="252"/>
                </a:cubicBezTo>
                <a:cubicBezTo>
                  <a:pt x="2014" y="241"/>
                  <a:pt x="1985" y="222"/>
                  <a:pt x="1986" y="194"/>
                </a:cubicBezTo>
                <a:cubicBezTo>
                  <a:pt x="1990" y="162"/>
                  <a:pt x="2014" y="146"/>
                  <a:pt x="2057" y="145"/>
                </a:cubicBezTo>
                <a:cubicBezTo>
                  <a:pt x="2097" y="145"/>
                  <a:pt x="2122" y="164"/>
                  <a:pt x="2131" y="203"/>
                </a:cubicBezTo>
                <a:close/>
              </a:path>
            </a:pathLst>
          </a:custGeom>
          <a:solidFill>
            <a:schemeClr val="tx2">
              <a:lumMod val="50000"/>
            </a:schemeClr>
          </a:solidFill>
          <a:ln>
            <a:noFill/>
          </a:ln>
        </p:spPr>
        <p:txBody>
          <a:bodyPr vert="horz" wrap="square" lIns="91440" tIns="45720" rIns="91440" bIns="45720" numCol="1" anchor="t" anchorCtr="0" compatLnSpc="1"/>
          <a:lstStyle/>
          <a:p>
            <a:endParaRPr lang="zh-CN" altLang="en-US">
              <a:solidFill>
                <a:schemeClr val="tx2"/>
              </a:solidFill>
              <a:latin typeface="汉仪中黑简" pitchFamily="49" charset="-122"/>
              <a:ea typeface="汉仪中黑简" pitchFamily="49" charset="-122"/>
            </a:endParaRPr>
          </a:p>
        </p:txBody>
      </p:sp>
      <p:sp>
        <p:nvSpPr>
          <p:cNvPr id="40" name="Freeform 8"/>
          <p:cNvSpPr>
            <a:spLocks noEditPoints="1"/>
          </p:cNvSpPr>
          <p:nvPr/>
        </p:nvSpPr>
        <p:spPr bwMode="auto">
          <a:xfrm>
            <a:off x="1808212" y="1789020"/>
            <a:ext cx="1061490" cy="498490"/>
          </a:xfrm>
          <a:custGeom>
            <a:avLst/>
            <a:gdLst>
              <a:gd name="T0" fmla="*/ 764 w 2109"/>
              <a:gd name="T1" fmla="*/ 0 h 986"/>
              <a:gd name="T2" fmla="*/ 676 w 2109"/>
              <a:gd name="T3" fmla="*/ 986 h 986"/>
              <a:gd name="T4" fmla="*/ 84 w 2109"/>
              <a:gd name="T5" fmla="*/ 902 h 986"/>
              <a:gd name="T6" fmla="*/ 0 w 2109"/>
              <a:gd name="T7" fmla="*/ 986 h 986"/>
              <a:gd name="T8" fmla="*/ 84 w 2109"/>
              <a:gd name="T9" fmla="*/ 80 h 986"/>
              <a:gd name="T10" fmla="*/ 676 w 2109"/>
              <a:gd name="T11" fmla="*/ 279 h 986"/>
              <a:gd name="T12" fmla="*/ 84 w 2109"/>
              <a:gd name="T13" fmla="*/ 80 h 986"/>
              <a:gd name="T14" fmla="*/ 84 w 2109"/>
              <a:gd name="T15" fmla="*/ 831 h 986"/>
              <a:gd name="T16" fmla="*/ 676 w 2109"/>
              <a:gd name="T17" fmla="*/ 628 h 986"/>
              <a:gd name="T18" fmla="*/ 84 w 2109"/>
              <a:gd name="T19" fmla="*/ 354 h 986"/>
              <a:gd name="T20" fmla="*/ 676 w 2109"/>
              <a:gd name="T21" fmla="*/ 557 h 986"/>
              <a:gd name="T22" fmla="*/ 84 w 2109"/>
              <a:gd name="T23" fmla="*/ 354 h 986"/>
              <a:gd name="T24" fmla="*/ 2021 w 2109"/>
              <a:gd name="T25" fmla="*/ 553 h 986"/>
              <a:gd name="T26" fmla="*/ 1791 w 2109"/>
              <a:gd name="T27" fmla="*/ 694 h 986"/>
              <a:gd name="T28" fmla="*/ 2052 w 2109"/>
              <a:gd name="T29" fmla="*/ 915 h 986"/>
              <a:gd name="T30" fmla="*/ 1619 w 2109"/>
              <a:gd name="T31" fmla="*/ 818 h 986"/>
              <a:gd name="T32" fmla="*/ 1340 w 2109"/>
              <a:gd name="T33" fmla="*/ 973 h 986"/>
              <a:gd name="T34" fmla="*/ 1459 w 2109"/>
              <a:gd name="T35" fmla="*/ 889 h 986"/>
              <a:gd name="T36" fmla="*/ 1539 w 2109"/>
              <a:gd name="T37" fmla="*/ 447 h 986"/>
              <a:gd name="T38" fmla="*/ 1057 w 2109"/>
              <a:gd name="T39" fmla="*/ 376 h 986"/>
              <a:gd name="T40" fmla="*/ 1849 w 2109"/>
              <a:gd name="T41" fmla="*/ 261 h 986"/>
              <a:gd name="T42" fmla="*/ 1190 w 2109"/>
              <a:gd name="T43" fmla="*/ 190 h 986"/>
              <a:gd name="T44" fmla="*/ 1849 w 2109"/>
              <a:gd name="T45" fmla="*/ 75 h 986"/>
              <a:gd name="T46" fmla="*/ 1172 w 2109"/>
              <a:gd name="T47" fmla="*/ 5 h 986"/>
              <a:gd name="T48" fmla="*/ 1932 w 2109"/>
              <a:gd name="T49" fmla="*/ 376 h 986"/>
              <a:gd name="T50" fmla="*/ 2101 w 2109"/>
              <a:gd name="T51" fmla="*/ 447 h 986"/>
              <a:gd name="T52" fmla="*/ 1619 w 2109"/>
              <a:gd name="T53" fmla="*/ 482 h 986"/>
              <a:gd name="T54" fmla="*/ 1963 w 2109"/>
              <a:gd name="T55" fmla="*/ 482 h 986"/>
              <a:gd name="T56" fmla="*/ 1495 w 2109"/>
              <a:gd name="T57" fmla="*/ 646 h 986"/>
              <a:gd name="T58" fmla="*/ 1075 w 2109"/>
              <a:gd name="T59" fmla="*/ 889 h 986"/>
              <a:gd name="T60" fmla="*/ 1190 w 2109"/>
              <a:gd name="T61" fmla="*/ 473 h 986"/>
              <a:gd name="T62" fmla="*/ 1398 w 2109"/>
              <a:gd name="T63" fmla="*/ 610 h 986"/>
              <a:gd name="T64" fmla="*/ 1216 w 2109"/>
              <a:gd name="T65" fmla="*/ 588 h 986"/>
              <a:gd name="T66" fmla="*/ 1190 w 2109"/>
              <a:gd name="T67" fmla="*/ 473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09" h="986">
                <a:moveTo>
                  <a:pt x="0" y="0"/>
                </a:moveTo>
                <a:lnTo>
                  <a:pt x="764" y="0"/>
                </a:lnTo>
                <a:lnTo>
                  <a:pt x="764" y="986"/>
                </a:lnTo>
                <a:lnTo>
                  <a:pt x="676" y="986"/>
                </a:lnTo>
                <a:lnTo>
                  <a:pt x="676" y="902"/>
                </a:lnTo>
                <a:lnTo>
                  <a:pt x="84" y="902"/>
                </a:lnTo>
                <a:lnTo>
                  <a:pt x="84" y="986"/>
                </a:lnTo>
                <a:lnTo>
                  <a:pt x="0" y="986"/>
                </a:lnTo>
                <a:lnTo>
                  <a:pt x="0" y="0"/>
                </a:lnTo>
                <a:close/>
                <a:moveTo>
                  <a:pt x="84" y="80"/>
                </a:moveTo>
                <a:lnTo>
                  <a:pt x="84" y="279"/>
                </a:lnTo>
                <a:lnTo>
                  <a:pt x="676" y="279"/>
                </a:lnTo>
                <a:lnTo>
                  <a:pt x="676" y="80"/>
                </a:lnTo>
                <a:lnTo>
                  <a:pt x="84" y="80"/>
                </a:lnTo>
                <a:close/>
                <a:moveTo>
                  <a:pt x="84" y="628"/>
                </a:moveTo>
                <a:lnTo>
                  <a:pt x="84" y="831"/>
                </a:lnTo>
                <a:lnTo>
                  <a:pt x="676" y="831"/>
                </a:lnTo>
                <a:lnTo>
                  <a:pt x="676" y="628"/>
                </a:lnTo>
                <a:lnTo>
                  <a:pt x="84" y="628"/>
                </a:lnTo>
                <a:close/>
                <a:moveTo>
                  <a:pt x="84" y="354"/>
                </a:moveTo>
                <a:lnTo>
                  <a:pt x="84" y="557"/>
                </a:lnTo>
                <a:lnTo>
                  <a:pt x="676" y="557"/>
                </a:lnTo>
                <a:lnTo>
                  <a:pt x="676" y="354"/>
                </a:lnTo>
                <a:lnTo>
                  <a:pt x="84" y="354"/>
                </a:lnTo>
                <a:close/>
                <a:moveTo>
                  <a:pt x="1963" y="482"/>
                </a:moveTo>
                <a:lnTo>
                  <a:pt x="2021" y="553"/>
                </a:lnTo>
                <a:cubicBezTo>
                  <a:pt x="2000" y="568"/>
                  <a:pt x="1958" y="594"/>
                  <a:pt x="1893" y="632"/>
                </a:cubicBezTo>
                <a:cubicBezTo>
                  <a:pt x="1849" y="659"/>
                  <a:pt x="1815" y="679"/>
                  <a:pt x="1791" y="694"/>
                </a:cubicBezTo>
                <a:cubicBezTo>
                  <a:pt x="1859" y="753"/>
                  <a:pt x="1965" y="800"/>
                  <a:pt x="2109" y="836"/>
                </a:cubicBezTo>
                <a:cubicBezTo>
                  <a:pt x="2089" y="856"/>
                  <a:pt x="2070" y="883"/>
                  <a:pt x="2052" y="915"/>
                </a:cubicBezTo>
                <a:cubicBezTo>
                  <a:pt x="1849" y="856"/>
                  <a:pt x="1704" y="756"/>
                  <a:pt x="1619" y="615"/>
                </a:cubicBezTo>
                <a:lnTo>
                  <a:pt x="1619" y="818"/>
                </a:lnTo>
                <a:cubicBezTo>
                  <a:pt x="1624" y="924"/>
                  <a:pt x="1573" y="976"/>
                  <a:pt x="1464" y="973"/>
                </a:cubicBezTo>
                <a:cubicBezTo>
                  <a:pt x="1423" y="973"/>
                  <a:pt x="1381" y="973"/>
                  <a:pt x="1340" y="973"/>
                </a:cubicBezTo>
                <a:cubicBezTo>
                  <a:pt x="1337" y="937"/>
                  <a:pt x="1331" y="908"/>
                  <a:pt x="1322" y="884"/>
                </a:cubicBezTo>
                <a:cubicBezTo>
                  <a:pt x="1358" y="887"/>
                  <a:pt x="1403" y="889"/>
                  <a:pt x="1459" y="889"/>
                </a:cubicBezTo>
                <a:cubicBezTo>
                  <a:pt x="1515" y="892"/>
                  <a:pt x="1542" y="867"/>
                  <a:pt x="1539" y="814"/>
                </a:cubicBezTo>
                <a:lnTo>
                  <a:pt x="1539" y="447"/>
                </a:lnTo>
                <a:lnTo>
                  <a:pt x="1057" y="447"/>
                </a:lnTo>
                <a:lnTo>
                  <a:pt x="1057" y="376"/>
                </a:lnTo>
                <a:lnTo>
                  <a:pt x="1849" y="376"/>
                </a:lnTo>
                <a:lnTo>
                  <a:pt x="1849" y="261"/>
                </a:lnTo>
                <a:lnTo>
                  <a:pt x="1190" y="261"/>
                </a:lnTo>
                <a:lnTo>
                  <a:pt x="1190" y="190"/>
                </a:lnTo>
                <a:lnTo>
                  <a:pt x="1849" y="190"/>
                </a:lnTo>
                <a:lnTo>
                  <a:pt x="1849" y="75"/>
                </a:lnTo>
                <a:lnTo>
                  <a:pt x="1172" y="75"/>
                </a:lnTo>
                <a:lnTo>
                  <a:pt x="1172" y="5"/>
                </a:lnTo>
                <a:lnTo>
                  <a:pt x="1932" y="5"/>
                </a:lnTo>
                <a:lnTo>
                  <a:pt x="1932" y="376"/>
                </a:lnTo>
                <a:lnTo>
                  <a:pt x="2101" y="376"/>
                </a:lnTo>
                <a:lnTo>
                  <a:pt x="2101" y="447"/>
                </a:lnTo>
                <a:lnTo>
                  <a:pt x="1619" y="447"/>
                </a:lnTo>
                <a:lnTo>
                  <a:pt x="1619" y="482"/>
                </a:lnTo>
                <a:cubicBezTo>
                  <a:pt x="1654" y="544"/>
                  <a:pt x="1692" y="597"/>
                  <a:pt x="1733" y="641"/>
                </a:cubicBezTo>
                <a:cubicBezTo>
                  <a:pt x="1822" y="582"/>
                  <a:pt x="1899" y="529"/>
                  <a:pt x="1963" y="482"/>
                </a:cubicBezTo>
                <a:close/>
                <a:moveTo>
                  <a:pt x="1044" y="814"/>
                </a:moveTo>
                <a:cubicBezTo>
                  <a:pt x="1168" y="772"/>
                  <a:pt x="1318" y="716"/>
                  <a:pt x="1495" y="646"/>
                </a:cubicBezTo>
                <a:cubicBezTo>
                  <a:pt x="1501" y="672"/>
                  <a:pt x="1507" y="699"/>
                  <a:pt x="1513" y="725"/>
                </a:cubicBezTo>
                <a:cubicBezTo>
                  <a:pt x="1351" y="784"/>
                  <a:pt x="1205" y="839"/>
                  <a:pt x="1075" y="889"/>
                </a:cubicBezTo>
                <a:lnTo>
                  <a:pt x="1044" y="814"/>
                </a:lnTo>
                <a:close/>
                <a:moveTo>
                  <a:pt x="1190" y="473"/>
                </a:moveTo>
                <a:cubicBezTo>
                  <a:pt x="1202" y="482"/>
                  <a:pt x="1218" y="492"/>
                  <a:pt x="1238" y="504"/>
                </a:cubicBezTo>
                <a:cubicBezTo>
                  <a:pt x="1303" y="545"/>
                  <a:pt x="1356" y="581"/>
                  <a:pt x="1398" y="610"/>
                </a:cubicBezTo>
                <a:lnTo>
                  <a:pt x="1349" y="681"/>
                </a:lnTo>
                <a:cubicBezTo>
                  <a:pt x="1317" y="658"/>
                  <a:pt x="1272" y="627"/>
                  <a:pt x="1216" y="588"/>
                </a:cubicBezTo>
                <a:cubicBezTo>
                  <a:pt x="1184" y="565"/>
                  <a:pt x="1159" y="547"/>
                  <a:pt x="1141" y="535"/>
                </a:cubicBezTo>
                <a:lnTo>
                  <a:pt x="1190" y="473"/>
                </a:lnTo>
                <a:close/>
              </a:path>
            </a:pathLst>
          </a:custGeom>
          <a:solidFill>
            <a:schemeClr val="tx2">
              <a:lumMod val="50000"/>
            </a:schemeClr>
          </a:solidFill>
          <a:ln>
            <a:noFill/>
          </a:ln>
        </p:spPr>
        <p:txBody>
          <a:bodyPr vert="horz" wrap="square" lIns="91440" tIns="45720" rIns="91440" bIns="45720" numCol="1" anchor="t" anchorCtr="0" compatLnSpc="1"/>
          <a:lstStyle/>
          <a:p>
            <a:endParaRPr lang="zh-CN" altLang="en-US">
              <a:solidFill>
                <a:schemeClr val="tx2"/>
              </a:solidFill>
              <a:latin typeface="汉仪中黑简" pitchFamily="49" charset="-122"/>
              <a:ea typeface="汉仪中黑简" pitchFamily="49" charset="-122"/>
            </a:endParaRPr>
          </a:p>
        </p:txBody>
      </p:sp>
      <p:sp>
        <p:nvSpPr>
          <p:cNvPr id="41" name="Freeform 9"/>
          <p:cNvSpPr>
            <a:spLocks noEditPoints="1"/>
          </p:cNvSpPr>
          <p:nvPr/>
        </p:nvSpPr>
        <p:spPr bwMode="auto">
          <a:xfrm>
            <a:off x="3090785" y="1554243"/>
            <a:ext cx="115229" cy="5040000"/>
          </a:xfrm>
          <a:custGeom>
            <a:avLst/>
            <a:gdLst>
              <a:gd name="T0" fmla="*/ 0 w 153"/>
              <a:gd name="T1" fmla="*/ 0 h 6522"/>
              <a:gd name="T2" fmla="*/ 61 w 153"/>
              <a:gd name="T3" fmla="*/ 0 h 6522"/>
              <a:gd name="T4" fmla="*/ 61 w 153"/>
              <a:gd name="T5" fmla="*/ 6522 h 6522"/>
              <a:gd name="T6" fmla="*/ 0 w 153"/>
              <a:gd name="T7" fmla="*/ 6522 h 6522"/>
              <a:gd name="T8" fmla="*/ 0 w 153"/>
              <a:gd name="T9" fmla="*/ 0 h 6522"/>
              <a:gd name="T10" fmla="*/ 131 w 153"/>
              <a:gd name="T11" fmla="*/ 0 h 6522"/>
              <a:gd name="T12" fmla="*/ 153 w 153"/>
              <a:gd name="T13" fmla="*/ 0 h 6522"/>
              <a:gd name="T14" fmla="*/ 153 w 153"/>
              <a:gd name="T15" fmla="*/ 6522 h 6522"/>
              <a:gd name="T16" fmla="*/ 131 w 153"/>
              <a:gd name="T17" fmla="*/ 6522 h 6522"/>
              <a:gd name="T18" fmla="*/ 131 w 153"/>
              <a:gd name="T19" fmla="*/ 0 h 6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3" h="6522">
                <a:moveTo>
                  <a:pt x="0" y="0"/>
                </a:moveTo>
                <a:lnTo>
                  <a:pt x="61" y="0"/>
                </a:lnTo>
                <a:lnTo>
                  <a:pt x="61" y="6522"/>
                </a:lnTo>
                <a:lnTo>
                  <a:pt x="0" y="6522"/>
                </a:lnTo>
                <a:lnTo>
                  <a:pt x="0" y="0"/>
                </a:lnTo>
                <a:close/>
                <a:moveTo>
                  <a:pt x="131" y="0"/>
                </a:moveTo>
                <a:lnTo>
                  <a:pt x="153" y="0"/>
                </a:lnTo>
                <a:lnTo>
                  <a:pt x="153" y="6522"/>
                </a:lnTo>
                <a:lnTo>
                  <a:pt x="131" y="6522"/>
                </a:lnTo>
                <a:lnTo>
                  <a:pt x="131" y="0"/>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42" name="Freeform 10"/>
          <p:cNvSpPr/>
          <p:nvPr/>
        </p:nvSpPr>
        <p:spPr bwMode="auto">
          <a:xfrm>
            <a:off x="3369945" y="1115695"/>
            <a:ext cx="7890510" cy="768350"/>
          </a:xfrm>
          <a:custGeom>
            <a:avLst/>
            <a:gdLst>
              <a:gd name="T0" fmla="*/ 93 w 6425"/>
              <a:gd name="T1" fmla="*/ 0 h 911"/>
              <a:gd name="T2" fmla="*/ 6331 w 6425"/>
              <a:gd name="T3" fmla="*/ 0 h 911"/>
              <a:gd name="T4" fmla="*/ 6425 w 6425"/>
              <a:gd name="T5" fmla="*/ 93 h 911"/>
              <a:gd name="T6" fmla="*/ 6425 w 6425"/>
              <a:gd name="T7" fmla="*/ 818 h 911"/>
              <a:gd name="T8" fmla="*/ 6331 w 6425"/>
              <a:gd name="T9" fmla="*/ 911 h 911"/>
              <a:gd name="T10" fmla="*/ 93 w 6425"/>
              <a:gd name="T11" fmla="*/ 911 h 911"/>
              <a:gd name="T12" fmla="*/ 0 w 6425"/>
              <a:gd name="T13" fmla="*/ 818 h 911"/>
              <a:gd name="T14" fmla="*/ 0 w 6425"/>
              <a:gd name="T15" fmla="*/ 93 h 911"/>
              <a:gd name="T16" fmla="*/ 93 w 6425"/>
              <a:gd name="T17"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chemeClr val="accent1"/>
          </a:solidFill>
          <a:ln>
            <a:solidFill>
              <a:schemeClr val="accent1">
                <a:lumMod val="75000"/>
              </a:schemeClr>
            </a:solidFill>
          </a:ln>
        </p:spPr>
        <p:txBody>
          <a:bodyPr vert="horz" wrap="square" lIns="91440" tIns="45720" rIns="91440" bIns="45720" numCol="1" anchor="t" anchorCtr="0" compatLnSpc="1"/>
          <a:lstStyle/>
          <a:p>
            <a:endParaRPr lang="zh-CN" altLang="en-US">
              <a:solidFill>
                <a:schemeClr val="bg2"/>
              </a:solidFill>
            </a:endParaRPr>
          </a:p>
        </p:txBody>
      </p:sp>
      <p:grpSp>
        <p:nvGrpSpPr>
          <p:cNvPr id="43" name="组合 42"/>
          <p:cNvGrpSpPr/>
          <p:nvPr/>
        </p:nvGrpSpPr>
        <p:grpSpPr>
          <a:xfrm>
            <a:off x="3495743" y="1212080"/>
            <a:ext cx="604929" cy="613186"/>
            <a:chOff x="5667375" y="819046"/>
            <a:chExt cx="588963" cy="597002"/>
          </a:xfrm>
          <a:solidFill>
            <a:schemeClr val="bg1"/>
          </a:solidFill>
        </p:grpSpPr>
        <p:sp>
          <p:nvSpPr>
            <p:cNvPr id="44" name="Oval 16"/>
            <p:cNvSpPr>
              <a:spLocks noChangeArrowheads="1"/>
            </p:cNvSpPr>
            <p:nvPr/>
          </p:nvSpPr>
          <p:spPr bwMode="auto">
            <a:xfrm>
              <a:off x="5667375" y="819046"/>
              <a:ext cx="588963" cy="5905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schemeClr val="accent1"/>
                </a:solidFill>
              </a:endParaRPr>
            </a:p>
          </p:txBody>
        </p:sp>
        <p:sp>
          <p:nvSpPr>
            <p:cNvPr id="45" name="TextBox 44"/>
            <p:cNvSpPr txBox="1"/>
            <p:nvPr/>
          </p:nvSpPr>
          <p:spPr>
            <a:xfrm>
              <a:off x="5726856" y="846707"/>
              <a:ext cx="426381" cy="569341"/>
            </a:xfrm>
            <a:prstGeom prst="rect">
              <a:avLst/>
            </a:prstGeom>
            <a:noFill/>
          </p:spPr>
          <p:txBody>
            <a:bodyPr wrap="none" rtlCol="0">
              <a:spAutoFit/>
            </a:bodyPr>
            <a:lstStyle/>
            <a:p>
              <a:r>
                <a:rPr lang="en-US" altLang="zh-CN" sz="3200" b="1" dirty="0" smtClean="0">
                  <a:solidFill>
                    <a:schemeClr val="accent1"/>
                  </a:solidFill>
                  <a:latin typeface="+mn-ea"/>
                  <a:ea typeface="+mn-ea"/>
                </a:rPr>
                <a:t>1</a:t>
              </a:r>
              <a:endParaRPr lang="zh-CN" altLang="en-US" sz="3200" b="1" dirty="0">
                <a:solidFill>
                  <a:schemeClr val="accent1"/>
                </a:solidFill>
                <a:latin typeface="+mn-ea"/>
                <a:ea typeface="+mn-ea"/>
              </a:endParaRPr>
            </a:p>
          </p:txBody>
        </p:sp>
      </p:grpSp>
      <p:sp>
        <p:nvSpPr>
          <p:cNvPr id="46" name="Freeform 10"/>
          <p:cNvSpPr/>
          <p:nvPr/>
        </p:nvSpPr>
        <p:spPr bwMode="auto">
          <a:xfrm>
            <a:off x="3369945" y="2343150"/>
            <a:ext cx="7890510" cy="768350"/>
          </a:xfrm>
          <a:custGeom>
            <a:avLst/>
            <a:gdLst>
              <a:gd name="T0" fmla="*/ 93 w 6425"/>
              <a:gd name="T1" fmla="*/ 0 h 911"/>
              <a:gd name="T2" fmla="*/ 6331 w 6425"/>
              <a:gd name="T3" fmla="*/ 0 h 911"/>
              <a:gd name="T4" fmla="*/ 6425 w 6425"/>
              <a:gd name="T5" fmla="*/ 93 h 911"/>
              <a:gd name="T6" fmla="*/ 6425 w 6425"/>
              <a:gd name="T7" fmla="*/ 818 h 911"/>
              <a:gd name="T8" fmla="*/ 6331 w 6425"/>
              <a:gd name="T9" fmla="*/ 911 h 911"/>
              <a:gd name="T10" fmla="*/ 93 w 6425"/>
              <a:gd name="T11" fmla="*/ 911 h 911"/>
              <a:gd name="T12" fmla="*/ 0 w 6425"/>
              <a:gd name="T13" fmla="*/ 818 h 911"/>
              <a:gd name="T14" fmla="*/ 0 w 6425"/>
              <a:gd name="T15" fmla="*/ 93 h 911"/>
              <a:gd name="T16" fmla="*/ 93 w 6425"/>
              <a:gd name="T17"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chemeClr val="accent1"/>
          </a:solidFill>
          <a:ln>
            <a:solidFill>
              <a:schemeClr val="accent1">
                <a:lumMod val="75000"/>
              </a:schemeClr>
            </a:solidFill>
          </a:ln>
        </p:spPr>
        <p:txBody>
          <a:bodyPr vert="horz" wrap="square" lIns="91440" tIns="45720" rIns="91440" bIns="45720" numCol="1" anchor="t" anchorCtr="0" compatLnSpc="1"/>
          <a:lstStyle/>
          <a:p>
            <a:endParaRPr lang="zh-CN" altLang="en-US">
              <a:solidFill>
                <a:schemeClr val="bg2"/>
              </a:solidFill>
            </a:endParaRPr>
          </a:p>
        </p:txBody>
      </p:sp>
      <p:grpSp>
        <p:nvGrpSpPr>
          <p:cNvPr id="47" name="组合 46"/>
          <p:cNvGrpSpPr/>
          <p:nvPr/>
        </p:nvGrpSpPr>
        <p:grpSpPr>
          <a:xfrm>
            <a:off x="3495743" y="2439445"/>
            <a:ext cx="604929" cy="606559"/>
            <a:chOff x="5667375" y="819046"/>
            <a:chExt cx="588963" cy="590550"/>
          </a:xfrm>
          <a:solidFill>
            <a:schemeClr val="bg1"/>
          </a:solidFill>
        </p:grpSpPr>
        <p:sp>
          <p:nvSpPr>
            <p:cNvPr id="48" name="Oval 16"/>
            <p:cNvSpPr>
              <a:spLocks noChangeArrowheads="1"/>
            </p:cNvSpPr>
            <p:nvPr/>
          </p:nvSpPr>
          <p:spPr bwMode="auto">
            <a:xfrm>
              <a:off x="5667375" y="819046"/>
              <a:ext cx="588963" cy="5905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schemeClr val="accent1"/>
                </a:solidFill>
              </a:endParaRPr>
            </a:p>
          </p:txBody>
        </p:sp>
        <p:sp>
          <p:nvSpPr>
            <p:cNvPr id="49" name="TextBox 48"/>
            <p:cNvSpPr txBox="1"/>
            <p:nvPr/>
          </p:nvSpPr>
          <p:spPr>
            <a:xfrm>
              <a:off x="5726856" y="829649"/>
              <a:ext cx="426381" cy="569341"/>
            </a:xfrm>
            <a:prstGeom prst="rect">
              <a:avLst/>
            </a:prstGeom>
            <a:noFill/>
          </p:spPr>
          <p:txBody>
            <a:bodyPr wrap="none" rtlCol="0">
              <a:spAutoFit/>
            </a:bodyPr>
            <a:lstStyle/>
            <a:p>
              <a:r>
                <a:rPr lang="en-US" altLang="zh-CN" sz="3200" b="1" dirty="0" smtClean="0">
                  <a:solidFill>
                    <a:schemeClr val="accent1"/>
                  </a:solidFill>
                  <a:latin typeface="+mn-ea"/>
                  <a:ea typeface="+mn-ea"/>
                </a:rPr>
                <a:t>2</a:t>
              </a:r>
              <a:endParaRPr lang="zh-CN" altLang="en-US" sz="3200" b="1" dirty="0">
                <a:solidFill>
                  <a:schemeClr val="accent1"/>
                </a:solidFill>
                <a:latin typeface="+mn-ea"/>
                <a:ea typeface="+mn-ea"/>
              </a:endParaRPr>
            </a:p>
          </p:txBody>
        </p:sp>
      </p:grpSp>
      <p:sp>
        <p:nvSpPr>
          <p:cNvPr id="50" name="Freeform 10"/>
          <p:cNvSpPr/>
          <p:nvPr/>
        </p:nvSpPr>
        <p:spPr bwMode="auto">
          <a:xfrm>
            <a:off x="3369945" y="3512185"/>
            <a:ext cx="7890510" cy="768350"/>
          </a:xfrm>
          <a:custGeom>
            <a:avLst/>
            <a:gdLst>
              <a:gd name="T0" fmla="*/ 93 w 6425"/>
              <a:gd name="T1" fmla="*/ 0 h 911"/>
              <a:gd name="T2" fmla="*/ 6331 w 6425"/>
              <a:gd name="T3" fmla="*/ 0 h 911"/>
              <a:gd name="T4" fmla="*/ 6425 w 6425"/>
              <a:gd name="T5" fmla="*/ 93 h 911"/>
              <a:gd name="T6" fmla="*/ 6425 w 6425"/>
              <a:gd name="T7" fmla="*/ 818 h 911"/>
              <a:gd name="T8" fmla="*/ 6331 w 6425"/>
              <a:gd name="T9" fmla="*/ 911 h 911"/>
              <a:gd name="T10" fmla="*/ 93 w 6425"/>
              <a:gd name="T11" fmla="*/ 911 h 911"/>
              <a:gd name="T12" fmla="*/ 0 w 6425"/>
              <a:gd name="T13" fmla="*/ 818 h 911"/>
              <a:gd name="T14" fmla="*/ 0 w 6425"/>
              <a:gd name="T15" fmla="*/ 93 h 911"/>
              <a:gd name="T16" fmla="*/ 93 w 6425"/>
              <a:gd name="T17"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chemeClr val="accent1"/>
          </a:solidFill>
          <a:ln>
            <a:solidFill>
              <a:schemeClr val="accent1">
                <a:lumMod val="75000"/>
              </a:schemeClr>
            </a:solidFill>
          </a:ln>
        </p:spPr>
        <p:txBody>
          <a:bodyPr vert="horz" wrap="square" lIns="91440" tIns="45720" rIns="91440" bIns="45720" numCol="1" anchor="t" anchorCtr="0" compatLnSpc="1"/>
          <a:lstStyle/>
          <a:p>
            <a:endParaRPr lang="zh-CN" altLang="en-US">
              <a:solidFill>
                <a:schemeClr val="bg2"/>
              </a:solidFill>
            </a:endParaRPr>
          </a:p>
        </p:txBody>
      </p:sp>
      <p:grpSp>
        <p:nvGrpSpPr>
          <p:cNvPr id="51" name="组合 50"/>
          <p:cNvGrpSpPr/>
          <p:nvPr/>
        </p:nvGrpSpPr>
        <p:grpSpPr>
          <a:xfrm>
            <a:off x="3495743" y="3608507"/>
            <a:ext cx="604929" cy="606559"/>
            <a:chOff x="5667375" y="819046"/>
            <a:chExt cx="588963" cy="590550"/>
          </a:xfrm>
          <a:solidFill>
            <a:schemeClr val="bg1"/>
          </a:solidFill>
        </p:grpSpPr>
        <p:sp>
          <p:nvSpPr>
            <p:cNvPr id="52" name="Oval 16"/>
            <p:cNvSpPr>
              <a:spLocks noChangeArrowheads="1"/>
            </p:cNvSpPr>
            <p:nvPr/>
          </p:nvSpPr>
          <p:spPr bwMode="auto">
            <a:xfrm>
              <a:off x="5667375" y="819046"/>
              <a:ext cx="588963" cy="5905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schemeClr val="accent1"/>
                </a:solidFill>
              </a:endParaRPr>
            </a:p>
          </p:txBody>
        </p:sp>
        <p:sp>
          <p:nvSpPr>
            <p:cNvPr id="53" name="TextBox 52"/>
            <p:cNvSpPr txBox="1"/>
            <p:nvPr/>
          </p:nvSpPr>
          <p:spPr>
            <a:xfrm>
              <a:off x="5726856" y="829649"/>
              <a:ext cx="426381" cy="569341"/>
            </a:xfrm>
            <a:prstGeom prst="rect">
              <a:avLst/>
            </a:prstGeom>
            <a:noFill/>
          </p:spPr>
          <p:txBody>
            <a:bodyPr wrap="none" rtlCol="0">
              <a:spAutoFit/>
            </a:bodyPr>
            <a:lstStyle/>
            <a:p>
              <a:r>
                <a:rPr lang="en-US" altLang="zh-CN" sz="3200" b="1" dirty="0" smtClean="0">
                  <a:solidFill>
                    <a:schemeClr val="accent1"/>
                  </a:solidFill>
                  <a:latin typeface="+mn-ea"/>
                  <a:ea typeface="+mn-ea"/>
                </a:rPr>
                <a:t>3</a:t>
              </a:r>
              <a:endParaRPr lang="zh-CN" altLang="en-US" sz="3200" b="1" dirty="0">
                <a:solidFill>
                  <a:schemeClr val="accent1"/>
                </a:solidFill>
                <a:latin typeface="+mn-ea"/>
                <a:ea typeface="+mn-ea"/>
              </a:endParaRPr>
            </a:p>
          </p:txBody>
        </p:sp>
      </p:grpSp>
      <p:sp>
        <p:nvSpPr>
          <p:cNvPr id="54" name="Freeform 10"/>
          <p:cNvSpPr/>
          <p:nvPr/>
        </p:nvSpPr>
        <p:spPr bwMode="auto">
          <a:xfrm>
            <a:off x="3369945" y="4639945"/>
            <a:ext cx="7890510" cy="767715"/>
          </a:xfrm>
          <a:custGeom>
            <a:avLst/>
            <a:gdLst>
              <a:gd name="T0" fmla="*/ 93 w 6425"/>
              <a:gd name="T1" fmla="*/ 0 h 911"/>
              <a:gd name="T2" fmla="*/ 6331 w 6425"/>
              <a:gd name="T3" fmla="*/ 0 h 911"/>
              <a:gd name="T4" fmla="*/ 6425 w 6425"/>
              <a:gd name="T5" fmla="*/ 93 h 911"/>
              <a:gd name="T6" fmla="*/ 6425 w 6425"/>
              <a:gd name="T7" fmla="*/ 818 h 911"/>
              <a:gd name="T8" fmla="*/ 6331 w 6425"/>
              <a:gd name="T9" fmla="*/ 911 h 911"/>
              <a:gd name="T10" fmla="*/ 93 w 6425"/>
              <a:gd name="T11" fmla="*/ 911 h 911"/>
              <a:gd name="T12" fmla="*/ 0 w 6425"/>
              <a:gd name="T13" fmla="*/ 818 h 911"/>
              <a:gd name="T14" fmla="*/ 0 w 6425"/>
              <a:gd name="T15" fmla="*/ 93 h 911"/>
              <a:gd name="T16" fmla="*/ 93 w 6425"/>
              <a:gd name="T17"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chemeClr val="accent1"/>
          </a:solidFill>
          <a:ln>
            <a:solidFill>
              <a:schemeClr val="accent1">
                <a:lumMod val="75000"/>
              </a:schemeClr>
            </a:solidFill>
          </a:ln>
        </p:spPr>
        <p:txBody>
          <a:bodyPr vert="horz" wrap="square" lIns="91440" tIns="45720" rIns="91440" bIns="45720" numCol="1" anchor="t" anchorCtr="0" compatLnSpc="1"/>
          <a:lstStyle/>
          <a:p>
            <a:endParaRPr lang="zh-CN" altLang="en-US">
              <a:solidFill>
                <a:schemeClr val="bg2"/>
              </a:solidFill>
            </a:endParaRPr>
          </a:p>
        </p:txBody>
      </p:sp>
      <p:grpSp>
        <p:nvGrpSpPr>
          <p:cNvPr id="55" name="组合 54"/>
          <p:cNvGrpSpPr/>
          <p:nvPr/>
        </p:nvGrpSpPr>
        <p:grpSpPr>
          <a:xfrm>
            <a:off x="3495743" y="4735976"/>
            <a:ext cx="604929" cy="606559"/>
            <a:chOff x="5667375" y="819046"/>
            <a:chExt cx="588963" cy="590550"/>
          </a:xfrm>
          <a:solidFill>
            <a:schemeClr val="bg1"/>
          </a:solidFill>
        </p:grpSpPr>
        <p:sp>
          <p:nvSpPr>
            <p:cNvPr id="56" name="Oval 16"/>
            <p:cNvSpPr>
              <a:spLocks noChangeArrowheads="1"/>
            </p:cNvSpPr>
            <p:nvPr/>
          </p:nvSpPr>
          <p:spPr bwMode="auto">
            <a:xfrm>
              <a:off x="5667375" y="819046"/>
              <a:ext cx="588963" cy="5905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schemeClr val="accent1"/>
                </a:solidFill>
              </a:endParaRPr>
            </a:p>
          </p:txBody>
        </p:sp>
        <p:sp>
          <p:nvSpPr>
            <p:cNvPr id="57" name="TextBox 56"/>
            <p:cNvSpPr txBox="1"/>
            <p:nvPr/>
          </p:nvSpPr>
          <p:spPr>
            <a:xfrm>
              <a:off x="5726856" y="829649"/>
              <a:ext cx="426381" cy="569341"/>
            </a:xfrm>
            <a:prstGeom prst="rect">
              <a:avLst/>
            </a:prstGeom>
            <a:noFill/>
          </p:spPr>
          <p:txBody>
            <a:bodyPr wrap="none" rtlCol="0">
              <a:spAutoFit/>
            </a:bodyPr>
            <a:lstStyle/>
            <a:p>
              <a:r>
                <a:rPr lang="en-US" altLang="zh-CN" sz="3200" b="1" dirty="0" smtClean="0">
                  <a:solidFill>
                    <a:schemeClr val="accent1"/>
                  </a:solidFill>
                  <a:latin typeface="+mn-ea"/>
                  <a:ea typeface="+mn-ea"/>
                </a:rPr>
                <a:t>4</a:t>
              </a:r>
              <a:endParaRPr lang="zh-CN" altLang="en-US" sz="3200" b="1" dirty="0">
                <a:solidFill>
                  <a:schemeClr val="accent1"/>
                </a:solidFill>
                <a:latin typeface="+mn-ea"/>
                <a:ea typeface="+mn-ea"/>
              </a:endParaRPr>
            </a:p>
          </p:txBody>
        </p:sp>
      </p:grpSp>
      <p:sp>
        <p:nvSpPr>
          <p:cNvPr id="62" name="TextBox 61"/>
          <p:cNvSpPr txBox="1"/>
          <p:nvPr/>
        </p:nvSpPr>
        <p:spPr>
          <a:xfrm>
            <a:off x="4153535" y="1269365"/>
            <a:ext cx="6892290" cy="1076325"/>
          </a:xfrm>
          <a:prstGeom prst="rect">
            <a:avLst/>
          </a:prstGeom>
          <a:noFill/>
        </p:spPr>
        <p:txBody>
          <a:bodyPr wrap="square" rtlCol="0">
            <a:spAutoFit/>
          </a:bodyPr>
          <a:lstStyle/>
          <a:p>
            <a:r>
              <a:rPr kumimoji="1" lang="zh-CN" altLang="en-US" sz="3200" b="1" dirty="0">
                <a:solidFill>
                  <a:schemeClr val="bg1"/>
                </a:solidFill>
                <a:sym typeface="+mn-ea"/>
              </a:rPr>
              <a:t>从素数问题看面向对象</a:t>
            </a:r>
            <a:endParaRPr kumimoji="1" lang="en-US" altLang="zh-CN" sz="3200" b="1" dirty="0">
              <a:solidFill>
                <a:schemeClr val="bg1"/>
              </a:solidFill>
            </a:endParaRPr>
          </a:p>
          <a:p>
            <a:endParaRPr lang="zh-CN" altLang="en-US" sz="3200" b="1" dirty="0">
              <a:solidFill>
                <a:schemeClr val="tx2"/>
              </a:solidFill>
              <a:latin typeface="微软雅黑" panose="020B0503020204020204" pitchFamily="34" charset="-122"/>
              <a:ea typeface="微软雅黑" panose="020B0503020204020204" pitchFamily="34" charset="-122"/>
            </a:endParaRPr>
          </a:p>
        </p:txBody>
      </p:sp>
      <p:sp>
        <p:nvSpPr>
          <p:cNvPr id="63" name="TextBox 62"/>
          <p:cNvSpPr txBox="1"/>
          <p:nvPr/>
        </p:nvSpPr>
        <p:spPr>
          <a:xfrm>
            <a:off x="4153535" y="2494280"/>
            <a:ext cx="6892290" cy="583565"/>
          </a:xfrm>
          <a:prstGeom prst="rect">
            <a:avLst/>
          </a:prstGeom>
          <a:noFill/>
        </p:spPr>
        <p:txBody>
          <a:bodyPr wrap="square" rtlCol="0">
            <a:spAutoFit/>
          </a:bodyPr>
          <a:lstStyle>
            <a:defPPr>
              <a:defRPr lang="zh-CN"/>
            </a:defPPr>
            <a:lvl1pPr>
              <a:defRPr sz="2800" b="1">
                <a:solidFill>
                  <a:schemeClr val="bg2"/>
                </a:solidFill>
                <a:latin typeface="微软雅黑" panose="020B0503020204020204" pitchFamily="34" charset="-122"/>
                <a:ea typeface="微软雅黑" panose="020B0503020204020204" pitchFamily="34" charset="-122"/>
              </a:defRPr>
            </a:lvl1pPr>
          </a:lstStyle>
          <a:p>
            <a:r>
              <a:rPr lang="zh-CN" altLang="en-US" sz="3200" dirty="0">
                <a:solidFill>
                  <a:schemeClr val="bg1"/>
                </a:solidFill>
              </a:rPr>
              <a:t>面向对象技术</a:t>
            </a:r>
            <a:r>
              <a:rPr lang="zh-CN" altLang="en-US" sz="3200" dirty="0">
                <a:solidFill>
                  <a:schemeClr val="bg1"/>
                </a:solidFill>
              </a:rPr>
              <a:t>基础</a:t>
            </a:r>
            <a:endParaRPr lang="zh-CN" altLang="en-US" sz="3200" dirty="0">
              <a:solidFill>
                <a:schemeClr val="bg1"/>
              </a:solidFill>
            </a:endParaRPr>
          </a:p>
        </p:txBody>
      </p:sp>
      <p:sp>
        <p:nvSpPr>
          <p:cNvPr id="64" name="TextBox 63"/>
          <p:cNvSpPr txBox="1"/>
          <p:nvPr/>
        </p:nvSpPr>
        <p:spPr>
          <a:xfrm>
            <a:off x="4153535" y="3625850"/>
            <a:ext cx="6892290" cy="583565"/>
          </a:xfrm>
          <a:prstGeom prst="rect">
            <a:avLst/>
          </a:prstGeom>
          <a:noFill/>
        </p:spPr>
        <p:txBody>
          <a:bodyPr wrap="square" rtlCol="0">
            <a:spAutoFit/>
          </a:bodyPr>
          <a:lstStyle>
            <a:defPPr>
              <a:defRPr lang="zh-CN"/>
            </a:defPPr>
            <a:lvl1pPr>
              <a:defRPr sz="2800" b="1">
                <a:solidFill>
                  <a:schemeClr val="bg2"/>
                </a:solidFill>
                <a:latin typeface="微软雅黑" panose="020B0503020204020204" pitchFamily="34" charset="-122"/>
                <a:ea typeface="微软雅黑" panose="020B0503020204020204" pitchFamily="34" charset="-122"/>
              </a:defRPr>
            </a:lvl1pPr>
          </a:lstStyle>
          <a:p>
            <a:r>
              <a:rPr lang="zh-CN" altLang="en-US" sz="3200" dirty="0">
                <a:solidFill>
                  <a:schemeClr val="bg1"/>
                </a:solidFill>
              </a:rPr>
              <a:t>对象和</a:t>
            </a:r>
            <a:r>
              <a:rPr lang="zh-CN" altLang="en-US" sz="3200" dirty="0">
                <a:solidFill>
                  <a:schemeClr val="bg1"/>
                </a:solidFill>
              </a:rPr>
              <a:t>类</a:t>
            </a:r>
            <a:endParaRPr lang="zh-CN" altLang="en-US" sz="3200" dirty="0">
              <a:solidFill>
                <a:schemeClr val="bg1"/>
              </a:solidFill>
            </a:endParaRPr>
          </a:p>
        </p:txBody>
      </p:sp>
      <p:sp>
        <p:nvSpPr>
          <p:cNvPr id="65" name="TextBox 64"/>
          <p:cNvSpPr txBox="1"/>
          <p:nvPr/>
        </p:nvSpPr>
        <p:spPr>
          <a:xfrm>
            <a:off x="4153535" y="4770755"/>
            <a:ext cx="6892290" cy="583565"/>
          </a:xfrm>
          <a:prstGeom prst="rect">
            <a:avLst/>
          </a:prstGeom>
          <a:noFill/>
        </p:spPr>
        <p:txBody>
          <a:bodyPr wrap="square" rtlCol="0">
            <a:spAutoFit/>
          </a:bodyPr>
          <a:lstStyle>
            <a:defPPr>
              <a:defRPr lang="zh-CN"/>
            </a:defPPr>
            <a:lvl1pPr>
              <a:defRPr sz="2800" b="1">
                <a:solidFill>
                  <a:schemeClr val="bg2"/>
                </a:solidFill>
                <a:latin typeface="微软雅黑" panose="020B0503020204020204" pitchFamily="34" charset="-122"/>
                <a:ea typeface="微软雅黑" panose="020B0503020204020204" pitchFamily="34" charset="-122"/>
              </a:defRPr>
            </a:lvl1pPr>
          </a:lstStyle>
          <a:p>
            <a:r>
              <a:rPr lang="zh-CN" altLang="en-US" sz="3200" dirty="0">
                <a:solidFill>
                  <a:schemeClr val="bg1">
                    <a:lumMod val="95000"/>
                  </a:schemeClr>
                </a:solidFill>
                <a:latin typeface="Arial Bold" panose="020B0604020202090204" charset="0"/>
                <a:cs typeface="Arial Bold" panose="020B0604020202090204" charset="0"/>
              </a:rPr>
              <a:t>面向对象技术的相关</a:t>
            </a:r>
            <a:r>
              <a:rPr lang="zh-CN" altLang="en-US" sz="3200" dirty="0">
                <a:solidFill>
                  <a:schemeClr val="bg1">
                    <a:lumMod val="95000"/>
                  </a:schemeClr>
                </a:solidFill>
                <a:latin typeface="Arial Bold" panose="020B0604020202090204" charset="0"/>
                <a:cs typeface="Arial Bold" panose="020B0604020202090204" charset="0"/>
              </a:rPr>
              <a:t>原则</a:t>
            </a:r>
            <a:endParaRPr lang="zh-CN" altLang="en-US" sz="3200" dirty="0">
              <a:solidFill>
                <a:schemeClr val="bg1">
                  <a:lumMod val="95000"/>
                </a:schemeClr>
              </a:solidFill>
              <a:latin typeface="Arial Bold" panose="020B0604020202090204" charset="0"/>
              <a:cs typeface="Arial Bold" panose="020B0604020202090204" charset="0"/>
            </a:endParaRPr>
          </a:p>
        </p:txBody>
      </p:sp>
      <p:pic>
        <p:nvPicPr>
          <p:cNvPr id="4" name="图片 3"/>
          <p:cNvPicPr>
            <a:picLocks noChangeAspect="1"/>
          </p:cNvPicPr>
          <p:nvPr/>
        </p:nvPicPr>
        <p:blipFill rotWithShape="1">
          <a:blip r:embed="rId1" cstate="print">
            <a:extLst>
              <a:ext uri="{28A0092B-C50C-407E-A947-70E740481C1C}">
                <a14:useLocalDpi xmlns:a14="http://schemas.microsoft.com/office/drawing/2010/main" val="0"/>
              </a:ext>
            </a:extLst>
          </a:blip>
          <a:srcRect b="11569"/>
          <a:stretch>
            <a:fillRect/>
          </a:stretch>
        </p:blipFill>
        <p:spPr>
          <a:xfrm>
            <a:off x="663833" y="4235968"/>
            <a:ext cx="2288758" cy="2247634"/>
          </a:xfrm>
          <a:prstGeom prst="rect">
            <a:avLst/>
          </a:prstGeom>
        </p:spPr>
      </p:pic>
      <p:sp>
        <p:nvSpPr>
          <p:cNvPr id="2" name="Freeform 10"/>
          <p:cNvSpPr/>
          <p:nvPr/>
        </p:nvSpPr>
        <p:spPr bwMode="auto">
          <a:xfrm>
            <a:off x="3425190" y="5771515"/>
            <a:ext cx="7890510" cy="767715"/>
          </a:xfrm>
          <a:custGeom>
            <a:avLst/>
            <a:gdLst>
              <a:gd name="T0" fmla="*/ 93 w 6425"/>
              <a:gd name="T1" fmla="*/ 0 h 911"/>
              <a:gd name="T2" fmla="*/ 6331 w 6425"/>
              <a:gd name="T3" fmla="*/ 0 h 911"/>
              <a:gd name="T4" fmla="*/ 6425 w 6425"/>
              <a:gd name="T5" fmla="*/ 93 h 911"/>
              <a:gd name="T6" fmla="*/ 6425 w 6425"/>
              <a:gd name="T7" fmla="*/ 818 h 911"/>
              <a:gd name="T8" fmla="*/ 6331 w 6425"/>
              <a:gd name="T9" fmla="*/ 911 h 911"/>
              <a:gd name="T10" fmla="*/ 93 w 6425"/>
              <a:gd name="T11" fmla="*/ 911 h 911"/>
              <a:gd name="T12" fmla="*/ 0 w 6425"/>
              <a:gd name="T13" fmla="*/ 818 h 911"/>
              <a:gd name="T14" fmla="*/ 0 w 6425"/>
              <a:gd name="T15" fmla="*/ 93 h 911"/>
              <a:gd name="T16" fmla="*/ 93 w 6425"/>
              <a:gd name="T17"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chemeClr val="accent1"/>
          </a:solidFill>
          <a:ln>
            <a:solidFill>
              <a:schemeClr val="accent1">
                <a:lumMod val="75000"/>
              </a:schemeClr>
            </a:solidFill>
          </a:ln>
        </p:spPr>
        <p:txBody>
          <a:bodyPr vert="horz" wrap="square" lIns="91440" tIns="45720" rIns="91440" bIns="45720" numCol="1" anchor="t" anchorCtr="0" compatLnSpc="1"/>
          <a:lstStyle/>
          <a:p>
            <a:endParaRPr lang="zh-CN" altLang="en-US">
              <a:solidFill>
                <a:schemeClr val="bg2"/>
              </a:solidFill>
            </a:endParaRPr>
          </a:p>
        </p:txBody>
      </p:sp>
      <p:grpSp>
        <p:nvGrpSpPr>
          <p:cNvPr id="3" name="组合 2"/>
          <p:cNvGrpSpPr/>
          <p:nvPr/>
        </p:nvGrpSpPr>
        <p:grpSpPr>
          <a:xfrm>
            <a:off x="3550988" y="5867546"/>
            <a:ext cx="604929" cy="606559"/>
            <a:chOff x="5667375" y="819046"/>
            <a:chExt cx="588963" cy="590550"/>
          </a:xfrm>
          <a:solidFill>
            <a:schemeClr val="bg1"/>
          </a:solidFill>
        </p:grpSpPr>
        <p:sp>
          <p:nvSpPr>
            <p:cNvPr id="5" name="Oval 16"/>
            <p:cNvSpPr>
              <a:spLocks noChangeArrowheads="1"/>
            </p:cNvSpPr>
            <p:nvPr/>
          </p:nvSpPr>
          <p:spPr bwMode="auto">
            <a:xfrm>
              <a:off x="5667375" y="819046"/>
              <a:ext cx="588963" cy="5905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schemeClr val="accent1"/>
                </a:solidFill>
              </a:endParaRPr>
            </a:p>
          </p:txBody>
        </p:sp>
        <p:sp>
          <p:nvSpPr>
            <p:cNvPr id="6" name="TextBox 56"/>
            <p:cNvSpPr txBox="1"/>
            <p:nvPr/>
          </p:nvSpPr>
          <p:spPr>
            <a:xfrm>
              <a:off x="5726856" y="829649"/>
              <a:ext cx="425349" cy="568163"/>
            </a:xfrm>
            <a:prstGeom prst="rect">
              <a:avLst/>
            </a:prstGeom>
            <a:noFill/>
          </p:spPr>
          <p:txBody>
            <a:bodyPr wrap="none" rtlCol="0">
              <a:spAutoFit/>
            </a:bodyPr>
            <a:lstStyle/>
            <a:p>
              <a:r>
                <a:rPr lang="en-US" altLang="zh-CN" sz="3200" b="1" dirty="0">
                  <a:solidFill>
                    <a:schemeClr val="accent1"/>
                  </a:solidFill>
                  <a:latin typeface="+mn-ea"/>
                  <a:ea typeface="+mn-ea"/>
                </a:rPr>
                <a:t>5</a:t>
              </a:r>
              <a:endParaRPr lang="en-US" altLang="zh-CN" sz="3200" b="1" dirty="0">
                <a:solidFill>
                  <a:schemeClr val="accent1"/>
                </a:solidFill>
                <a:latin typeface="+mn-ea"/>
                <a:ea typeface="+mn-ea"/>
              </a:endParaRPr>
            </a:p>
          </p:txBody>
        </p:sp>
      </p:grpSp>
      <p:sp>
        <p:nvSpPr>
          <p:cNvPr id="7" name="TextBox 64"/>
          <p:cNvSpPr txBox="1"/>
          <p:nvPr/>
        </p:nvSpPr>
        <p:spPr>
          <a:xfrm>
            <a:off x="4208780" y="5902325"/>
            <a:ext cx="6892290" cy="583565"/>
          </a:xfrm>
          <a:prstGeom prst="rect">
            <a:avLst/>
          </a:prstGeom>
          <a:noFill/>
        </p:spPr>
        <p:txBody>
          <a:bodyPr wrap="square" rtlCol="0">
            <a:spAutoFit/>
          </a:bodyPr>
          <a:lstStyle>
            <a:defPPr>
              <a:defRPr lang="zh-CN"/>
            </a:defPPr>
            <a:lvl1pPr>
              <a:defRPr sz="2800" b="1">
                <a:solidFill>
                  <a:schemeClr val="bg2"/>
                </a:solidFill>
                <a:latin typeface="微软雅黑" panose="020B0503020204020204" pitchFamily="34" charset="-122"/>
                <a:ea typeface="微软雅黑" panose="020B0503020204020204" pitchFamily="34" charset="-122"/>
              </a:defRPr>
            </a:lvl1pPr>
          </a:lstStyle>
          <a:p>
            <a:r>
              <a:rPr lang="zh-CN" altLang="en-US" sz="3200" dirty="0">
                <a:solidFill>
                  <a:schemeClr val="bg1">
                    <a:lumMod val="95000"/>
                  </a:schemeClr>
                </a:solidFill>
                <a:latin typeface="Arial Bold" panose="020B0604020202090204" charset="0"/>
                <a:cs typeface="Arial Bold" panose="020B0604020202090204" charset="0"/>
              </a:rPr>
              <a:t>建立面向对象</a:t>
            </a:r>
            <a:r>
              <a:rPr lang="zh-CN" altLang="en-US" sz="3200" dirty="0">
                <a:solidFill>
                  <a:schemeClr val="bg1">
                    <a:lumMod val="95000"/>
                  </a:schemeClr>
                </a:solidFill>
                <a:latin typeface="Arial Bold" panose="020B0604020202090204" charset="0"/>
                <a:cs typeface="Arial Bold" panose="020B0604020202090204" charset="0"/>
              </a:rPr>
              <a:t>思维</a:t>
            </a:r>
            <a:endParaRPr lang="zh-CN" altLang="en-US" sz="3200" dirty="0">
              <a:solidFill>
                <a:schemeClr val="bg1">
                  <a:lumMod val="95000"/>
                </a:schemeClr>
              </a:solidFill>
              <a:latin typeface="Arial Bold" panose="020B0604020202090204" charset="0"/>
              <a:cs typeface="Arial Bold" panose="020B0604020202090204" charset="0"/>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300" fill="hold"/>
                                        <p:tgtEl>
                                          <p:spTgt spid="37"/>
                                        </p:tgtEl>
                                        <p:attrNameLst>
                                          <p:attrName>ppt_w</p:attrName>
                                        </p:attrNameLst>
                                      </p:cBhvr>
                                      <p:tavLst>
                                        <p:tav tm="0">
                                          <p:val>
                                            <p:fltVal val="0"/>
                                          </p:val>
                                        </p:tav>
                                        <p:tav tm="100000">
                                          <p:val>
                                            <p:strVal val="#ppt_w"/>
                                          </p:val>
                                        </p:tav>
                                      </p:tavLst>
                                    </p:anim>
                                    <p:anim calcmode="lin" valueType="num">
                                      <p:cBhvr>
                                        <p:cTn id="8" dur="300" fill="hold"/>
                                        <p:tgtEl>
                                          <p:spTgt spid="37"/>
                                        </p:tgtEl>
                                        <p:attrNameLst>
                                          <p:attrName>ppt_h</p:attrName>
                                        </p:attrNameLst>
                                      </p:cBhvr>
                                      <p:tavLst>
                                        <p:tav tm="0">
                                          <p:val>
                                            <p:fltVal val="0"/>
                                          </p:val>
                                        </p:tav>
                                        <p:tav tm="100000">
                                          <p:val>
                                            <p:strVal val="#ppt_h"/>
                                          </p:val>
                                        </p:tav>
                                      </p:tavLst>
                                    </p:anim>
                                    <p:anim calcmode="lin" valueType="num">
                                      <p:cBhvr>
                                        <p:cTn id="9" dur="300" fill="hold"/>
                                        <p:tgtEl>
                                          <p:spTgt spid="37"/>
                                        </p:tgtEl>
                                        <p:attrNameLst>
                                          <p:attrName>style.rotation</p:attrName>
                                        </p:attrNameLst>
                                      </p:cBhvr>
                                      <p:tavLst>
                                        <p:tav tm="0">
                                          <p:val>
                                            <p:fltVal val="90"/>
                                          </p:val>
                                        </p:tav>
                                        <p:tav tm="100000">
                                          <p:val>
                                            <p:fltVal val="0"/>
                                          </p:val>
                                        </p:tav>
                                      </p:tavLst>
                                    </p:anim>
                                    <p:animEffect transition="in" filter="fade">
                                      <p:cBhvr>
                                        <p:cTn id="10" dur="300"/>
                                        <p:tgtEl>
                                          <p:spTgt spid="37"/>
                                        </p:tgtEl>
                                      </p:cBhvr>
                                    </p:animEffect>
                                  </p:childTnLst>
                                </p:cTn>
                              </p:par>
                            </p:childTnLst>
                          </p:cTn>
                        </p:par>
                        <p:par>
                          <p:cTn id="11" fill="hold">
                            <p:stCondLst>
                              <p:cond delay="500"/>
                            </p:stCondLst>
                            <p:childTnLst>
                              <p:par>
                                <p:cTn id="12" presetID="42" presetClass="entr" presetSubtype="0" fill="hold" grpId="0" nodeType="after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fade">
                                      <p:cBhvr>
                                        <p:cTn id="14" dur="400"/>
                                        <p:tgtEl>
                                          <p:spTgt spid="38"/>
                                        </p:tgtEl>
                                      </p:cBhvr>
                                    </p:animEffect>
                                    <p:anim calcmode="lin" valueType="num">
                                      <p:cBhvr>
                                        <p:cTn id="15" dur="400" fill="hold"/>
                                        <p:tgtEl>
                                          <p:spTgt spid="38"/>
                                        </p:tgtEl>
                                        <p:attrNameLst>
                                          <p:attrName>ppt_x</p:attrName>
                                        </p:attrNameLst>
                                      </p:cBhvr>
                                      <p:tavLst>
                                        <p:tav tm="0">
                                          <p:val>
                                            <p:strVal val="#ppt_x"/>
                                          </p:val>
                                        </p:tav>
                                        <p:tav tm="100000">
                                          <p:val>
                                            <p:strVal val="#ppt_x"/>
                                          </p:val>
                                        </p:tav>
                                      </p:tavLst>
                                    </p:anim>
                                    <p:anim calcmode="lin" valueType="num">
                                      <p:cBhvr>
                                        <p:cTn id="16" dur="400" fill="hold"/>
                                        <p:tgtEl>
                                          <p:spTgt spid="38"/>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wipe(left)">
                                      <p:cBhvr>
                                        <p:cTn id="20" dur="500"/>
                                        <p:tgtEl>
                                          <p:spTgt spid="39"/>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wipe(left)">
                                      <p:cBhvr>
                                        <p:cTn id="23" dur="500"/>
                                        <p:tgtEl>
                                          <p:spTgt spid="40"/>
                                        </p:tgtEl>
                                      </p:cBhvr>
                                    </p:animEffect>
                                  </p:childTnLst>
                                </p:cTn>
                              </p:par>
                            </p:childTnLst>
                          </p:cTn>
                        </p:par>
                        <p:par>
                          <p:cTn id="24" fill="hold">
                            <p:stCondLst>
                              <p:cond delay="1500"/>
                            </p:stCondLst>
                            <p:childTnLst>
                              <p:par>
                                <p:cTn id="25" presetID="22" presetClass="entr" presetSubtype="1" fill="hold" grpId="0" nodeType="after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wipe(up)">
                                      <p:cBhvr>
                                        <p:cTn id="2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bldLvl="0" animBg="1"/>
      <p:bldP spid="38" grpId="0" bldLvl="0" animBg="1"/>
      <p:bldP spid="39" grpId="0" bldLvl="0" animBg="1"/>
      <p:bldP spid="40" grpId="0" bldLvl="0" animBg="1"/>
      <p:bldP spid="41"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3200" b="1" dirty="0" smtClean="0">
                <a:solidFill>
                  <a:srgbClr val="376092"/>
                </a:solidFill>
              </a:rPr>
              <a:t>1.1 </a:t>
            </a:r>
            <a:r>
              <a:rPr kumimoji="1" lang="zh-CN" altLang="en-US" sz="3200" b="1" dirty="0" smtClean="0">
                <a:solidFill>
                  <a:srgbClr val="376092"/>
                </a:solidFill>
              </a:rPr>
              <a:t>从素数问题看面向</a:t>
            </a:r>
            <a:r>
              <a:rPr kumimoji="1" lang="zh-CN" altLang="en-US" sz="3200" b="1" dirty="0" smtClean="0">
                <a:solidFill>
                  <a:srgbClr val="376092"/>
                </a:solidFill>
              </a:rPr>
              <a:t>对象</a:t>
            </a:r>
            <a:endParaRPr kumimoji="1" lang="zh-CN" altLang="en-US" sz="32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zh-CN" altLang="en-US" sz="3200" b="1" dirty="0">
                  <a:solidFill>
                    <a:schemeClr val="tx2">
                      <a:lumMod val="75000"/>
                    </a:schemeClr>
                  </a:solidFill>
                  <a:latin typeface="+mj-lt"/>
                  <a:ea typeface="黑体" panose="02010609060101010101" pitchFamily="49" charset="-122"/>
                  <a:cs typeface="+mj-lt"/>
                </a:rPr>
                <a:t>上升到面向</a:t>
              </a:r>
              <a:r>
                <a:rPr lang="zh-CN" altLang="en-US" sz="3200" b="1" dirty="0">
                  <a:solidFill>
                    <a:schemeClr val="tx2">
                      <a:lumMod val="75000"/>
                    </a:schemeClr>
                  </a:solidFill>
                  <a:latin typeface="+mj-lt"/>
                  <a:ea typeface="黑体" panose="02010609060101010101" pitchFamily="49" charset="-122"/>
                  <a:cs typeface="+mj-lt"/>
                </a:rPr>
                <a:t>对象</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5" name="文本框 4"/>
          <p:cNvSpPr txBox="1"/>
          <p:nvPr/>
        </p:nvSpPr>
        <p:spPr>
          <a:xfrm>
            <a:off x="673735" y="1906270"/>
            <a:ext cx="10822940" cy="2805430"/>
          </a:xfrm>
          <a:prstGeom prst="rect">
            <a:avLst/>
          </a:prstGeom>
          <a:noFill/>
        </p:spPr>
        <p:txBody>
          <a:bodyPr wrap="square" rtlCol="0" anchor="t">
            <a:spAutoFit/>
          </a:bodyPr>
          <a:p>
            <a:pPr marL="457200" indent="-457200" eaLnBrk="1" hangingPunct="1">
              <a:buFont typeface="Arial" panose="020B0604020202090204" pitchFamily="34" charset="0"/>
              <a:buChar char="•"/>
            </a:pPr>
            <a:r>
              <a:rPr lang="zh-CN" altLang="en-US" sz="2800" b="1">
                <a:sym typeface="+mn-ea"/>
              </a:rPr>
              <a:t>在面向对象兴起运动以前，编程以</a:t>
            </a:r>
            <a:r>
              <a:rPr lang="zh-CN" altLang="en-US" sz="2800" b="1">
                <a:solidFill>
                  <a:srgbClr val="052CFF"/>
                </a:solidFill>
                <a:sym typeface="+mn-ea"/>
              </a:rPr>
              <a:t>过程</a:t>
            </a:r>
            <a:r>
              <a:rPr lang="zh-CN" altLang="en-US" sz="2800" b="1">
                <a:sym typeface="+mn-ea"/>
              </a:rPr>
              <a:t>为中心</a:t>
            </a:r>
            <a:r>
              <a:rPr lang="en-US" altLang="zh-CN" sz="2800" b="1">
                <a:sym typeface="+mn-ea"/>
              </a:rPr>
              <a:t> </a:t>
            </a:r>
            <a:endParaRPr lang="en-US" altLang="zh-CN" sz="2800" b="1">
              <a:sym typeface="+mn-ea"/>
            </a:endParaRPr>
          </a:p>
          <a:p>
            <a:pPr marL="914400" lvl="1" indent="-457200" eaLnBrk="1" hangingPunct="1">
              <a:lnSpc>
                <a:spcPct val="200000"/>
              </a:lnSpc>
              <a:buFont typeface="Wingdings" panose="05000000000000000000" charset="0"/>
              <a:buChar char=""/>
            </a:pPr>
            <a:r>
              <a:rPr lang="zh-CN" altLang="en-US" sz="2800" b="1">
                <a:sym typeface="+mn-ea"/>
              </a:rPr>
              <a:t>结构化设计方法</a:t>
            </a:r>
            <a:endParaRPr lang="zh-CN" altLang="en-US" sz="2800" b="1">
              <a:sym typeface="+mn-ea"/>
            </a:endParaRPr>
          </a:p>
          <a:p>
            <a:pPr marL="914400" lvl="1" indent="-457200" eaLnBrk="1" hangingPunct="1">
              <a:lnSpc>
                <a:spcPct val="110000"/>
              </a:lnSpc>
              <a:buFont typeface="Wingdings" panose="05000000000000000000" charset="0"/>
              <a:buChar char=""/>
            </a:pPr>
            <a:endParaRPr lang="zh-CN" altLang="en-US" sz="2800" b="1">
              <a:sym typeface="+mn-ea"/>
            </a:endParaRPr>
          </a:p>
          <a:p>
            <a:pPr marL="914400" lvl="1" indent="-457200" eaLnBrk="1" hangingPunct="1">
              <a:lnSpc>
                <a:spcPct val="110000"/>
              </a:lnSpc>
              <a:buFont typeface="Wingdings" panose="05000000000000000000" charset="0"/>
              <a:buChar char=""/>
            </a:pPr>
            <a:r>
              <a:rPr lang="zh-CN" altLang="en-US" sz="2800" b="1">
                <a:sym typeface="+mn-ea"/>
              </a:rPr>
              <a:t>主要是分析出解决问题所需要的</a:t>
            </a:r>
            <a:r>
              <a:rPr lang="zh-CN" altLang="en-US" sz="2800" b="1">
                <a:solidFill>
                  <a:srgbClr val="052CFF"/>
                </a:solidFill>
                <a:sym typeface="+mn-ea"/>
              </a:rPr>
              <a:t>步骤</a:t>
            </a:r>
            <a:r>
              <a:rPr lang="zh-CN" altLang="en-US" sz="2800" b="1">
                <a:sym typeface="+mn-ea"/>
              </a:rPr>
              <a:t>，然后用</a:t>
            </a:r>
            <a:r>
              <a:rPr lang="zh-CN" altLang="en-US" sz="2800" b="1">
                <a:solidFill>
                  <a:srgbClr val="052CFF"/>
                </a:solidFill>
                <a:sym typeface="+mn-ea"/>
              </a:rPr>
              <a:t>函数</a:t>
            </a:r>
            <a:r>
              <a:rPr lang="zh-CN" altLang="en-US" sz="2800" b="1">
                <a:sym typeface="+mn-ea"/>
              </a:rPr>
              <a:t>把这些步骤一步一步实现，使用的时候一个一个依次调用</a:t>
            </a:r>
            <a:endParaRPr kumimoji="1" lang="zh-CN" altLang="en-US" sz="2800" b="1" dirty="0" smtClean="0">
              <a:solidFill>
                <a:srgbClr val="4F6228"/>
              </a:solidFill>
              <a:sym typeface="+mn-ea"/>
            </a:endParaRPr>
          </a:p>
        </p:txBody>
      </p:sp>
    </p:spTree>
  </p:cSld>
  <p:clrMapOvr>
    <a:masterClrMapping/>
  </p:clrMapOvr>
  <p:transition spd="slow">
    <p:rand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3200" b="1" dirty="0" smtClean="0">
                <a:solidFill>
                  <a:srgbClr val="376092"/>
                </a:solidFill>
              </a:rPr>
              <a:t>1.1 </a:t>
            </a:r>
            <a:r>
              <a:rPr kumimoji="1" lang="zh-CN" altLang="en-US" sz="3200" b="1" dirty="0" smtClean="0">
                <a:solidFill>
                  <a:srgbClr val="376092"/>
                </a:solidFill>
              </a:rPr>
              <a:t>从素数问题看面向</a:t>
            </a:r>
            <a:r>
              <a:rPr kumimoji="1" lang="zh-CN" altLang="en-US" sz="3200" b="1" dirty="0" smtClean="0">
                <a:solidFill>
                  <a:srgbClr val="376092"/>
                </a:solidFill>
              </a:rPr>
              <a:t>对象</a:t>
            </a:r>
            <a:endParaRPr kumimoji="1" lang="zh-CN" altLang="en-US" sz="32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zh-CN" altLang="en-US" sz="3200" b="1" dirty="0">
                  <a:solidFill>
                    <a:schemeClr val="tx2">
                      <a:lumMod val="75000"/>
                    </a:schemeClr>
                  </a:solidFill>
                  <a:latin typeface="+mj-lt"/>
                  <a:ea typeface="黑体" panose="02010609060101010101" pitchFamily="49" charset="-122"/>
                  <a:cs typeface="+mj-lt"/>
                </a:rPr>
                <a:t>上升到面向</a:t>
              </a:r>
              <a:r>
                <a:rPr lang="zh-CN" altLang="en-US" sz="3200" b="1" dirty="0">
                  <a:solidFill>
                    <a:schemeClr val="tx2">
                      <a:lumMod val="75000"/>
                    </a:schemeClr>
                  </a:solidFill>
                  <a:latin typeface="+mj-lt"/>
                  <a:ea typeface="黑体" panose="02010609060101010101" pitchFamily="49" charset="-122"/>
                  <a:cs typeface="+mj-lt"/>
                </a:rPr>
                <a:t>对象</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5" name="文本框 4"/>
          <p:cNvSpPr txBox="1"/>
          <p:nvPr/>
        </p:nvSpPr>
        <p:spPr>
          <a:xfrm>
            <a:off x="673735" y="1906270"/>
            <a:ext cx="10822940" cy="4399915"/>
          </a:xfrm>
          <a:prstGeom prst="rect">
            <a:avLst/>
          </a:prstGeom>
          <a:noFill/>
        </p:spPr>
        <p:txBody>
          <a:bodyPr wrap="square" rtlCol="0" anchor="t">
            <a:spAutoFit/>
          </a:bodyPr>
          <a:p>
            <a:pPr marL="109220" indent="0" eaLnBrk="1" hangingPunct="1">
              <a:buFont typeface="Georgia" panose="02040802050405020203" pitchFamily="18" charset="0"/>
              <a:buNone/>
              <a:defRPr/>
            </a:pPr>
            <a:r>
              <a:rPr lang="zh-CN" altLang="en-US" sz="2800" b="1" dirty="0">
                <a:sym typeface="+mn-ea"/>
              </a:rPr>
              <a:t>素数的定义</a:t>
            </a:r>
            <a:r>
              <a:rPr lang="en-US" altLang="zh-CN" sz="2800" b="1" dirty="0">
                <a:sym typeface="+mn-ea"/>
              </a:rPr>
              <a:t>:</a:t>
            </a:r>
            <a:r>
              <a:rPr lang="en-US" altLang="zh-CN" sz="2800" b="1" dirty="0">
                <a:solidFill>
                  <a:schemeClr val="accent2"/>
                </a:solidFill>
                <a:sym typeface="+mn-ea"/>
              </a:rPr>
              <a:t> </a:t>
            </a:r>
            <a:r>
              <a:rPr lang="zh-CN" altLang="en-US" sz="2800" b="1" dirty="0">
                <a:solidFill>
                  <a:schemeClr val="accent2"/>
                </a:solidFill>
                <a:sym typeface="+mn-ea"/>
              </a:rPr>
              <a:t>除了</a:t>
            </a:r>
            <a:r>
              <a:rPr lang="en-US" altLang="zh-CN" sz="2800" b="1" dirty="0">
                <a:solidFill>
                  <a:schemeClr val="accent2"/>
                </a:solidFill>
                <a:sym typeface="+mn-ea"/>
              </a:rPr>
              <a:t>1</a:t>
            </a:r>
            <a:r>
              <a:rPr lang="zh-CN" altLang="en-US" sz="2800" b="1" dirty="0">
                <a:solidFill>
                  <a:schemeClr val="accent2"/>
                </a:solidFill>
                <a:sym typeface="+mn-ea"/>
              </a:rPr>
              <a:t>与本身之外，不能被其他正整数整除的数，叫作素数，也叫质数。</a:t>
            </a:r>
            <a:endParaRPr lang="en-US" altLang="zh-CN" sz="2800" b="1" dirty="0">
              <a:solidFill>
                <a:schemeClr val="accent2"/>
              </a:solidFill>
            </a:endParaRPr>
          </a:p>
          <a:p>
            <a:pPr marL="109220" indent="0" eaLnBrk="1" hangingPunct="1">
              <a:buFont typeface="Georgia" panose="02040802050405020203" pitchFamily="18" charset="0"/>
              <a:buNone/>
              <a:defRPr/>
            </a:pPr>
            <a:endParaRPr lang="en-US" altLang="zh-CN" sz="2800" b="1" dirty="0">
              <a:solidFill>
                <a:schemeClr val="accent2"/>
              </a:solidFill>
            </a:endParaRPr>
          </a:p>
          <a:p>
            <a:pPr marL="109220" indent="0" eaLnBrk="1" hangingPunct="1">
              <a:buFont typeface="Georgia" panose="02040802050405020203" pitchFamily="18" charset="0"/>
              <a:buNone/>
              <a:defRPr/>
            </a:pPr>
            <a:r>
              <a:rPr lang="zh-CN" altLang="en-US" sz="2800" b="1" dirty="0">
                <a:sym typeface="+mn-ea"/>
              </a:rPr>
              <a:t>按照习惯规定：</a:t>
            </a:r>
            <a:r>
              <a:rPr lang="en-US" altLang="zh-CN" sz="2800" b="1" dirty="0">
                <a:solidFill>
                  <a:schemeClr val="accent2"/>
                </a:solidFill>
                <a:sym typeface="+mn-ea"/>
              </a:rPr>
              <a:t>1 </a:t>
            </a:r>
            <a:r>
              <a:rPr lang="zh-CN" altLang="en-US" sz="2800" b="1" dirty="0">
                <a:solidFill>
                  <a:schemeClr val="accent2"/>
                </a:solidFill>
                <a:sym typeface="+mn-ea"/>
              </a:rPr>
              <a:t>不算素数，最小的素数是 </a:t>
            </a:r>
            <a:r>
              <a:rPr lang="en-US" altLang="zh-CN" sz="2800" b="1" dirty="0">
                <a:solidFill>
                  <a:schemeClr val="accent2"/>
                </a:solidFill>
                <a:sym typeface="+mn-ea"/>
              </a:rPr>
              <a:t>2</a:t>
            </a:r>
            <a:r>
              <a:rPr lang="zh-CN" altLang="en-US" sz="2800" b="1" dirty="0">
                <a:solidFill>
                  <a:schemeClr val="accent2"/>
                </a:solidFill>
                <a:sym typeface="+mn-ea"/>
              </a:rPr>
              <a:t>，其余的是 </a:t>
            </a:r>
            <a:r>
              <a:rPr lang="en-US" altLang="zh-CN" sz="2800" b="1" dirty="0">
                <a:solidFill>
                  <a:schemeClr val="accent2"/>
                </a:solidFill>
                <a:sym typeface="+mn-ea"/>
              </a:rPr>
              <a:t>3</a:t>
            </a:r>
            <a:r>
              <a:rPr lang="zh-CN" altLang="en-US" sz="2800" b="1" dirty="0">
                <a:solidFill>
                  <a:schemeClr val="accent2"/>
                </a:solidFill>
                <a:sym typeface="+mn-ea"/>
              </a:rPr>
              <a:t>、</a:t>
            </a:r>
            <a:r>
              <a:rPr lang="en-US" altLang="zh-CN" sz="2800" b="1" dirty="0">
                <a:solidFill>
                  <a:schemeClr val="accent2"/>
                </a:solidFill>
                <a:sym typeface="+mn-ea"/>
              </a:rPr>
              <a:t>5</a:t>
            </a:r>
            <a:r>
              <a:rPr lang="zh-CN" altLang="en-US" sz="2800" b="1" dirty="0">
                <a:solidFill>
                  <a:schemeClr val="accent2"/>
                </a:solidFill>
                <a:sym typeface="+mn-ea"/>
              </a:rPr>
              <a:t>、</a:t>
            </a:r>
            <a:r>
              <a:rPr lang="en-US" altLang="zh-CN" sz="2800" b="1" dirty="0">
                <a:solidFill>
                  <a:schemeClr val="accent2"/>
                </a:solidFill>
                <a:sym typeface="+mn-ea"/>
              </a:rPr>
              <a:t>7</a:t>
            </a:r>
            <a:r>
              <a:rPr lang="zh-CN" altLang="en-US" sz="2800" b="1" dirty="0">
                <a:solidFill>
                  <a:schemeClr val="accent2"/>
                </a:solidFill>
                <a:sym typeface="+mn-ea"/>
              </a:rPr>
              <a:t>、</a:t>
            </a:r>
            <a:r>
              <a:rPr lang="en-US" altLang="zh-CN" sz="2800" b="1" dirty="0">
                <a:solidFill>
                  <a:schemeClr val="accent2"/>
                </a:solidFill>
                <a:sym typeface="+mn-ea"/>
              </a:rPr>
              <a:t>11</a:t>
            </a:r>
            <a:r>
              <a:rPr lang="zh-CN" altLang="en-US" sz="2800" b="1" dirty="0">
                <a:solidFill>
                  <a:schemeClr val="accent2"/>
                </a:solidFill>
                <a:sym typeface="+mn-ea"/>
              </a:rPr>
              <a:t>、</a:t>
            </a:r>
            <a:r>
              <a:rPr lang="en-US" altLang="zh-CN" sz="2800" b="1" dirty="0">
                <a:solidFill>
                  <a:schemeClr val="accent2"/>
                </a:solidFill>
                <a:sym typeface="+mn-ea"/>
              </a:rPr>
              <a:t>13</a:t>
            </a:r>
            <a:r>
              <a:rPr lang="zh-CN" altLang="en-US" sz="2800" b="1" dirty="0">
                <a:solidFill>
                  <a:schemeClr val="accent2"/>
                </a:solidFill>
                <a:sym typeface="+mn-ea"/>
              </a:rPr>
              <a:t>、</a:t>
            </a:r>
            <a:r>
              <a:rPr lang="en-US" altLang="zh-CN" sz="2800" b="1" dirty="0">
                <a:solidFill>
                  <a:schemeClr val="accent2"/>
                </a:solidFill>
                <a:sym typeface="+mn-ea"/>
              </a:rPr>
              <a:t>17</a:t>
            </a:r>
            <a:r>
              <a:rPr lang="zh-CN" altLang="en-US" sz="2800" b="1" dirty="0">
                <a:solidFill>
                  <a:schemeClr val="accent2"/>
                </a:solidFill>
                <a:sym typeface="+mn-ea"/>
              </a:rPr>
              <a:t>、</a:t>
            </a:r>
            <a:r>
              <a:rPr lang="en-US" altLang="zh-CN" sz="2800" b="1" dirty="0">
                <a:solidFill>
                  <a:schemeClr val="accent2"/>
                </a:solidFill>
                <a:sym typeface="+mn-ea"/>
              </a:rPr>
              <a:t>19……</a:t>
            </a:r>
            <a:r>
              <a:rPr lang="zh-CN" altLang="en-US" sz="2800" b="1" dirty="0">
                <a:solidFill>
                  <a:schemeClr val="accent2"/>
                </a:solidFill>
                <a:sym typeface="+mn-ea"/>
              </a:rPr>
              <a:t>等等。</a:t>
            </a:r>
            <a:endParaRPr lang="en-US" altLang="zh-CN" sz="2800" b="1" dirty="0">
              <a:solidFill>
                <a:schemeClr val="accent2"/>
              </a:solidFill>
            </a:endParaRPr>
          </a:p>
          <a:p>
            <a:pPr marL="109220" indent="0" eaLnBrk="1" hangingPunct="1">
              <a:buFont typeface="Georgia" panose="02040802050405020203" pitchFamily="18" charset="0"/>
              <a:buNone/>
              <a:defRPr/>
            </a:pPr>
            <a:endParaRPr lang="en-US" altLang="zh-CN" sz="2800" b="1" dirty="0">
              <a:solidFill>
                <a:schemeClr val="accent2"/>
              </a:solidFill>
            </a:endParaRPr>
          </a:p>
          <a:p>
            <a:pPr marL="109220" indent="0" eaLnBrk="1" hangingPunct="1">
              <a:buFont typeface="Georgia" panose="02040802050405020203" pitchFamily="18" charset="0"/>
              <a:buNone/>
              <a:defRPr/>
            </a:pPr>
            <a:r>
              <a:rPr lang="zh-CN" altLang="en-US" sz="2800" b="1" dirty="0">
                <a:sym typeface="+mn-ea"/>
              </a:rPr>
              <a:t>由定义判断素数：</a:t>
            </a:r>
            <a:endParaRPr lang="zh-CN" altLang="en-US" sz="2800" b="1" dirty="0"/>
          </a:p>
          <a:p>
            <a:pPr marL="109220" indent="0" eaLnBrk="1" hangingPunct="1">
              <a:buFont typeface="Georgia" panose="02040802050405020203" pitchFamily="18" charset="0"/>
              <a:buNone/>
              <a:defRPr/>
            </a:pPr>
            <a:r>
              <a:rPr lang="en-US" altLang="zh-CN" sz="2800" b="1" dirty="0">
                <a:solidFill>
                  <a:schemeClr val="accent2"/>
                </a:solidFill>
                <a:sym typeface="+mn-ea"/>
              </a:rPr>
              <a:t>	</a:t>
            </a:r>
            <a:r>
              <a:rPr lang="zh-CN" altLang="en-US" sz="2800" b="1" dirty="0">
                <a:solidFill>
                  <a:schemeClr val="accent2"/>
                </a:solidFill>
                <a:sym typeface="+mn-ea"/>
              </a:rPr>
              <a:t>对于数 </a:t>
            </a:r>
            <a:r>
              <a:rPr lang="en-US" altLang="zh-CN" sz="2800" b="1" dirty="0">
                <a:solidFill>
                  <a:schemeClr val="accent2"/>
                </a:solidFill>
                <a:sym typeface="+mn-ea"/>
              </a:rPr>
              <a:t>n ,</a:t>
            </a:r>
            <a:r>
              <a:rPr lang="zh-CN" altLang="en-US" sz="2800" b="1" dirty="0">
                <a:solidFill>
                  <a:schemeClr val="accent2"/>
                </a:solidFill>
                <a:sym typeface="+mn-ea"/>
              </a:rPr>
              <a:t>从</a:t>
            </a:r>
            <a:r>
              <a:rPr lang="en-US" altLang="zh-CN" sz="2800" b="1" dirty="0" err="1">
                <a:solidFill>
                  <a:schemeClr val="accent2"/>
                </a:solidFill>
                <a:sym typeface="+mn-ea"/>
              </a:rPr>
              <a:t>i</a:t>
            </a:r>
            <a:r>
              <a:rPr lang="en-US" altLang="zh-CN" sz="2800" b="1" dirty="0">
                <a:solidFill>
                  <a:schemeClr val="accent2"/>
                </a:solidFill>
                <a:sym typeface="+mn-ea"/>
              </a:rPr>
              <a:t>=2,3,4,5…</a:t>
            </a:r>
            <a:r>
              <a:rPr lang="zh-CN" altLang="en-US" sz="2800" b="1" dirty="0">
                <a:solidFill>
                  <a:schemeClr val="accent2"/>
                </a:solidFill>
                <a:sym typeface="+mn-ea"/>
              </a:rPr>
              <a:t>到 </a:t>
            </a:r>
            <a:r>
              <a:rPr lang="en-US" altLang="zh-CN" sz="2800" b="1" dirty="0">
                <a:solidFill>
                  <a:schemeClr val="accent2"/>
                </a:solidFill>
                <a:sym typeface="+mn-ea"/>
              </a:rPr>
              <a:t>n-1 </a:t>
            </a:r>
            <a:r>
              <a:rPr lang="zh-CN" altLang="en-US" sz="2800" b="1" dirty="0">
                <a:solidFill>
                  <a:schemeClr val="accent2"/>
                </a:solidFill>
                <a:sym typeface="+mn-ea"/>
              </a:rPr>
              <a:t>判断 </a:t>
            </a:r>
            <a:r>
              <a:rPr lang="en-US" altLang="zh-CN" sz="2800" b="1" dirty="0">
                <a:solidFill>
                  <a:schemeClr val="accent2"/>
                </a:solidFill>
                <a:sym typeface="+mn-ea"/>
              </a:rPr>
              <a:t>n </a:t>
            </a:r>
            <a:r>
              <a:rPr lang="zh-CN" altLang="en-US" sz="2800" b="1" dirty="0">
                <a:solidFill>
                  <a:schemeClr val="accent2"/>
                </a:solidFill>
                <a:sym typeface="+mn-ea"/>
              </a:rPr>
              <a:t>能否被 </a:t>
            </a:r>
            <a:r>
              <a:rPr lang="en-US" altLang="zh-CN" sz="2800" b="1" dirty="0" err="1">
                <a:solidFill>
                  <a:schemeClr val="accent2"/>
                </a:solidFill>
                <a:sym typeface="+mn-ea"/>
              </a:rPr>
              <a:t>i</a:t>
            </a:r>
            <a:r>
              <a:rPr lang="en-US" altLang="zh-CN" sz="2800" b="1" dirty="0">
                <a:solidFill>
                  <a:schemeClr val="accent2"/>
                </a:solidFill>
                <a:sym typeface="+mn-ea"/>
              </a:rPr>
              <a:t> </a:t>
            </a:r>
            <a:r>
              <a:rPr lang="zh-CN" altLang="en-US" sz="2800" b="1" dirty="0">
                <a:solidFill>
                  <a:schemeClr val="accent2"/>
                </a:solidFill>
                <a:sym typeface="+mn-ea"/>
              </a:rPr>
              <a:t>整除</a:t>
            </a:r>
            <a:r>
              <a:rPr lang="en-US" altLang="zh-CN" sz="2800" b="1" dirty="0">
                <a:solidFill>
                  <a:schemeClr val="accent2"/>
                </a:solidFill>
                <a:sym typeface="+mn-ea"/>
              </a:rPr>
              <a:t>,</a:t>
            </a:r>
            <a:r>
              <a:rPr lang="zh-CN" altLang="en-US" sz="2800" b="1" dirty="0">
                <a:solidFill>
                  <a:schemeClr val="accent2"/>
                </a:solidFill>
                <a:sym typeface="+mn-ea"/>
              </a:rPr>
              <a:t>如果全部不能整除</a:t>
            </a:r>
            <a:r>
              <a:rPr lang="en-US" altLang="zh-CN" sz="2800" b="1" dirty="0">
                <a:solidFill>
                  <a:schemeClr val="accent2"/>
                </a:solidFill>
                <a:sym typeface="+mn-ea"/>
              </a:rPr>
              <a:t>,</a:t>
            </a:r>
            <a:r>
              <a:rPr lang="zh-CN" altLang="en-US" sz="2800" b="1" dirty="0">
                <a:solidFill>
                  <a:schemeClr val="accent2"/>
                </a:solidFill>
                <a:sym typeface="+mn-ea"/>
              </a:rPr>
              <a:t>则 </a:t>
            </a:r>
            <a:r>
              <a:rPr lang="en-US" altLang="zh-CN" sz="2800" b="1" dirty="0">
                <a:solidFill>
                  <a:schemeClr val="accent2"/>
                </a:solidFill>
                <a:sym typeface="+mn-ea"/>
              </a:rPr>
              <a:t>n </a:t>
            </a:r>
            <a:r>
              <a:rPr lang="zh-CN" altLang="en-US" sz="2800" b="1" dirty="0">
                <a:solidFill>
                  <a:schemeClr val="accent2"/>
                </a:solidFill>
                <a:sym typeface="+mn-ea"/>
              </a:rPr>
              <a:t>是素数</a:t>
            </a:r>
            <a:r>
              <a:rPr lang="en-US" altLang="zh-CN" sz="2800" b="1" dirty="0">
                <a:solidFill>
                  <a:schemeClr val="accent2"/>
                </a:solidFill>
                <a:sym typeface="+mn-ea"/>
              </a:rPr>
              <a:t>,</a:t>
            </a:r>
            <a:r>
              <a:rPr lang="zh-CN" altLang="en-US" sz="2800" b="1" dirty="0">
                <a:solidFill>
                  <a:schemeClr val="accent2"/>
                </a:solidFill>
                <a:sym typeface="+mn-ea"/>
              </a:rPr>
              <a:t>只要有一个能除尽</a:t>
            </a:r>
            <a:r>
              <a:rPr lang="en-US" altLang="zh-CN" sz="2800" b="1" dirty="0">
                <a:solidFill>
                  <a:schemeClr val="accent2"/>
                </a:solidFill>
                <a:sym typeface="+mn-ea"/>
              </a:rPr>
              <a:t>,</a:t>
            </a:r>
            <a:r>
              <a:rPr lang="zh-CN" altLang="en-US" sz="2800" b="1" dirty="0">
                <a:solidFill>
                  <a:schemeClr val="accent2"/>
                </a:solidFill>
                <a:sym typeface="+mn-ea"/>
              </a:rPr>
              <a:t>则 </a:t>
            </a:r>
            <a:r>
              <a:rPr lang="en-US" altLang="zh-CN" sz="2800" b="1" dirty="0">
                <a:solidFill>
                  <a:schemeClr val="accent2"/>
                </a:solidFill>
                <a:sym typeface="+mn-ea"/>
              </a:rPr>
              <a:t>n </a:t>
            </a:r>
            <a:r>
              <a:rPr lang="zh-CN" altLang="en-US" sz="2800" b="1" dirty="0">
                <a:solidFill>
                  <a:schemeClr val="accent2"/>
                </a:solidFill>
                <a:sym typeface="+mn-ea"/>
              </a:rPr>
              <a:t>不是素数</a:t>
            </a:r>
            <a:r>
              <a:rPr lang="en-US" altLang="zh-CN" sz="2800" b="1" dirty="0">
                <a:solidFill>
                  <a:schemeClr val="accent2"/>
                </a:solidFill>
                <a:sym typeface="+mn-ea"/>
              </a:rPr>
              <a:t>,</a:t>
            </a:r>
            <a:r>
              <a:rPr lang="zh-CN" altLang="en-US" sz="2800" b="1" dirty="0">
                <a:solidFill>
                  <a:schemeClr val="accent2"/>
                </a:solidFill>
                <a:sym typeface="+mn-ea"/>
              </a:rPr>
              <a:t>为了压缩循环次数</a:t>
            </a:r>
            <a:r>
              <a:rPr lang="en-US" altLang="zh-CN" sz="2800" b="1" dirty="0">
                <a:solidFill>
                  <a:schemeClr val="accent2"/>
                </a:solidFill>
                <a:sym typeface="+mn-ea"/>
              </a:rPr>
              <a:t>,</a:t>
            </a:r>
            <a:r>
              <a:rPr lang="zh-CN" altLang="en-US" sz="2800" b="1" dirty="0">
                <a:solidFill>
                  <a:schemeClr val="accent2"/>
                </a:solidFill>
                <a:sym typeface="+mn-ea"/>
              </a:rPr>
              <a:t>可将判断范围从 </a:t>
            </a:r>
            <a:r>
              <a:rPr lang="en-US" altLang="zh-CN" sz="2800" b="1" dirty="0">
                <a:solidFill>
                  <a:schemeClr val="accent2"/>
                </a:solidFill>
                <a:sym typeface="+mn-ea"/>
              </a:rPr>
              <a:t>2 ~ n-1 </a:t>
            </a:r>
            <a:r>
              <a:rPr lang="zh-CN" altLang="en-US" sz="2800" b="1" dirty="0">
                <a:solidFill>
                  <a:schemeClr val="accent2"/>
                </a:solidFill>
                <a:sym typeface="+mn-ea"/>
              </a:rPr>
              <a:t>改为 </a:t>
            </a:r>
            <a:r>
              <a:rPr lang="en-US" altLang="zh-CN" sz="2800" b="1" dirty="0">
                <a:solidFill>
                  <a:schemeClr val="accent2"/>
                </a:solidFill>
                <a:sym typeface="+mn-ea"/>
              </a:rPr>
              <a:t>2 ~ sqrt(n)</a:t>
            </a:r>
            <a:endParaRPr kumimoji="1" lang="zh-CN" altLang="en-US" sz="2800" b="1" dirty="0" smtClean="0">
              <a:solidFill>
                <a:srgbClr val="4F6228"/>
              </a:solidFill>
              <a:sym typeface="+mn-ea"/>
            </a:endParaRPr>
          </a:p>
        </p:txBody>
      </p:sp>
      <p:sp>
        <p:nvSpPr>
          <p:cNvPr id="2" name="文本框 1"/>
          <p:cNvSpPr txBox="1"/>
          <p:nvPr/>
        </p:nvSpPr>
        <p:spPr>
          <a:xfrm>
            <a:off x="9119870" y="1123315"/>
            <a:ext cx="2286635" cy="460375"/>
          </a:xfrm>
          <a:prstGeom prst="rect">
            <a:avLst/>
          </a:prstGeom>
          <a:noFill/>
        </p:spPr>
        <p:txBody>
          <a:bodyPr wrap="none" rtlCol="0" anchor="t">
            <a:spAutoFit/>
          </a:bodyPr>
          <a:p>
            <a:pPr algn="r" eaLnBrk="1" hangingPunct="1"/>
            <a:r>
              <a:rPr lang="zh-CN" altLang="en-US" b="1" i="1" dirty="0">
                <a:ea typeface="宋体" pitchFamily="2" charset="-122"/>
                <a:sym typeface="+mn-ea"/>
              </a:rPr>
              <a:t>案例</a:t>
            </a:r>
            <a:r>
              <a:rPr lang="en-US" altLang="zh-CN" b="1" i="1" dirty="0">
                <a:ea typeface="宋体" pitchFamily="2" charset="-122"/>
                <a:sym typeface="+mn-ea"/>
              </a:rPr>
              <a:t>1-</a:t>
            </a:r>
            <a:r>
              <a:rPr lang="zh-CN" altLang="en-US" b="1" i="1" dirty="0">
                <a:ea typeface="宋体" pitchFamily="2" charset="-122"/>
                <a:sym typeface="+mn-ea"/>
              </a:rPr>
              <a:t>素数问题</a:t>
            </a:r>
            <a:endParaRPr lang="zh-CN" altLang="en-US"/>
          </a:p>
        </p:txBody>
      </p:sp>
    </p:spTree>
  </p:cSld>
  <p:clrMapOvr>
    <a:masterClrMapping/>
  </p:clrMapOvr>
  <p:transition spd="slow">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3200" b="1" dirty="0" smtClean="0">
                <a:solidFill>
                  <a:srgbClr val="376092"/>
                </a:solidFill>
              </a:rPr>
              <a:t>1.1 </a:t>
            </a:r>
            <a:r>
              <a:rPr kumimoji="1" lang="zh-CN" altLang="en-US" sz="3200" b="1" dirty="0" smtClean="0">
                <a:solidFill>
                  <a:srgbClr val="376092"/>
                </a:solidFill>
              </a:rPr>
              <a:t>从素数问题看面向</a:t>
            </a:r>
            <a:r>
              <a:rPr kumimoji="1" lang="zh-CN" altLang="en-US" sz="3200" b="1" dirty="0" smtClean="0">
                <a:solidFill>
                  <a:srgbClr val="376092"/>
                </a:solidFill>
              </a:rPr>
              <a:t>对象</a:t>
            </a:r>
            <a:endParaRPr kumimoji="1" lang="zh-CN" altLang="en-US" sz="32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zh-CN" altLang="en-US" sz="3200" b="1" dirty="0">
                  <a:solidFill>
                    <a:schemeClr val="tx2">
                      <a:lumMod val="75000"/>
                    </a:schemeClr>
                  </a:solidFill>
                  <a:latin typeface="+mj-lt"/>
                  <a:ea typeface="黑体" panose="02010609060101010101" pitchFamily="49" charset="-122"/>
                  <a:cs typeface="+mj-lt"/>
                </a:rPr>
                <a:t>上升到面向</a:t>
              </a:r>
              <a:r>
                <a:rPr lang="zh-CN" altLang="en-US" sz="3200" b="1" dirty="0">
                  <a:solidFill>
                    <a:schemeClr val="tx2">
                      <a:lumMod val="75000"/>
                    </a:schemeClr>
                  </a:solidFill>
                  <a:latin typeface="+mj-lt"/>
                  <a:ea typeface="黑体" panose="02010609060101010101" pitchFamily="49" charset="-122"/>
                  <a:cs typeface="+mj-lt"/>
                </a:rPr>
                <a:t>对象</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2" name="文本框 1"/>
          <p:cNvSpPr txBox="1"/>
          <p:nvPr/>
        </p:nvSpPr>
        <p:spPr>
          <a:xfrm>
            <a:off x="9119870" y="1123315"/>
            <a:ext cx="2286635" cy="460375"/>
          </a:xfrm>
          <a:prstGeom prst="rect">
            <a:avLst/>
          </a:prstGeom>
          <a:noFill/>
        </p:spPr>
        <p:txBody>
          <a:bodyPr wrap="none" rtlCol="0" anchor="t">
            <a:spAutoFit/>
          </a:bodyPr>
          <a:p>
            <a:pPr algn="r" eaLnBrk="1" hangingPunct="1"/>
            <a:r>
              <a:rPr lang="zh-CN" altLang="en-US" b="1" i="1" dirty="0">
                <a:ea typeface="宋体" pitchFamily="2" charset="-122"/>
                <a:sym typeface="+mn-ea"/>
              </a:rPr>
              <a:t>案例</a:t>
            </a:r>
            <a:r>
              <a:rPr lang="en-US" altLang="zh-CN" b="1" i="1" dirty="0">
                <a:ea typeface="宋体" pitchFamily="2" charset="-122"/>
                <a:sym typeface="+mn-ea"/>
              </a:rPr>
              <a:t>1-</a:t>
            </a:r>
            <a:r>
              <a:rPr lang="zh-CN" altLang="en-US" b="1" i="1" dirty="0">
                <a:ea typeface="宋体" pitchFamily="2" charset="-122"/>
                <a:sym typeface="+mn-ea"/>
              </a:rPr>
              <a:t>素数问题</a:t>
            </a:r>
            <a:endParaRPr lang="zh-CN" altLang="en-US"/>
          </a:p>
        </p:txBody>
      </p:sp>
      <p:sp>
        <p:nvSpPr>
          <p:cNvPr id="7" name="Text Box 3"/>
          <p:cNvSpPr txBox="1">
            <a:spLocks noChangeArrowheads="1"/>
          </p:cNvSpPr>
          <p:nvPr/>
        </p:nvSpPr>
        <p:spPr bwMode="auto">
          <a:xfrm>
            <a:off x="1809430" y="2133600"/>
            <a:ext cx="7696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r>
              <a:rPr lang="zh-CN" altLang="en-US" sz="2800" dirty="0">
                <a:solidFill>
                  <a:srgbClr val="000066"/>
                </a:solidFill>
                <a:latin typeface="黑体" panose="02010609060101010101" pitchFamily="49" charset="-122"/>
                <a:ea typeface="黑体" panose="02010609060101010101" pitchFamily="49" charset="-122"/>
              </a:rPr>
              <a:t>筛选法：生成 </a:t>
            </a:r>
            <a:r>
              <a:rPr lang="en-US" altLang="zh-CN" sz="2800" dirty="0">
                <a:solidFill>
                  <a:srgbClr val="000066"/>
                </a:solidFill>
                <a:latin typeface="黑体" panose="02010609060101010101" pitchFamily="49" charset="-122"/>
                <a:ea typeface="黑体" panose="02010609060101010101" pitchFamily="49" charset="-122"/>
              </a:rPr>
              <a:t>2&lt; </a:t>
            </a:r>
            <a:r>
              <a:rPr lang="en-US" altLang="zh-CN" sz="2800" dirty="0" err="1">
                <a:solidFill>
                  <a:srgbClr val="000066"/>
                </a:solidFill>
                <a:latin typeface="黑体" panose="02010609060101010101" pitchFamily="49" charset="-122"/>
                <a:ea typeface="黑体" panose="02010609060101010101" pitchFamily="49" charset="-122"/>
              </a:rPr>
              <a:t>i</a:t>
            </a:r>
            <a:r>
              <a:rPr lang="en-US" altLang="zh-CN" sz="2800" dirty="0">
                <a:solidFill>
                  <a:srgbClr val="000066"/>
                </a:solidFill>
                <a:latin typeface="黑体" panose="02010609060101010101" pitchFamily="49" charset="-122"/>
                <a:ea typeface="黑体" panose="02010609060101010101" pitchFamily="49" charset="-122"/>
              </a:rPr>
              <a:t> &lt;n </a:t>
            </a:r>
            <a:r>
              <a:rPr lang="zh-CN" altLang="en-US" sz="2800" dirty="0">
                <a:solidFill>
                  <a:srgbClr val="000066"/>
                </a:solidFill>
                <a:latin typeface="黑体" panose="02010609060101010101" pitchFamily="49" charset="-122"/>
                <a:ea typeface="黑体" panose="02010609060101010101" pitchFamily="49" charset="-122"/>
              </a:rPr>
              <a:t>的素数序列，设</a:t>
            </a:r>
            <a:r>
              <a:rPr lang="en-US" altLang="zh-CN" sz="2800" dirty="0">
                <a:solidFill>
                  <a:srgbClr val="000066"/>
                </a:solidFill>
                <a:latin typeface="黑体" panose="02010609060101010101" pitchFamily="49" charset="-122"/>
                <a:ea typeface="黑体" panose="02010609060101010101" pitchFamily="49" charset="-122"/>
              </a:rPr>
              <a:t>n=50</a:t>
            </a:r>
            <a:endParaRPr lang="en-US" altLang="zh-CN" sz="2800" dirty="0">
              <a:solidFill>
                <a:srgbClr val="000066"/>
              </a:solidFill>
              <a:latin typeface="黑体" panose="02010609060101010101" pitchFamily="49" charset="-122"/>
              <a:ea typeface="黑体" panose="02010609060101010101" pitchFamily="49" charset="-122"/>
            </a:endParaRPr>
          </a:p>
        </p:txBody>
      </p:sp>
      <p:sp>
        <p:nvSpPr>
          <p:cNvPr id="8" name="Text Box 4"/>
          <p:cNvSpPr txBox="1">
            <a:spLocks noChangeArrowheads="1"/>
          </p:cNvSpPr>
          <p:nvPr/>
        </p:nvSpPr>
        <p:spPr bwMode="auto">
          <a:xfrm>
            <a:off x="1233170" y="3071812"/>
            <a:ext cx="9072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r>
              <a:rPr lang="zh-CN" altLang="en-US" dirty="0">
                <a:solidFill>
                  <a:srgbClr val="000066"/>
                </a:solidFill>
                <a:latin typeface="黑体" panose="02010609060101010101" pitchFamily="49" charset="-122"/>
                <a:ea typeface="黑体" panose="02010609060101010101" pitchFamily="49" charset="-122"/>
              </a:rPr>
              <a:t>筛掉</a:t>
            </a:r>
            <a:r>
              <a:rPr lang="en-US" altLang="zh-CN" dirty="0">
                <a:solidFill>
                  <a:srgbClr val="000066"/>
                </a:solidFill>
                <a:latin typeface="黑体" panose="02010609060101010101" pitchFamily="49" charset="-122"/>
                <a:ea typeface="黑体" panose="02010609060101010101" pitchFamily="49" charset="-122"/>
              </a:rPr>
              <a:t>2</a:t>
            </a:r>
            <a:r>
              <a:rPr lang="zh-CN" altLang="en-US" dirty="0">
                <a:solidFill>
                  <a:srgbClr val="000066"/>
                </a:solidFill>
                <a:latin typeface="黑体" panose="02010609060101010101" pitchFamily="49" charset="-122"/>
                <a:ea typeface="黑体" panose="02010609060101010101" pitchFamily="49" charset="-122"/>
              </a:rPr>
              <a:t>的倍数：</a:t>
            </a:r>
            <a:r>
              <a:rPr lang="en-US" altLang="zh-CN" dirty="0">
                <a:solidFill>
                  <a:srgbClr val="FF0000"/>
                </a:solidFill>
                <a:latin typeface="黑体" panose="02010609060101010101" pitchFamily="49" charset="-122"/>
                <a:ea typeface="黑体" panose="02010609060101010101" pitchFamily="49" charset="-122"/>
              </a:rPr>
              <a:t>2</a:t>
            </a:r>
            <a:r>
              <a:rPr lang="en-US" altLang="zh-CN" dirty="0">
                <a:solidFill>
                  <a:srgbClr val="000066"/>
                </a:solidFill>
                <a:latin typeface="黑体" panose="02010609060101010101" pitchFamily="49" charset="-122"/>
                <a:ea typeface="黑体" panose="02010609060101010101" pitchFamily="49" charset="-122"/>
              </a:rPr>
              <a:t> 3 </a:t>
            </a:r>
            <a:r>
              <a:rPr lang="en-US" altLang="zh-CN" dirty="0">
                <a:solidFill>
                  <a:schemeClr val="folHlink"/>
                </a:solidFill>
                <a:latin typeface="黑体" panose="02010609060101010101" pitchFamily="49" charset="-122"/>
                <a:ea typeface="黑体" panose="02010609060101010101" pitchFamily="49" charset="-122"/>
              </a:rPr>
              <a:t>4</a:t>
            </a:r>
            <a:r>
              <a:rPr lang="en-US" altLang="zh-CN" dirty="0">
                <a:solidFill>
                  <a:srgbClr val="000066"/>
                </a:solidFill>
                <a:latin typeface="黑体" panose="02010609060101010101" pitchFamily="49" charset="-122"/>
                <a:ea typeface="黑体" panose="02010609060101010101" pitchFamily="49" charset="-122"/>
              </a:rPr>
              <a:t> 5 </a:t>
            </a:r>
            <a:r>
              <a:rPr lang="en-US" altLang="zh-CN" dirty="0">
                <a:solidFill>
                  <a:schemeClr val="folHlink"/>
                </a:solidFill>
                <a:latin typeface="黑体" panose="02010609060101010101" pitchFamily="49" charset="-122"/>
                <a:ea typeface="黑体" panose="02010609060101010101" pitchFamily="49" charset="-122"/>
              </a:rPr>
              <a:t>6</a:t>
            </a:r>
            <a:r>
              <a:rPr lang="en-US" altLang="zh-CN" dirty="0">
                <a:solidFill>
                  <a:srgbClr val="000066"/>
                </a:solidFill>
                <a:latin typeface="黑体" panose="02010609060101010101" pitchFamily="49" charset="-122"/>
                <a:ea typeface="黑体" panose="02010609060101010101" pitchFamily="49" charset="-122"/>
              </a:rPr>
              <a:t> 7 </a:t>
            </a:r>
            <a:r>
              <a:rPr lang="en-US" altLang="zh-CN" dirty="0">
                <a:solidFill>
                  <a:schemeClr val="folHlink"/>
                </a:solidFill>
                <a:latin typeface="黑体" panose="02010609060101010101" pitchFamily="49" charset="-122"/>
                <a:ea typeface="黑体" panose="02010609060101010101" pitchFamily="49" charset="-122"/>
              </a:rPr>
              <a:t>8</a:t>
            </a:r>
            <a:r>
              <a:rPr lang="en-US" altLang="zh-CN" dirty="0">
                <a:solidFill>
                  <a:srgbClr val="000066"/>
                </a:solidFill>
                <a:latin typeface="黑体" panose="02010609060101010101" pitchFamily="49" charset="-122"/>
                <a:ea typeface="黑体" panose="02010609060101010101" pitchFamily="49" charset="-122"/>
              </a:rPr>
              <a:t> 9 </a:t>
            </a:r>
            <a:r>
              <a:rPr lang="en-US" altLang="zh-CN" dirty="0">
                <a:solidFill>
                  <a:schemeClr val="folHlink"/>
                </a:solidFill>
                <a:latin typeface="黑体" panose="02010609060101010101" pitchFamily="49" charset="-122"/>
                <a:ea typeface="黑体" panose="02010609060101010101" pitchFamily="49" charset="-122"/>
              </a:rPr>
              <a:t>10</a:t>
            </a:r>
            <a:r>
              <a:rPr lang="en-US" altLang="zh-CN" dirty="0">
                <a:solidFill>
                  <a:srgbClr val="000066"/>
                </a:solidFill>
                <a:latin typeface="黑体" panose="02010609060101010101" pitchFamily="49" charset="-122"/>
                <a:ea typeface="黑体" panose="02010609060101010101" pitchFamily="49" charset="-122"/>
              </a:rPr>
              <a:t> 11 </a:t>
            </a:r>
            <a:r>
              <a:rPr lang="en-US" altLang="zh-CN" dirty="0">
                <a:solidFill>
                  <a:schemeClr val="folHlink"/>
                </a:solidFill>
                <a:latin typeface="黑体" panose="02010609060101010101" pitchFamily="49" charset="-122"/>
                <a:ea typeface="黑体" panose="02010609060101010101" pitchFamily="49" charset="-122"/>
              </a:rPr>
              <a:t>12</a:t>
            </a:r>
            <a:r>
              <a:rPr lang="en-US" altLang="zh-CN" dirty="0">
                <a:solidFill>
                  <a:srgbClr val="000066"/>
                </a:solidFill>
                <a:latin typeface="黑体" panose="02010609060101010101" pitchFamily="49" charset="-122"/>
                <a:ea typeface="黑体" panose="02010609060101010101" pitchFamily="49" charset="-122"/>
              </a:rPr>
              <a:t> 13 </a:t>
            </a:r>
            <a:r>
              <a:rPr lang="en-US" altLang="zh-CN" dirty="0">
                <a:solidFill>
                  <a:schemeClr val="folHlink"/>
                </a:solidFill>
                <a:latin typeface="黑体" panose="02010609060101010101" pitchFamily="49" charset="-122"/>
                <a:ea typeface="黑体" panose="02010609060101010101" pitchFamily="49" charset="-122"/>
              </a:rPr>
              <a:t>14</a:t>
            </a:r>
            <a:r>
              <a:rPr lang="en-US" altLang="zh-CN" dirty="0">
                <a:solidFill>
                  <a:srgbClr val="000066"/>
                </a:solidFill>
                <a:latin typeface="黑体" panose="02010609060101010101" pitchFamily="49" charset="-122"/>
                <a:ea typeface="黑体" panose="02010609060101010101" pitchFamily="49" charset="-122"/>
              </a:rPr>
              <a:t> 15 </a:t>
            </a:r>
            <a:r>
              <a:rPr lang="en-US" altLang="zh-CN" dirty="0">
                <a:solidFill>
                  <a:schemeClr val="folHlink"/>
                </a:solidFill>
                <a:latin typeface="黑体" panose="02010609060101010101" pitchFamily="49" charset="-122"/>
                <a:ea typeface="黑体" panose="02010609060101010101" pitchFamily="49" charset="-122"/>
              </a:rPr>
              <a:t>16</a:t>
            </a:r>
            <a:r>
              <a:rPr lang="en-US" altLang="zh-CN" dirty="0">
                <a:solidFill>
                  <a:srgbClr val="000066"/>
                </a:solidFill>
                <a:latin typeface="黑体" panose="02010609060101010101" pitchFamily="49" charset="-122"/>
                <a:ea typeface="黑体" panose="02010609060101010101" pitchFamily="49" charset="-122"/>
              </a:rPr>
              <a:t> 17 </a:t>
            </a:r>
            <a:r>
              <a:rPr lang="en-US" altLang="zh-CN" dirty="0">
                <a:solidFill>
                  <a:srgbClr val="000066"/>
                </a:solidFill>
                <a:latin typeface="Times New Roman" panose="02020603050405020304" charset="0"/>
                <a:ea typeface="黑体" panose="02010609060101010101" pitchFamily="49" charset="-122"/>
              </a:rPr>
              <a:t>…</a:t>
            </a:r>
            <a:endParaRPr lang="en-US" altLang="zh-CN" dirty="0">
              <a:solidFill>
                <a:srgbClr val="000066"/>
              </a:solidFill>
              <a:latin typeface="黑体" panose="02010609060101010101" pitchFamily="49" charset="-122"/>
              <a:ea typeface="黑体" panose="02010609060101010101" pitchFamily="49" charset="-122"/>
            </a:endParaRPr>
          </a:p>
        </p:txBody>
      </p:sp>
      <p:sp>
        <p:nvSpPr>
          <p:cNvPr id="9" name="Text Box 5"/>
          <p:cNvSpPr txBox="1">
            <a:spLocks noChangeArrowheads="1"/>
          </p:cNvSpPr>
          <p:nvPr/>
        </p:nvSpPr>
        <p:spPr bwMode="auto">
          <a:xfrm>
            <a:off x="1233170" y="3719512"/>
            <a:ext cx="9072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r>
              <a:rPr lang="zh-CN" altLang="en-US">
                <a:solidFill>
                  <a:srgbClr val="000066"/>
                </a:solidFill>
                <a:latin typeface="黑体" panose="02010609060101010101" pitchFamily="49" charset="-122"/>
                <a:ea typeface="黑体" panose="02010609060101010101" pitchFamily="49" charset="-122"/>
              </a:rPr>
              <a:t>筛掉</a:t>
            </a:r>
            <a:r>
              <a:rPr lang="en-US" altLang="zh-CN">
                <a:solidFill>
                  <a:srgbClr val="000066"/>
                </a:solidFill>
                <a:latin typeface="黑体" panose="02010609060101010101" pitchFamily="49" charset="-122"/>
                <a:ea typeface="黑体" panose="02010609060101010101" pitchFamily="49" charset="-122"/>
              </a:rPr>
              <a:t>3</a:t>
            </a:r>
            <a:r>
              <a:rPr lang="zh-CN" altLang="en-US">
                <a:solidFill>
                  <a:srgbClr val="000066"/>
                </a:solidFill>
                <a:latin typeface="黑体" panose="02010609060101010101" pitchFamily="49" charset="-122"/>
                <a:ea typeface="黑体" panose="02010609060101010101" pitchFamily="49" charset="-122"/>
              </a:rPr>
              <a:t>的倍数：</a:t>
            </a:r>
            <a:r>
              <a:rPr lang="en-US" altLang="zh-CN">
                <a:solidFill>
                  <a:srgbClr val="000066"/>
                </a:solidFill>
                <a:latin typeface="黑体" panose="02010609060101010101" pitchFamily="49" charset="-122"/>
                <a:ea typeface="黑体" panose="02010609060101010101" pitchFamily="49" charset="-122"/>
              </a:rPr>
              <a:t>2 </a:t>
            </a:r>
            <a:r>
              <a:rPr lang="en-US" altLang="zh-CN">
                <a:solidFill>
                  <a:srgbClr val="FF0000"/>
                </a:solidFill>
                <a:latin typeface="黑体" panose="02010609060101010101" pitchFamily="49" charset="-122"/>
                <a:ea typeface="黑体" panose="02010609060101010101" pitchFamily="49" charset="-122"/>
              </a:rPr>
              <a:t>3</a:t>
            </a:r>
            <a:r>
              <a:rPr lang="en-US" altLang="zh-CN">
                <a:solidFill>
                  <a:srgbClr val="000066"/>
                </a:solidFill>
                <a:latin typeface="黑体" panose="02010609060101010101" pitchFamily="49" charset="-122"/>
                <a:ea typeface="黑体" panose="02010609060101010101" pitchFamily="49" charset="-122"/>
              </a:rPr>
              <a:t> 5 7 </a:t>
            </a:r>
            <a:r>
              <a:rPr lang="en-US" altLang="zh-CN">
                <a:solidFill>
                  <a:schemeClr val="folHlink"/>
                </a:solidFill>
                <a:latin typeface="黑体" panose="02010609060101010101" pitchFamily="49" charset="-122"/>
                <a:ea typeface="黑体" panose="02010609060101010101" pitchFamily="49" charset="-122"/>
              </a:rPr>
              <a:t>9</a:t>
            </a:r>
            <a:r>
              <a:rPr lang="en-US" altLang="zh-CN">
                <a:solidFill>
                  <a:srgbClr val="000066"/>
                </a:solidFill>
                <a:latin typeface="黑体" panose="02010609060101010101" pitchFamily="49" charset="-122"/>
                <a:ea typeface="黑体" panose="02010609060101010101" pitchFamily="49" charset="-122"/>
              </a:rPr>
              <a:t> 11 13 </a:t>
            </a:r>
            <a:r>
              <a:rPr lang="en-US" altLang="zh-CN">
                <a:solidFill>
                  <a:schemeClr val="folHlink"/>
                </a:solidFill>
                <a:latin typeface="黑体" panose="02010609060101010101" pitchFamily="49" charset="-122"/>
                <a:ea typeface="黑体" panose="02010609060101010101" pitchFamily="49" charset="-122"/>
              </a:rPr>
              <a:t>15</a:t>
            </a:r>
            <a:r>
              <a:rPr lang="en-US" altLang="zh-CN">
                <a:solidFill>
                  <a:srgbClr val="000066"/>
                </a:solidFill>
                <a:latin typeface="黑体" panose="02010609060101010101" pitchFamily="49" charset="-122"/>
                <a:ea typeface="黑体" panose="02010609060101010101" pitchFamily="49" charset="-122"/>
              </a:rPr>
              <a:t> 17 19 </a:t>
            </a:r>
            <a:r>
              <a:rPr lang="en-US" altLang="zh-CN">
                <a:solidFill>
                  <a:schemeClr val="folHlink"/>
                </a:solidFill>
                <a:latin typeface="黑体" panose="02010609060101010101" pitchFamily="49" charset="-122"/>
                <a:ea typeface="黑体" panose="02010609060101010101" pitchFamily="49" charset="-122"/>
              </a:rPr>
              <a:t>21</a:t>
            </a:r>
            <a:r>
              <a:rPr lang="en-US" altLang="zh-CN">
                <a:solidFill>
                  <a:srgbClr val="000066"/>
                </a:solidFill>
                <a:latin typeface="黑体" panose="02010609060101010101" pitchFamily="49" charset="-122"/>
                <a:ea typeface="黑体" panose="02010609060101010101" pitchFamily="49" charset="-122"/>
              </a:rPr>
              <a:t> 23 25 </a:t>
            </a:r>
            <a:r>
              <a:rPr lang="en-US" altLang="zh-CN">
                <a:solidFill>
                  <a:schemeClr val="folHlink"/>
                </a:solidFill>
                <a:latin typeface="黑体" panose="02010609060101010101" pitchFamily="49" charset="-122"/>
                <a:ea typeface="黑体" panose="02010609060101010101" pitchFamily="49" charset="-122"/>
              </a:rPr>
              <a:t>27</a:t>
            </a:r>
            <a:r>
              <a:rPr lang="en-US" altLang="zh-CN">
                <a:solidFill>
                  <a:srgbClr val="000066"/>
                </a:solidFill>
                <a:latin typeface="黑体" panose="02010609060101010101" pitchFamily="49" charset="-122"/>
                <a:ea typeface="黑体" panose="02010609060101010101" pitchFamily="49" charset="-122"/>
              </a:rPr>
              <a:t> 29 </a:t>
            </a:r>
            <a:r>
              <a:rPr lang="en-US" altLang="zh-CN">
                <a:solidFill>
                  <a:srgbClr val="000066"/>
                </a:solidFill>
                <a:latin typeface="Times New Roman" panose="02020603050405020304" charset="0"/>
                <a:ea typeface="黑体" panose="02010609060101010101" pitchFamily="49" charset="-122"/>
              </a:rPr>
              <a:t>…</a:t>
            </a:r>
            <a:endParaRPr lang="en-US" altLang="zh-CN">
              <a:solidFill>
                <a:srgbClr val="000066"/>
              </a:solidFill>
              <a:latin typeface="黑体" panose="02010609060101010101" pitchFamily="49" charset="-122"/>
              <a:ea typeface="黑体" panose="02010609060101010101" pitchFamily="49" charset="-122"/>
            </a:endParaRPr>
          </a:p>
        </p:txBody>
      </p:sp>
      <p:sp>
        <p:nvSpPr>
          <p:cNvPr id="10" name="Text Box 6"/>
          <p:cNvSpPr txBox="1">
            <a:spLocks noChangeArrowheads="1"/>
          </p:cNvSpPr>
          <p:nvPr/>
        </p:nvSpPr>
        <p:spPr bwMode="auto">
          <a:xfrm>
            <a:off x="1233170" y="4368800"/>
            <a:ext cx="9072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r>
              <a:rPr lang="zh-CN" altLang="en-US">
                <a:solidFill>
                  <a:srgbClr val="000066"/>
                </a:solidFill>
                <a:latin typeface="黑体" panose="02010609060101010101" pitchFamily="49" charset="-122"/>
                <a:ea typeface="黑体" panose="02010609060101010101" pitchFamily="49" charset="-122"/>
              </a:rPr>
              <a:t>筛掉</a:t>
            </a:r>
            <a:r>
              <a:rPr lang="en-US" altLang="zh-CN">
                <a:solidFill>
                  <a:srgbClr val="000066"/>
                </a:solidFill>
                <a:latin typeface="黑体" panose="02010609060101010101" pitchFamily="49" charset="-122"/>
                <a:ea typeface="黑体" panose="02010609060101010101" pitchFamily="49" charset="-122"/>
              </a:rPr>
              <a:t>5</a:t>
            </a:r>
            <a:r>
              <a:rPr lang="zh-CN" altLang="en-US">
                <a:solidFill>
                  <a:srgbClr val="000066"/>
                </a:solidFill>
                <a:latin typeface="黑体" panose="02010609060101010101" pitchFamily="49" charset="-122"/>
                <a:ea typeface="黑体" panose="02010609060101010101" pitchFamily="49" charset="-122"/>
              </a:rPr>
              <a:t>的倍数：</a:t>
            </a:r>
            <a:r>
              <a:rPr lang="en-US" altLang="zh-CN">
                <a:solidFill>
                  <a:srgbClr val="000066"/>
                </a:solidFill>
                <a:latin typeface="黑体" panose="02010609060101010101" pitchFamily="49" charset="-122"/>
                <a:ea typeface="黑体" panose="02010609060101010101" pitchFamily="49" charset="-122"/>
              </a:rPr>
              <a:t>2 3 </a:t>
            </a:r>
            <a:r>
              <a:rPr lang="en-US" altLang="zh-CN">
                <a:solidFill>
                  <a:srgbClr val="FF0000"/>
                </a:solidFill>
                <a:latin typeface="黑体" panose="02010609060101010101" pitchFamily="49" charset="-122"/>
                <a:ea typeface="黑体" panose="02010609060101010101" pitchFamily="49" charset="-122"/>
              </a:rPr>
              <a:t>5</a:t>
            </a:r>
            <a:r>
              <a:rPr lang="en-US" altLang="zh-CN">
                <a:solidFill>
                  <a:srgbClr val="000066"/>
                </a:solidFill>
                <a:latin typeface="黑体" panose="02010609060101010101" pitchFamily="49" charset="-122"/>
                <a:ea typeface="黑体" panose="02010609060101010101" pitchFamily="49" charset="-122"/>
              </a:rPr>
              <a:t> 7 11 13 17 19 23 </a:t>
            </a:r>
            <a:r>
              <a:rPr lang="en-US" altLang="zh-CN">
                <a:solidFill>
                  <a:schemeClr val="folHlink"/>
                </a:solidFill>
                <a:latin typeface="黑体" panose="02010609060101010101" pitchFamily="49" charset="-122"/>
                <a:ea typeface="黑体" panose="02010609060101010101" pitchFamily="49" charset="-122"/>
              </a:rPr>
              <a:t>25</a:t>
            </a:r>
            <a:r>
              <a:rPr lang="en-US" altLang="zh-CN">
                <a:solidFill>
                  <a:srgbClr val="000066"/>
                </a:solidFill>
                <a:latin typeface="黑体" panose="02010609060101010101" pitchFamily="49" charset="-122"/>
                <a:ea typeface="黑体" panose="02010609060101010101" pitchFamily="49" charset="-122"/>
              </a:rPr>
              <a:t> 29 31 </a:t>
            </a:r>
            <a:r>
              <a:rPr lang="en-US" altLang="zh-CN">
                <a:solidFill>
                  <a:schemeClr val="folHlink"/>
                </a:solidFill>
                <a:latin typeface="黑体" panose="02010609060101010101" pitchFamily="49" charset="-122"/>
                <a:ea typeface="黑体" panose="02010609060101010101" pitchFamily="49" charset="-122"/>
              </a:rPr>
              <a:t>35</a:t>
            </a:r>
            <a:r>
              <a:rPr lang="en-US" altLang="zh-CN">
                <a:solidFill>
                  <a:srgbClr val="000066"/>
                </a:solidFill>
                <a:latin typeface="黑体" panose="02010609060101010101" pitchFamily="49" charset="-122"/>
                <a:ea typeface="黑体" panose="02010609060101010101" pitchFamily="49" charset="-122"/>
              </a:rPr>
              <a:t> 37 41 </a:t>
            </a:r>
            <a:r>
              <a:rPr lang="en-US" altLang="zh-CN">
                <a:solidFill>
                  <a:srgbClr val="000066"/>
                </a:solidFill>
                <a:latin typeface="Times New Roman" panose="02020603050405020304" charset="0"/>
                <a:ea typeface="黑体" panose="02010609060101010101" pitchFamily="49" charset="-122"/>
              </a:rPr>
              <a:t>…</a:t>
            </a:r>
            <a:endParaRPr lang="en-US" altLang="zh-CN">
              <a:solidFill>
                <a:srgbClr val="000066"/>
              </a:solidFill>
              <a:latin typeface="黑体" panose="02010609060101010101" pitchFamily="49" charset="-122"/>
              <a:ea typeface="黑体" panose="02010609060101010101" pitchFamily="49" charset="-122"/>
            </a:endParaRPr>
          </a:p>
        </p:txBody>
      </p:sp>
      <p:sp>
        <p:nvSpPr>
          <p:cNvPr id="11" name="Text Box 7"/>
          <p:cNvSpPr txBox="1">
            <a:spLocks noChangeArrowheads="1"/>
          </p:cNvSpPr>
          <p:nvPr/>
        </p:nvSpPr>
        <p:spPr bwMode="auto">
          <a:xfrm>
            <a:off x="1233170" y="4943475"/>
            <a:ext cx="90725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r>
              <a:rPr lang="zh-CN" altLang="en-US">
                <a:solidFill>
                  <a:srgbClr val="000066"/>
                </a:solidFill>
                <a:latin typeface="黑体" panose="02010609060101010101" pitchFamily="49" charset="-122"/>
                <a:ea typeface="黑体" panose="02010609060101010101" pitchFamily="49" charset="-122"/>
              </a:rPr>
              <a:t>筛掉</a:t>
            </a:r>
            <a:r>
              <a:rPr lang="en-US" altLang="zh-CN">
                <a:solidFill>
                  <a:srgbClr val="000066"/>
                </a:solidFill>
                <a:latin typeface="黑体" panose="02010609060101010101" pitchFamily="49" charset="-122"/>
                <a:ea typeface="黑体" panose="02010609060101010101" pitchFamily="49" charset="-122"/>
              </a:rPr>
              <a:t>7</a:t>
            </a:r>
            <a:r>
              <a:rPr lang="zh-CN" altLang="en-US">
                <a:solidFill>
                  <a:srgbClr val="000066"/>
                </a:solidFill>
                <a:latin typeface="黑体" panose="02010609060101010101" pitchFamily="49" charset="-122"/>
                <a:ea typeface="黑体" panose="02010609060101010101" pitchFamily="49" charset="-122"/>
              </a:rPr>
              <a:t>的倍数：</a:t>
            </a:r>
            <a:r>
              <a:rPr lang="en-US" altLang="zh-CN">
                <a:solidFill>
                  <a:srgbClr val="000066"/>
                </a:solidFill>
                <a:latin typeface="黑体" panose="02010609060101010101" pitchFamily="49" charset="-122"/>
                <a:ea typeface="黑体" panose="02010609060101010101" pitchFamily="49" charset="-122"/>
              </a:rPr>
              <a:t>2 3 5 </a:t>
            </a:r>
            <a:r>
              <a:rPr lang="en-US" altLang="zh-CN">
                <a:solidFill>
                  <a:srgbClr val="FF0000"/>
                </a:solidFill>
                <a:latin typeface="黑体" panose="02010609060101010101" pitchFamily="49" charset="-122"/>
                <a:ea typeface="黑体" panose="02010609060101010101" pitchFamily="49" charset="-122"/>
              </a:rPr>
              <a:t>7</a:t>
            </a:r>
            <a:r>
              <a:rPr lang="en-US" altLang="zh-CN">
                <a:solidFill>
                  <a:srgbClr val="000066"/>
                </a:solidFill>
                <a:latin typeface="黑体" panose="02010609060101010101" pitchFamily="49" charset="-122"/>
                <a:ea typeface="黑体" panose="02010609060101010101" pitchFamily="49" charset="-122"/>
              </a:rPr>
              <a:t> 11 13 17 19 23 29 31 37 41 43 47 </a:t>
            </a:r>
            <a:endParaRPr lang="en-US" altLang="zh-CN">
              <a:solidFill>
                <a:schemeClr val="folHlink"/>
              </a:solidFill>
              <a:latin typeface="黑体" panose="02010609060101010101" pitchFamily="49" charset="-122"/>
              <a:ea typeface="黑体" panose="02010609060101010101" pitchFamily="49" charset="-122"/>
            </a:endParaRPr>
          </a:p>
        </p:txBody>
      </p:sp>
      <p:sp>
        <p:nvSpPr>
          <p:cNvPr id="12" name="Text Box 8"/>
          <p:cNvSpPr txBox="1">
            <a:spLocks noChangeArrowheads="1"/>
          </p:cNvSpPr>
          <p:nvPr/>
        </p:nvSpPr>
        <p:spPr bwMode="auto">
          <a:xfrm>
            <a:off x="1233170" y="5545137"/>
            <a:ext cx="9072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r>
              <a:rPr lang="zh-CN" altLang="en-US">
                <a:solidFill>
                  <a:srgbClr val="000066"/>
                </a:solidFill>
                <a:latin typeface="黑体" panose="02010609060101010101" pitchFamily="49" charset="-122"/>
                <a:ea typeface="黑体" panose="02010609060101010101" pitchFamily="49" charset="-122"/>
              </a:rPr>
              <a:t>留下素数序列：</a:t>
            </a:r>
            <a:r>
              <a:rPr lang="en-US" altLang="zh-CN">
                <a:solidFill>
                  <a:srgbClr val="000066"/>
                </a:solidFill>
                <a:latin typeface="黑体" panose="02010609060101010101" pitchFamily="49" charset="-122"/>
                <a:ea typeface="黑体" panose="02010609060101010101" pitchFamily="49" charset="-122"/>
              </a:rPr>
              <a:t>2 3 5 7 11 13 17 19 23 29 31 37 41 43 47</a:t>
            </a:r>
            <a:endParaRPr lang="en-US" altLang="zh-CN">
              <a:solidFill>
                <a:srgbClr val="000066"/>
              </a:solidFill>
              <a:latin typeface="黑体" panose="02010609060101010101" pitchFamily="49" charset="-122"/>
              <a:ea typeface="黑体" panose="02010609060101010101" pitchFamily="49" charset="-122"/>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dissolv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dissolve">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3200" b="1" dirty="0" smtClean="0">
                <a:solidFill>
                  <a:srgbClr val="376092"/>
                </a:solidFill>
              </a:rPr>
              <a:t>1.1 </a:t>
            </a:r>
            <a:r>
              <a:rPr kumimoji="1" lang="zh-CN" altLang="en-US" sz="3200" b="1" dirty="0" smtClean="0">
                <a:solidFill>
                  <a:srgbClr val="376092"/>
                </a:solidFill>
              </a:rPr>
              <a:t>从素数问题看面向</a:t>
            </a:r>
            <a:r>
              <a:rPr kumimoji="1" lang="zh-CN" altLang="en-US" sz="3200" b="1" dirty="0" smtClean="0">
                <a:solidFill>
                  <a:srgbClr val="376092"/>
                </a:solidFill>
              </a:rPr>
              <a:t>对象</a:t>
            </a:r>
            <a:endParaRPr kumimoji="1" lang="zh-CN" altLang="en-US" sz="32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zh-CN" altLang="en-US" sz="3200" b="1" dirty="0">
                  <a:solidFill>
                    <a:schemeClr val="tx2">
                      <a:lumMod val="75000"/>
                    </a:schemeClr>
                  </a:solidFill>
                  <a:latin typeface="+mj-lt"/>
                  <a:ea typeface="黑体" panose="02010609060101010101" pitchFamily="49" charset="-122"/>
                  <a:cs typeface="+mj-lt"/>
                </a:rPr>
                <a:t>上升到面向</a:t>
              </a:r>
              <a:r>
                <a:rPr lang="zh-CN" altLang="en-US" sz="3200" b="1" dirty="0">
                  <a:solidFill>
                    <a:schemeClr val="tx2">
                      <a:lumMod val="75000"/>
                    </a:schemeClr>
                  </a:solidFill>
                  <a:latin typeface="+mj-lt"/>
                  <a:ea typeface="黑体" panose="02010609060101010101" pitchFamily="49" charset="-122"/>
                  <a:cs typeface="+mj-lt"/>
                </a:rPr>
                <a:t>对象</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2" name="文本框 1"/>
          <p:cNvSpPr txBox="1"/>
          <p:nvPr/>
        </p:nvSpPr>
        <p:spPr>
          <a:xfrm>
            <a:off x="9119870" y="1123315"/>
            <a:ext cx="2286635" cy="460375"/>
          </a:xfrm>
          <a:prstGeom prst="rect">
            <a:avLst/>
          </a:prstGeom>
          <a:noFill/>
        </p:spPr>
        <p:txBody>
          <a:bodyPr wrap="none" rtlCol="0" anchor="t">
            <a:spAutoFit/>
          </a:bodyPr>
          <a:p>
            <a:pPr algn="r" eaLnBrk="1" hangingPunct="1"/>
            <a:r>
              <a:rPr lang="zh-CN" altLang="en-US" b="1" i="1" dirty="0">
                <a:ea typeface="宋体" pitchFamily="2" charset="-122"/>
                <a:sym typeface="+mn-ea"/>
              </a:rPr>
              <a:t>案例</a:t>
            </a:r>
            <a:r>
              <a:rPr lang="en-US" altLang="zh-CN" b="1" i="1" dirty="0">
                <a:ea typeface="宋体" pitchFamily="2" charset="-122"/>
                <a:sym typeface="+mn-ea"/>
              </a:rPr>
              <a:t>1-</a:t>
            </a:r>
            <a:r>
              <a:rPr lang="zh-CN" altLang="en-US" b="1" i="1" dirty="0">
                <a:ea typeface="宋体" pitchFamily="2" charset="-122"/>
                <a:sym typeface="+mn-ea"/>
              </a:rPr>
              <a:t>素数问题</a:t>
            </a:r>
            <a:endParaRPr lang="zh-CN" altLang="en-US"/>
          </a:p>
        </p:txBody>
      </p:sp>
      <p:sp>
        <p:nvSpPr>
          <p:cNvPr id="5" name="文本框 4"/>
          <p:cNvSpPr txBox="1"/>
          <p:nvPr/>
        </p:nvSpPr>
        <p:spPr>
          <a:xfrm>
            <a:off x="628015" y="1989455"/>
            <a:ext cx="10778490" cy="3609975"/>
          </a:xfrm>
          <a:prstGeom prst="rect">
            <a:avLst/>
          </a:prstGeom>
          <a:noFill/>
        </p:spPr>
        <p:txBody>
          <a:bodyPr wrap="square" rtlCol="0" anchor="t">
            <a:spAutoFit/>
          </a:bodyPr>
          <a:p>
            <a:pPr marL="342900" indent="-342900" eaLnBrk="1" hangingPunct="1">
              <a:lnSpc>
                <a:spcPct val="130000"/>
              </a:lnSpc>
              <a:buFont typeface="Arial" panose="020B0604020202090204" pitchFamily="34" charset="0"/>
              <a:buChar char="•"/>
            </a:pPr>
            <a:r>
              <a:rPr lang="zh-CN" altLang="en-US" sz="2600" dirty="0">
                <a:sym typeface="+mn-ea"/>
              </a:rPr>
              <a:t>用结构化思维解决上述问题</a:t>
            </a:r>
            <a:endParaRPr lang="zh-CN" altLang="en-US" sz="2600" dirty="0"/>
          </a:p>
          <a:p>
            <a:pPr marL="342900" indent="-342900" eaLnBrk="1" hangingPunct="1">
              <a:lnSpc>
                <a:spcPct val="130000"/>
              </a:lnSpc>
              <a:buFont typeface="Arial" panose="020B0604020202090204" pitchFamily="34" charset="0"/>
              <a:buChar char="•"/>
            </a:pPr>
            <a:r>
              <a:rPr lang="zh-CN" altLang="en-US" sz="2600" dirty="0">
                <a:sym typeface="+mn-ea"/>
              </a:rPr>
              <a:t>用对象思维解决上述问题</a:t>
            </a:r>
            <a:endParaRPr lang="zh-CN" altLang="en-US" sz="2600" dirty="0"/>
          </a:p>
          <a:p>
            <a:pPr marL="342900" indent="-342900" eaLnBrk="1" hangingPunct="1">
              <a:lnSpc>
                <a:spcPct val="130000"/>
              </a:lnSpc>
              <a:buFont typeface="Arial" panose="020B0604020202090204" pitchFamily="34" charset="0"/>
              <a:buChar char="•"/>
            </a:pPr>
            <a:r>
              <a:rPr lang="zh-CN" altLang="en-US" sz="2600" dirty="0">
                <a:sym typeface="+mn-ea"/>
              </a:rPr>
              <a:t>将解决思路用合适的方式记录下来</a:t>
            </a:r>
            <a:endParaRPr lang="zh-CN" altLang="en-US" sz="2600" dirty="0"/>
          </a:p>
          <a:p>
            <a:pPr marL="342900" indent="-342900" eaLnBrk="1" hangingPunct="1">
              <a:lnSpc>
                <a:spcPct val="130000"/>
              </a:lnSpc>
              <a:buFont typeface="Arial" panose="020B0604020202090204" pitchFamily="34" charset="0"/>
              <a:buChar char="•"/>
            </a:pPr>
            <a:r>
              <a:rPr lang="zh-CN" altLang="en-US" sz="2600" dirty="0">
                <a:sym typeface="+mn-ea"/>
              </a:rPr>
              <a:t>思考：</a:t>
            </a:r>
            <a:endParaRPr lang="zh-CN" altLang="en-US" sz="2600" dirty="0"/>
          </a:p>
          <a:p>
            <a:pPr marL="952500" lvl="1" indent="-342900" eaLnBrk="1" hangingPunct="1">
              <a:lnSpc>
                <a:spcPct val="130000"/>
              </a:lnSpc>
              <a:buFont typeface="Wingdings" panose="05000000000000000000" charset="0"/>
              <a:buChar char=""/>
            </a:pPr>
            <a:r>
              <a:rPr lang="zh-CN" altLang="en-US" b="1" dirty="0">
                <a:sym typeface="+mn-ea"/>
              </a:rPr>
              <a:t>结构化思维与对象化思维有什么本质的不同？体现了怎样的思维差异？对象思想有何优势？</a:t>
            </a:r>
            <a:endParaRPr lang="zh-CN" altLang="en-US" b="1" dirty="0"/>
          </a:p>
          <a:p>
            <a:pPr marL="952500" lvl="1" indent="-342900" eaLnBrk="1" hangingPunct="1">
              <a:lnSpc>
                <a:spcPct val="130000"/>
              </a:lnSpc>
              <a:buFont typeface="Wingdings" panose="05000000000000000000" charset="0"/>
              <a:buChar char=""/>
            </a:pPr>
            <a:r>
              <a:rPr lang="zh-CN" altLang="en-US" b="1" dirty="0">
                <a:sym typeface="+mn-ea"/>
              </a:rPr>
              <a:t>如何表达设计思想：代码？图形？</a:t>
            </a:r>
            <a:endParaRPr lang="zh-CN" altLang="en-US"/>
          </a:p>
        </p:txBody>
      </p:sp>
    </p:spTree>
  </p:cSld>
  <p:clrMapOvr>
    <a:masterClrMapping/>
  </p:clrMapOvr>
  <p:transition spd="slow">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3200" b="1" dirty="0" smtClean="0">
                <a:solidFill>
                  <a:srgbClr val="376092"/>
                </a:solidFill>
              </a:rPr>
              <a:t>1.1 </a:t>
            </a:r>
            <a:r>
              <a:rPr kumimoji="1" lang="zh-CN" altLang="en-US" sz="3200" b="1" dirty="0" smtClean="0">
                <a:solidFill>
                  <a:srgbClr val="376092"/>
                </a:solidFill>
              </a:rPr>
              <a:t>从素数问题看面向</a:t>
            </a:r>
            <a:r>
              <a:rPr kumimoji="1" lang="zh-CN" altLang="en-US" sz="3200" b="1" dirty="0" smtClean="0">
                <a:solidFill>
                  <a:srgbClr val="376092"/>
                </a:solidFill>
              </a:rPr>
              <a:t>对象</a:t>
            </a:r>
            <a:endParaRPr kumimoji="1" lang="zh-CN" altLang="en-US" sz="32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zh-CN" altLang="en-US" sz="3200" b="1" dirty="0">
                  <a:solidFill>
                    <a:schemeClr val="tx2">
                      <a:lumMod val="75000"/>
                    </a:schemeClr>
                  </a:solidFill>
                  <a:latin typeface="+mj-lt"/>
                  <a:ea typeface="黑体" panose="02010609060101010101" pitchFamily="49" charset="-122"/>
                  <a:cs typeface="+mj-lt"/>
                </a:rPr>
                <a:t>上升到面向</a:t>
              </a:r>
              <a:r>
                <a:rPr lang="zh-CN" altLang="en-US" sz="3200" b="1" dirty="0">
                  <a:solidFill>
                    <a:schemeClr val="tx2">
                      <a:lumMod val="75000"/>
                    </a:schemeClr>
                  </a:solidFill>
                  <a:latin typeface="+mj-lt"/>
                  <a:ea typeface="黑体" panose="02010609060101010101" pitchFamily="49" charset="-122"/>
                  <a:cs typeface="+mj-lt"/>
                </a:rPr>
                <a:t>对象</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2" name="文本框 1"/>
          <p:cNvSpPr txBox="1"/>
          <p:nvPr/>
        </p:nvSpPr>
        <p:spPr>
          <a:xfrm>
            <a:off x="9119870" y="1123315"/>
            <a:ext cx="2286635" cy="460375"/>
          </a:xfrm>
          <a:prstGeom prst="rect">
            <a:avLst/>
          </a:prstGeom>
          <a:noFill/>
        </p:spPr>
        <p:txBody>
          <a:bodyPr wrap="none" rtlCol="0" anchor="t">
            <a:spAutoFit/>
          </a:bodyPr>
          <a:p>
            <a:pPr algn="r" eaLnBrk="1" hangingPunct="1"/>
            <a:r>
              <a:rPr lang="zh-CN" altLang="en-US" b="1" i="1" dirty="0">
                <a:ea typeface="宋体" pitchFamily="2" charset="-122"/>
                <a:sym typeface="+mn-ea"/>
              </a:rPr>
              <a:t>案例</a:t>
            </a:r>
            <a:r>
              <a:rPr lang="en-US" altLang="zh-CN" b="1" i="1" dirty="0">
                <a:ea typeface="宋体" pitchFamily="2" charset="-122"/>
                <a:sym typeface="+mn-ea"/>
              </a:rPr>
              <a:t>1-</a:t>
            </a:r>
            <a:r>
              <a:rPr lang="zh-CN" altLang="en-US" b="1" i="1" dirty="0">
                <a:ea typeface="宋体" pitchFamily="2" charset="-122"/>
                <a:sym typeface="+mn-ea"/>
              </a:rPr>
              <a:t>素数问题</a:t>
            </a:r>
            <a:endParaRPr lang="zh-CN" altLang="en-US"/>
          </a:p>
        </p:txBody>
      </p:sp>
      <p:sp>
        <p:nvSpPr>
          <p:cNvPr id="5" name="文本框 4"/>
          <p:cNvSpPr txBox="1"/>
          <p:nvPr/>
        </p:nvSpPr>
        <p:spPr>
          <a:xfrm>
            <a:off x="628015" y="1989455"/>
            <a:ext cx="10778490" cy="610870"/>
          </a:xfrm>
          <a:prstGeom prst="rect">
            <a:avLst/>
          </a:prstGeom>
          <a:noFill/>
        </p:spPr>
        <p:txBody>
          <a:bodyPr wrap="square" rtlCol="0" anchor="t">
            <a:spAutoFit/>
          </a:bodyPr>
          <a:p>
            <a:pPr marL="342900" indent="-342900" eaLnBrk="1" hangingPunct="1">
              <a:lnSpc>
                <a:spcPct val="130000"/>
              </a:lnSpc>
              <a:buFont typeface="Arial" panose="020B0604020202090204" pitchFamily="34" charset="0"/>
              <a:buChar char="•"/>
            </a:pPr>
            <a:r>
              <a:rPr lang="zh-CN" altLang="en-US" sz="2600" dirty="0">
                <a:sym typeface="+mn-ea"/>
              </a:rPr>
              <a:t>结构化</a:t>
            </a:r>
            <a:r>
              <a:rPr lang="zh-CN" altLang="en-US" sz="2600" dirty="0">
                <a:sym typeface="+mn-ea"/>
              </a:rPr>
              <a:t>方法设计：</a:t>
            </a:r>
            <a:endParaRPr lang="zh-CN" altLang="en-US" sz="2600" dirty="0">
              <a:sym typeface="+mn-ea"/>
            </a:endParaRPr>
          </a:p>
        </p:txBody>
      </p:sp>
      <p:graphicFrame>
        <p:nvGraphicFramePr>
          <p:cNvPr id="7" name="Object 3"/>
          <p:cNvGraphicFramePr>
            <a:graphicFrameLocks noChangeAspect="1"/>
          </p:cNvGraphicFramePr>
          <p:nvPr/>
        </p:nvGraphicFramePr>
        <p:xfrm>
          <a:off x="4006850" y="1629173"/>
          <a:ext cx="4811713" cy="5111750"/>
        </p:xfrm>
        <a:graphic>
          <a:graphicData uri="http://schemas.openxmlformats.org/presentationml/2006/ole">
            <mc:AlternateContent xmlns:mc="http://schemas.openxmlformats.org/markup-compatibility/2006">
              <mc:Choice xmlns:v="urn:schemas-microsoft-com:vml" Requires="v">
                <p:oleObj spid="_x0000_s7285" name="Visio" r:id="rId1" imgW="4488180" imgH="4761230" progId="Visio.Drawing.11">
                  <p:embed/>
                </p:oleObj>
              </mc:Choice>
              <mc:Fallback>
                <p:oleObj name="Visio" r:id="rId1" imgW="4488180" imgH="4761230" progId="Visio.Drawing.11">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6850" y="1629173"/>
                        <a:ext cx="4811713" cy="5111750"/>
                      </a:xfrm>
                      <a:prstGeom prst="rect">
                        <a:avLst/>
                      </a:prstGeom>
                    </p:spPr>
                  </p:pic>
                </p:oleObj>
              </mc:Fallback>
            </mc:AlternateContent>
          </a:graphicData>
        </a:graphic>
      </p:graphicFrame>
    </p:spTree>
  </p:cSld>
  <p:clrMapOvr>
    <a:masterClrMapping/>
  </p:clrMapOvr>
  <p:transition spd="slow">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3200" b="1" dirty="0" smtClean="0">
                <a:solidFill>
                  <a:srgbClr val="376092"/>
                </a:solidFill>
              </a:rPr>
              <a:t>1.1 </a:t>
            </a:r>
            <a:r>
              <a:rPr kumimoji="1" lang="zh-CN" altLang="en-US" sz="3200" b="1" dirty="0" smtClean="0">
                <a:solidFill>
                  <a:srgbClr val="376092"/>
                </a:solidFill>
              </a:rPr>
              <a:t>从素数问题看面向</a:t>
            </a:r>
            <a:r>
              <a:rPr kumimoji="1" lang="zh-CN" altLang="en-US" sz="3200" b="1" dirty="0" smtClean="0">
                <a:solidFill>
                  <a:srgbClr val="376092"/>
                </a:solidFill>
              </a:rPr>
              <a:t>对象</a:t>
            </a:r>
            <a:endParaRPr kumimoji="1" lang="zh-CN" altLang="en-US" sz="32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zh-CN" altLang="en-US" sz="3200" b="1" dirty="0">
                  <a:solidFill>
                    <a:schemeClr val="tx2">
                      <a:lumMod val="75000"/>
                    </a:schemeClr>
                  </a:solidFill>
                  <a:latin typeface="+mj-lt"/>
                  <a:ea typeface="黑体" panose="02010609060101010101" pitchFamily="49" charset="-122"/>
                  <a:cs typeface="+mj-lt"/>
                </a:rPr>
                <a:t>上升到面向</a:t>
              </a:r>
              <a:r>
                <a:rPr lang="zh-CN" altLang="en-US" sz="3200" b="1" dirty="0">
                  <a:solidFill>
                    <a:schemeClr val="tx2">
                      <a:lumMod val="75000"/>
                    </a:schemeClr>
                  </a:solidFill>
                  <a:latin typeface="+mj-lt"/>
                  <a:ea typeface="黑体" panose="02010609060101010101" pitchFamily="49" charset="-122"/>
                  <a:cs typeface="+mj-lt"/>
                </a:rPr>
                <a:t>对象</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2" name="文本框 1"/>
          <p:cNvSpPr txBox="1"/>
          <p:nvPr/>
        </p:nvSpPr>
        <p:spPr>
          <a:xfrm>
            <a:off x="9119870" y="1123315"/>
            <a:ext cx="2286635" cy="460375"/>
          </a:xfrm>
          <a:prstGeom prst="rect">
            <a:avLst/>
          </a:prstGeom>
          <a:noFill/>
        </p:spPr>
        <p:txBody>
          <a:bodyPr wrap="none" rtlCol="0" anchor="t">
            <a:spAutoFit/>
          </a:bodyPr>
          <a:p>
            <a:pPr algn="r" eaLnBrk="1" hangingPunct="1"/>
            <a:r>
              <a:rPr lang="zh-CN" altLang="en-US" b="1" i="1" dirty="0">
                <a:ea typeface="宋体" pitchFamily="2" charset="-122"/>
                <a:sym typeface="+mn-ea"/>
              </a:rPr>
              <a:t>案例</a:t>
            </a:r>
            <a:r>
              <a:rPr lang="en-US" altLang="zh-CN" b="1" i="1" dirty="0">
                <a:ea typeface="宋体" pitchFamily="2" charset="-122"/>
                <a:sym typeface="+mn-ea"/>
              </a:rPr>
              <a:t>1-</a:t>
            </a:r>
            <a:r>
              <a:rPr lang="zh-CN" altLang="en-US" b="1" i="1" dirty="0">
                <a:ea typeface="宋体" pitchFamily="2" charset="-122"/>
                <a:sym typeface="+mn-ea"/>
              </a:rPr>
              <a:t>素数问题</a:t>
            </a:r>
            <a:endParaRPr lang="zh-CN" altLang="en-US"/>
          </a:p>
        </p:txBody>
      </p:sp>
      <p:sp>
        <p:nvSpPr>
          <p:cNvPr id="5" name="文本框 4"/>
          <p:cNvSpPr txBox="1"/>
          <p:nvPr/>
        </p:nvSpPr>
        <p:spPr>
          <a:xfrm>
            <a:off x="628015" y="1989455"/>
            <a:ext cx="10778490" cy="610870"/>
          </a:xfrm>
          <a:prstGeom prst="rect">
            <a:avLst/>
          </a:prstGeom>
          <a:noFill/>
        </p:spPr>
        <p:txBody>
          <a:bodyPr wrap="square" rtlCol="0" anchor="t">
            <a:spAutoFit/>
          </a:bodyPr>
          <a:p>
            <a:pPr marL="342900" indent="-342900" eaLnBrk="1" hangingPunct="1">
              <a:lnSpc>
                <a:spcPct val="130000"/>
              </a:lnSpc>
              <a:buFont typeface="Arial" panose="020B0604020202090204" pitchFamily="34" charset="0"/>
              <a:buChar char="•"/>
            </a:pPr>
            <a:r>
              <a:rPr lang="zh-CN" altLang="en-US" sz="2600" dirty="0">
                <a:sym typeface="+mn-ea"/>
              </a:rPr>
              <a:t>结构化方法</a:t>
            </a:r>
            <a:r>
              <a:rPr lang="zh-CN" altLang="en-US" sz="2600" dirty="0">
                <a:sym typeface="+mn-ea"/>
              </a:rPr>
              <a:t>实现：</a:t>
            </a:r>
            <a:endParaRPr lang="zh-CN" altLang="en-US" sz="2600" dirty="0">
              <a:sym typeface="+mn-ea"/>
            </a:endParaRPr>
          </a:p>
        </p:txBody>
      </p:sp>
      <p:sp>
        <p:nvSpPr>
          <p:cNvPr id="8" name="Rectangle 3"/>
          <p:cNvSpPr>
            <a:spLocks noChangeArrowheads="1"/>
          </p:cNvSpPr>
          <p:nvPr/>
        </p:nvSpPr>
        <p:spPr bwMode="auto">
          <a:xfrm>
            <a:off x="3790315" y="1774190"/>
            <a:ext cx="6597650" cy="4954270"/>
          </a:xfrm>
          <a:prstGeom prst="rect">
            <a:avLst/>
          </a:prstGeom>
          <a:solidFill>
            <a:schemeClr val="bg2">
              <a:lumMod val="90000"/>
            </a:schemeClr>
          </a:solidFill>
          <a:ln w="9525" algn="ctr">
            <a:noFill/>
            <a:miter lim="800000"/>
          </a:ln>
          <a:effectLst/>
        </p:spPr>
        <p:txBody>
          <a:bodyPr wrap="square">
            <a:spAutoFit/>
          </a:bodyPr>
          <a:p>
            <a:pPr eaLnBrk="0" hangingPunct="0">
              <a:lnSpc>
                <a:spcPct val="80000"/>
              </a:lnSpc>
              <a:spcBef>
                <a:spcPct val="20000"/>
              </a:spcBef>
              <a:defRPr/>
            </a:pPr>
            <a:r>
              <a:rPr lang="en-US" altLang="zh-CN" sz="2000" dirty="0">
                <a:solidFill>
                  <a:srgbClr val="00B050"/>
                </a:solidFill>
                <a:effectLst>
                  <a:outerShdw blurRad="38100" dist="38100" dir="2700000" algn="tl">
                    <a:srgbClr val="C0C0C0"/>
                  </a:outerShdw>
                </a:effectLst>
                <a:latin typeface="Times New Roman" panose="02020603050405020304" charset="0"/>
                <a:ea typeface="黑体" panose="02010609060101010101" pitchFamily="49" charset="-122"/>
              </a:rPr>
              <a:t>//</a:t>
            </a:r>
            <a:r>
              <a:rPr lang="en-US" altLang="zh-CN" sz="2000" dirty="0" err="1">
                <a:solidFill>
                  <a:srgbClr val="00B050"/>
                </a:solidFill>
                <a:effectLst>
                  <a:outerShdw blurRad="38100" dist="38100" dir="2700000" algn="tl">
                    <a:srgbClr val="C0C0C0"/>
                  </a:outerShdw>
                </a:effectLst>
                <a:latin typeface="Times New Roman" panose="02020603050405020304" charset="0"/>
                <a:ea typeface="黑体" panose="02010609060101010101" pitchFamily="49" charset="-122"/>
              </a:rPr>
              <a:t>PrimerNumber.c</a:t>
            </a:r>
            <a:endParaRPr lang="en-US" altLang="zh-CN" sz="2000" dirty="0">
              <a:solidFill>
                <a:srgbClr val="00B050"/>
              </a:solidFill>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2000" dirty="0">
                <a:solidFill>
                  <a:schemeClr val="tx2"/>
                </a:solidFill>
                <a:effectLst>
                  <a:outerShdw blurRad="38100" dist="38100" dir="2700000" algn="tl">
                    <a:srgbClr val="C0C0C0"/>
                  </a:outerShdw>
                </a:effectLst>
                <a:latin typeface="Times New Roman" panose="02020603050405020304" charset="0"/>
                <a:ea typeface="黑体" panose="02010609060101010101" pitchFamily="49" charset="-122"/>
              </a:rPr>
              <a:t>int main(){</a:t>
            </a:r>
            <a:endParaRPr lang="en-US" altLang="zh-CN" sz="2000" dirty="0">
              <a:solidFill>
                <a:schemeClr val="tx2"/>
              </a:solidFill>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2000" dirty="0">
                <a:solidFill>
                  <a:srgbClr val="660066"/>
                </a:solidFill>
                <a:effectLst>
                  <a:outerShdw blurRad="38100" dist="38100" dir="2700000" algn="tl">
                    <a:srgbClr val="C0C0C0"/>
                  </a:outerShdw>
                </a:effectLst>
                <a:latin typeface="Times New Roman" panose="02020603050405020304" charset="0"/>
                <a:ea typeface="黑体" panose="02010609060101010101" pitchFamily="49" charset="-122"/>
              </a:rPr>
              <a:t>  int *</a:t>
            </a:r>
            <a:r>
              <a:rPr lang="en-US" altLang="zh-CN" sz="2000" dirty="0" err="1">
                <a:solidFill>
                  <a:srgbClr val="660066"/>
                </a:solidFill>
                <a:effectLst>
                  <a:outerShdw blurRad="38100" dist="38100" dir="2700000" algn="tl">
                    <a:srgbClr val="C0C0C0"/>
                  </a:outerShdw>
                </a:effectLst>
                <a:latin typeface="Times New Roman" panose="02020603050405020304" charset="0"/>
                <a:ea typeface="黑体" panose="02010609060101010101" pitchFamily="49" charset="-122"/>
              </a:rPr>
              <a:t>sieve,n</a:t>
            </a:r>
            <a:r>
              <a:rPr lang="en-US" altLang="zh-CN" sz="2000" dirty="0">
                <a:solidFill>
                  <a:srgbClr val="660066"/>
                </a:solidFill>
                <a:effectLst>
                  <a:outerShdw blurRad="38100" dist="38100" dir="2700000" algn="tl">
                    <a:srgbClr val="C0C0C0"/>
                  </a:outerShdw>
                </a:effectLst>
                <a:latin typeface="Times New Roman" panose="02020603050405020304" charset="0"/>
                <a:ea typeface="黑体" panose="02010609060101010101" pitchFamily="49" charset="-122"/>
              </a:rPr>
              <a:t>;</a:t>
            </a:r>
            <a:endParaRPr lang="en-US" altLang="zh-CN" sz="2000" dirty="0">
              <a:solidFill>
                <a:srgbClr val="660066"/>
              </a:solidFill>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2000" dirty="0">
                <a:solidFill>
                  <a:srgbClr val="660066"/>
                </a:solidFill>
                <a:effectLst>
                  <a:outerShdw blurRad="38100" dist="38100" dir="2700000" algn="tl">
                    <a:srgbClr val="C0C0C0"/>
                  </a:outerShdw>
                </a:effectLst>
                <a:latin typeface="Times New Roman" panose="02020603050405020304" charset="0"/>
                <a:ea typeface="黑体" panose="02010609060101010101" pitchFamily="49" charset="-122"/>
              </a:rPr>
              <a:t>  int </a:t>
            </a:r>
            <a:r>
              <a:rPr lang="en-US" altLang="zh-CN" sz="2000" dirty="0" err="1">
                <a:solidFill>
                  <a:srgbClr val="660066"/>
                </a:solidFill>
                <a:effectLst>
                  <a:outerShdw blurRad="38100" dist="38100" dir="2700000" algn="tl">
                    <a:srgbClr val="C0C0C0"/>
                  </a:outerShdw>
                </a:effectLst>
                <a:latin typeface="Times New Roman" panose="02020603050405020304" charset="0"/>
                <a:ea typeface="黑体" panose="02010609060101010101" pitchFamily="49" charset="-122"/>
              </a:rPr>
              <a:t>iCounter</a:t>
            </a:r>
            <a:r>
              <a:rPr lang="en-US" altLang="zh-CN" sz="2000" dirty="0">
                <a:solidFill>
                  <a:srgbClr val="660066"/>
                </a:solidFill>
                <a:effectLst>
                  <a:outerShdw blurRad="38100" dist="38100" dir="2700000" algn="tl">
                    <a:srgbClr val="C0C0C0"/>
                  </a:outerShdw>
                </a:effectLst>
                <a:latin typeface="Times New Roman" panose="02020603050405020304" charset="0"/>
                <a:ea typeface="黑体" panose="02010609060101010101" pitchFamily="49" charset="-122"/>
              </a:rPr>
              <a:t>=2, </a:t>
            </a:r>
            <a:r>
              <a:rPr lang="en-US" altLang="zh-CN" sz="2000" dirty="0" err="1">
                <a:solidFill>
                  <a:srgbClr val="660066"/>
                </a:solidFill>
                <a:effectLst>
                  <a:outerShdw blurRad="38100" dist="38100" dir="2700000" algn="tl">
                    <a:srgbClr val="C0C0C0"/>
                  </a:outerShdw>
                </a:effectLst>
                <a:latin typeface="Times New Roman" panose="02020603050405020304" charset="0"/>
                <a:ea typeface="黑体" panose="02010609060101010101" pitchFamily="49" charset="-122"/>
              </a:rPr>
              <a:t>iMax</a:t>
            </a:r>
            <a:r>
              <a:rPr lang="en-US" altLang="zh-CN" sz="2000" dirty="0">
                <a:solidFill>
                  <a:srgbClr val="660066"/>
                </a:solidFill>
                <a:effectLst>
                  <a:outerShdw blurRad="38100" dist="38100" dir="2700000" algn="tl">
                    <a:srgbClr val="C0C0C0"/>
                  </a:outerShdw>
                </a:effectLst>
                <a:latin typeface="Times New Roman" panose="02020603050405020304" charset="0"/>
                <a:ea typeface="黑体" panose="02010609060101010101" pitchFamily="49" charset="-122"/>
              </a:rPr>
              <a:t>, </a:t>
            </a:r>
            <a:r>
              <a:rPr lang="en-US" altLang="zh-CN" sz="2000" dirty="0" err="1">
                <a:solidFill>
                  <a:srgbClr val="660066"/>
                </a:solidFill>
                <a:effectLst>
                  <a:outerShdw blurRad="38100" dist="38100" dir="2700000" algn="tl">
                    <a:srgbClr val="C0C0C0"/>
                  </a:outerShdw>
                </a:effectLst>
                <a:latin typeface="Times New Roman" panose="02020603050405020304" charset="0"/>
                <a:ea typeface="黑体" panose="02010609060101010101" pitchFamily="49" charset="-122"/>
              </a:rPr>
              <a:t>i</a:t>
            </a:r>
            <a:r>
              <a:rPr lang="en-US" altLang="zh-CN" sz="2000" dirty="0">
                <a:solidFill>
                  <a:srgbClr val="660066"/>
                </a:solidFill>
                <a:effectLst>
                  <a:outerShdw blurRad="38100" dist="38100" dir="2700000" algn="tl">
                    <a:srgbClr val="C0C0C0"/>
                  </a:outerShdw>
                </a:effectLst>
                <a:latin typeface="Times New Roman" panose="02020603050405020304" charset="0"/>
                <a:ea typeface="黑体" panose="02010609060101010101" pitchFamily="49" charset="-122"/>
              </a:rPr>
              <a:t>;</a:t>
            </a:r>
            <a:endParaRPr lang="en-US" altLang="zh-CN" sz="2000" dirty="0">
              <a:solidFill>
                <a:srgbClr val="660066"/>
              </a:solidFill>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2000" dirty="0">
                <a:effectLst>
                  <a:outerShdw blurRad="38100" dist="38100" dir="2700000" algn="tl">
                    <a:srgbClr val="C0C0C0"/>
                  </a:outerShdw>
                </a:effectLst>
                <a:latin typeface="Times New Roman" panose="02020603050405020304" charset="0"/>
                <a:ea typeface="黑体" panose="02010609060101010101" pitchFamily="49" charset="-122"/>
              </a:rPr>
              <a:t>  </a:t>
            </a:r>
            <a:r>
              <a:rPr lang="en-US" altLang="zh-CN" sz="2000" dirty="0" err="1">
                <a:effectLst>
                  <a:outerShdw blurRad="38100" dist="38100" dir="2700000" algn="tl">
                    <a:srgbClr val="C0C0C0"/>
                  </a:outerShdw>
                </a:effectLst>
                <a:latin typeface="Times New Roman" panose="02020603050405020304" charset="0"/>
                <a:ea typeface="黑体" panose="02010609060101010101" pitchFamily="49" charset="-122"/>
              </a:rPr>
              <a:t>printf</a:t>
            </a:r>
            <a:r>
              <a:rPr lang="en-US" altLang="zh-CN" sz="2000" dirty="0">
                <a:effectLst>
                  <a:outerShdw blurRad="38100" dist="38100" dir="2700000" algn="tl">
                    <a:srgbClr val="C0C0C0"/>
                  </a:outerShdw>
                </a:effectLst>
                <a:latin typeface="Times New Roman" panose="02020603050405020304" charset="0"/>
                <a:ea typeface="黑体" panose="02010609060101010101" pitchFamily="49" charset="-122"/>
              </a:rPr>
              <a:t>("Please input max number:");</a:t>
            </a:r>
            <a:endParaRPr lang="en-US" altLang="zh-CN" sz="2000" dirty="0">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2000" dirty="0">
                <a:effectLst>
                  <a:outerShdw blurRad="38100" dist="38100" dir="2700000" algn="tl">
                    <a:srgbClr val="C0C0C0"/>
                  </a:outerShdw>
                </a:effectLst>
                <a:latin typeface="Times New Roman" panose="02020603050405020304" charset="0"/>
                <a:ea typeface="黑体" panose="02010609060101010101" pitchFamily="49" charset="-122"/>
              </a:rPr>
              <a:t>  </a:t>
            </a:r>
            <a:r>
              <a:rPr lang="en-US" altLang="zh-CN" sz="2000" dirty="0" err="1">
                <a:effectLst>
                  <a:outerShdw blurRad="38100" dist="38100" dir="2700000" algn="tl">
                    <a:srgbClr val="C0C0C0"/>
                  </a:outerShdw>
                </a:effectLst>
                <a:latin typeface="Times New Roman" panose="02020603050405020304" charset="0"/>
                <a:ea typeface="黑体" panose="02010609060101010101" pitchFamily="49" charset="-122"/>
              </a:rPr>
              <a:t>scanf</a:t>
            </a:r>
            <a:r>
              <a:rPr lang="en-US" altLang="zh-CN" sz="2000" dirty="0">
                <a:effectLst>
                  <a:outerShdw blurRad="38100" dist="38100" dir="2700000" algn="tl">
                    <a:srgbClr val="C0C0C0"/>
                  </a:outerShdw>
                </a:effectLst>
                <a:latin typeface="Times New Roman" panose="02020603050405020304" charset="0"/>
                <a:ea typeface="黑体" panose="02010609060101010101" pitchFamily="49" charset="-122"/>
              </a:rPr>
              <a:t>(“%d", &amp;n);</a:t>
            </a:r>
            <a:endParaRPr lang="en-US" altLang="zh-CN" sz="2000" dirty="0">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2000" dirty="0">
                <a:effectLst>
                  <a:outerShdw blurRad="38100" dist="38100" dir="2700000" algn="tl">
                    <a:srgbClr val="C0C0C0"/>
                  </a:outerShdw>
                </a:effectLst>
                <a:latin typeface="Times New Roman" panose="02020603050405020304" charset="0"/>
                <a:ea typeface="黑体" panose="02010609060101010101" pitchFamily="49" charset="-122"/>
              </a:rPr>
              <a:t>  sieve=malloc((n-1)*</a:t>
            </a:r>
            <a:r>
              <a:rPr lang="en-US" altLang="zh-CN" sz="2000" dirty="0" err="1">
                <a:effectLst>
                  <a:outerShdw blurRad="38100" dist="38100" dir="2700000" algn="tl">
                    <a:srgbClr val="C0C0C0"/>
                  </a:outerShdw>
                </a:effectLst>
                <a:latin typeface="Times New Roman" panose="02020603050405020304" charset="0"/>
                <a:ea typeface="黑体" panose="02010609060101010101" pitchFamily="49" charset="-122"/>
              </a:rPr>
              <a:t>sizeof</a:t>
            </a:r>
            <a:r>
              <a:rPr lang="en-US" altLang="zh-CN" sz="2000" dirty="0">
                <a:effectLst>
                  <a:outerShdw blurRad="38100" dist="38100" dir="2700000" algn="tl">
                    <a:srgbClr val="C0C0C0"/>
                  </a:outerShdw>
                </a:effectLst>
                <a:latin typeface="Times New Roman" panose="02020603050405020304" charset="0"/>
                <a:ea typeface="黑体" panose="02010609060101010101" pitchFamily="49" charset="-122"/>
              </a:rPr>
              <a:t>(int));</a:t>
            </a:r>
            <a:endParaRPr lang="en-US" altLang="zh-CN" sz="2000" dirty="0">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2000" dirty="0">
                <a:effectLst>
                  <a:outerShdw blurRad="38100" dist="38100" dir="2700000" algn="tl">
                    <a:srgbClr val="C0C0C0"/>
                  </a:outerShdw>
                </a:effectLst>
                <a:latin typeface="Times New Roman" panose="02020603050405020304" charset="0"/>
                <a:ea typeface="黑体" panose="02010609060101010101" pitchFamily="49" charset="-122"/>
              </a:rPr>
              <a:t>  for(</a:t>
            </a:r>
            <a:r>
              <a:rPr lang="en-US" altLang="zh-CN" sz="2000" dirty="0" err="1">
                <a:effectLst>
                  <a:outerShdw blurRad="38100" dist="38100" dir="2700000" algn="tl">
                    <a:srgbClr val="C0C0C0"/>
                  </a:outerShdw>
                </a:effectLst>
                <a:latin typeface="Times New Roman" panose="02020603050405020304" charset="0"/>
                <a:ea typeface="黑体" panose="02010609060101010101" pitchFamily="49" charset="-122"/>
              </a:rPr>
              <a:t>i</a:t>
            </a:r>
            <a:r>
              <a:rPr lang="en-US" altLang="zh-CN" sz="2000" dirty="0">
                <a:effectLst>
                  <a:outerShdw blurRad="38100" dist="38100" dir="2700000" algn="tl">
                    <a:srgbClr val="C0C0C0"/>
                  </a:outerShdw>
                </a:effectLst>
                <a:latin typeface="Times New Roman" panose="02020603050405020304" charset="0"/>
                <a:ea typeface="黑体" panose="02010609060101010101" pitchFamily="49" charset="-122"/>
              </a:rPr>
              <a:t>=0;i&lt;n-1;i++) { sieve[</a:t>
            </a:r>
            <a:r>
              <a:rPr lang="en-US" altLang="zh-CN" sz="2000" dirty="0" err="1">
                <a:effectLst>
                  <a:outerShdw blurRad="38100" dist="38100" dir="2700000" algn="tl">
                    <a:srgbClr val="C0C0C0"/>
                  </a:outerShdw>
                </a:effectLst>
                <a:latin typeface="Times New Roman" panose="02020603050405020304" charset="0"/>
                <a:ea typeface="黑体" panose="02010609060101010101" pitchFamily="49" charset="-122"/>
              </a:rPr>
              <a:t>i</a:t>
            </a:r>
            <a:r>
              <a:rPr lang="en-US" altLang="zh-CN" sz="2000" dirty="0">
                <a:effectLst>
                  <a:outerShdw blurRad="38100" dist="38100" dir="2700000" algn="tl">
                    <a:srgbClr val="C0C0C0"/>
                  </a:outerShdw>
                </a:effectLst>
                <a:latin typeface="Times New Roman" panose="02020603050405020304" charset="0"/>
                <a:ea typeface="黑体" panose="02010609060101010101" pitchFamily="49" charset="-122"/>
              </a:rPr>
              <a:t>]=i+2; }</a:t>
            </a:r>
            <a:endParaRPr lang="en-US" altLang="zh-CN" sz="2000" dirty="0">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2000" dirty="0">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rPr>
              <a:t>  </a:t>
            </a:r>
            <a:r>
              <a:rPr lang="en-US" altLang="zh-CN" sz="2000" dirty="0" err="1">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rPr>
              <a:t>iMax</a:t>
            </a:r>
            <a:r>
              <a:rPr lang="en-US" altLang="zh-CN" sz="2000" dirty="0">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rPr>
              <a:t> = sqrt(n);</a:t>
            </a:r>
            <a:endParaRPr lang="en-US" altLang="zh-CN" sz="2000" dirty="0">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2000" dirty="0">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rPr>
              <a:t>  while (</a:t>
            </a:r>
            <a:r>
              <a:rPr lang="en-US" altLang="zh-CN" sz="2000" dirty="0" err="1">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rPr>
              <a:t>iCounter</a:t>
            </a:r>
            <a:r>
              <a:rPr lang="en-US" altLang="zh-CN" sz="2000" dirty="0">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rPr>
              <a:t>&lt;=</a:t>
            </a:r>
            <a:r>
              <a:rPr lang="en-US" altLang="zh-CN" sz="2000" dirty="0" err="1">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rPr>
              <a:t>iMax</a:t>
            </a:r>
            <a:r>
              <a:rPr lang="en-US" altLang="zh-CN" sz="2000" dirty="0">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rPr>
              <a:t>) {</a:t>
            </a:r>
            <a:endParaRPr lang="en-US" altLang="zh-CN" sz="2000" dirty="0">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2000" dirty="0">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rPr>
              <a:t>     for (</a:t>
            </a:r>
            <a:r>
              <a:rPr lang="en-US" altLang="zh-CN" sz="2000" dirty="0" err="1">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rPr>
              <a:t>i</a:t>
            </a:r>
            <a:r>
              <a:rPr lang="en-US" altLang="zh-CN" sz="2000" dirty="0">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rPr>
              <a:t>=2*iCounter-2; </a:t>
            </a:r>
            <a:r>
              <a:rPr lang="en-US" altLang="zh-CN" sz="2000" dirty="0" err="1">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rPr>
              <a:t>i</a:t>
            </a:r>
            <a:r>
              <a:rPr lang="en-US" altLang="zh-CN" sz="2000" dirty="0">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rPr>
              <a:t>&lt;n-1; </a:t>
            </a:r>
            <a:r>
              <a:rPr lang="en-US" altLang="zh-CN" sz="2000" dirty="0" err="1">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rPr>
              <a:t>i</a:t>
            </a:r>
            <a:r>
              <a:rPr lang="en-US" altLang="zh-CN" sz="2000" dirty="0">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rPr>
              <a:t>+=</a:t>
            </a:r>
            <a:r>
              <a:rPr lang="en-US" altLang="zh-CN" sz="2000" dirty="0" err="1">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rPr>
              <a:t>iCounter</a:t>
            </a:r>
            <a:r>
              <a:rPr lang="en-US" altLang="zh-CN" sz="2000" dirty="0">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rPr>
              <a:t>)       </a:t>
            </a:r>
            <a:endParaRPr lang="en-US" altLang="zh-CN" sz="2000" dirty="0">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2000" dirty="0">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rPr>
              <a:t>        sieve[</a:t>
            </a:r>
            <a:r>
              <a:rPr lang="en-US" altLang="zh-CN" sz="2000" dirty="0" err="1">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rPr>
              <a:t>i</a:t>
            </a:r>
            <a:r>
              <a:rPr lang="en-US" altLang="zh-CN" sz="2000" dirty="0">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rPr>
              <a:t>] = 0;</a:t>
            </a:r>
            <a:endParaRPr lang="en-US" altLang="zh-CN" sz="2000" dirty="0">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2000" dirty="0">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rPr>
              <a:t>     </a:t>
            </a:r>
            <a:r>
              <a:rPr lang="en-US" altLang="zh-CN" sz="2000" dirty="0" err="1">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rPr>
              <a:t>iCounter</a:t>
            </a:r>
            <a:r>
              <a:rPr lang="en-US" altLang="zh-CN" sz="2000" dirty="0">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rPr>
              <a:t>++;  }</a:t>
            </a:r>
            <a:endParaRPr lang="en-US" altLang="zh-CN" sz="2000" dirty="0">
              <a:solidFill>
                <a:srgbClr val="FF0000"/>
              </a:solidFill>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2000" dirty="0">
                <a:solidFill>
                  <a:schemeClr val="tx2"/>
                </a:solidFill>
                <a:effectLst>
                  <a:outerShdw blurRad="38100" dist="38100" dir="2700000" algn="tl">
                    <a:srgbClr val="C0C0C0"/>
                  </a:outerShdw>
                </a:effectLst>
                <a:latin typeface="Times New Roman" panose="02020603050405020304" charset="0"/>
                <a:ea typeface="黑体" panose="02010609060101010101" pitchFamily="49" charset="-122"/>
              </a:rPr>
              <a:t>  for(</a:t>
            </a:r>
            <a:r>
              <a:rPr lang="en-US" altLang="zh-CN" sz="2000" dirty="0" err="1">
                <a:solidFill>
                  <a:schemeClr val="tx2"/>
                </a:solidFill>
                <a:effectLst>
                  <a:outerShdw blurRad="38100" dist="38100" dir="2700000" algn="tl">
                    <a:srgbClr val="C0C0C0"/>
                  </a:outerShdw>
                </a:effectLst>
                <a:latin typeface="Times New Roman" panose="02020603050405020304" charset="0"/>
                <a:ea typeface="黑体" panose="02010609060101010101" pitchFamily="49" charset="-122"/>
              </a:rPr>
              <a:t>i</a:t>
            </a:r>
            <a:r>
              <a:rPr lang="en-US" altLang="zh-CN" sz="2000" dirty="0">
                <a:solidFill>
                  <a:schemeClr val="tx2"/>
                </a:solidFill>
                <a:effectLst>
                  <a:outerShdw blurRad="38100" dist="38100" dir="2700000" algn="tl">
                    <a:srgbClr val="C0C0C0"/>
                  </a:outerShdw>
                </a:effectLst>
                <a:latin typeface="Times New Roman" panose="02020603050405020304" charset="0"/>
                <a:ea typeface="黑体" panose="02010609060101010101" pitchFamily="49" charset="-122"/>
              </a:rPr>
              <a:t>=0; </a:t>
            </a:r>
            <a:r>
              <a:rPr lang="en-US" altLang="zh-CN" sz="2000" dirty="0" err="1">
                <a:solidFill>
                  <a:schemeClr val="tx2"/>
                </a:solidFill>
                <a:effectLst>
                  <a:outerShdw blurRad="38100" dist="38100" dir="2700000" algn="tl">
                    <a:srgbClr val="C0C0C0"/>
                  </a:outerShdw>
                </a:effectLst>
                <a:latin typeface="Times New Roman" panose="02020603050405020304" charset="0"/>
                <a:ea typeface="黑体" panose="02010609060101010101" pitchFamily="49" charset="-122"/>
              </a:rPr>
              <a:t>i</a:t>
            </a:r>
            <a:r>
              <a:rPr lang="en-US" altLang="zh-CN" sz="2000" dirty="0">
                <a:solidFill>
                  <a:schemeClr val="tx2"/>
                </a:solidFill>
                <a:effectLst>
                  <a:outerShdw blurRad="38100" dist="38100" dir="2700000" algn="tl">
                    <a:srgbClr val="C0C0C0"/>
                  </a:outerShdw>
                </a:effectLst>
                <a:latin typeface="Times New Roman" panose="02020603050405020304" charset="0"/>
                <a:ea typeface="黑体" panose="02010609060101010101" pitchFamily="49" charset="-122"/>
              </a:rPr>
              <a:t>&lt;n-1; </a:t>
            </a:r>
            <a:r>
              <a:rPr lang="en-US" altLang="zh-CN" sz="2000" dirty="0" err="1">
                <a:solidFill>
                  <a:schemeClr val="tx2"/>
                </a:solidFill>
                <a:effectLst>
                  <a:outerShdw blurRad="38100" dist="38100" dir="2700000" algn="tl">
                    <a:srgbClr val="C0C0C0"/>
                  </a:outerShdw>
                </a:effectLst>
                <a:latin typeface="Times New Roman" panose="02020603050405020304" charset="0"/>
                <a:ea typeface="黑体" panose="02010609060101010101" pitchFamily="49" charset="-122"/>
              </a:rPr>
              <a:t>i</a:t>
            </a:r>
            <a:r>
              <a:rPr lang="en-US" altLang="zh-CN" sz="2000" dirty="0">
                <a:solidFill>
                  <a:schemeClr val="tx2"/>
                </a:solidFill>
                <a:effectLst>
                  <a:outerShdw blurRad="38100" dist="38100" dir="2700000" algn="tl">
                    <a:srgbClr val="C0C0C0"/>
                  </a:outerShdw>
                </a:effectLst>
                <a:latin typeface="Times New Roman" panose="02020603050405020304" charset="0"/>
                <a:ea typeface="黑体" panose="02010609060101010101" pitchFamily="49" charset="-122"/>
              </a:rPr>
              <a:t>++)</a:t>
            </a:r>
            <a:endParaRPr lang="en-US" altLang="zh-CN" sz="2000" dirty="0">
              <a:solidFill>
                <a:schemeClr val="tx2"/>
              </a:solidFill>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2000" dirty="0">
                <a:solidFill>
                  <a:schemeClr val="tx2"/>
                </a:solidFill>
                <a:effectLst>
                  <a:outerShdw blurRad="38100" dist="38100" dir="2700000" algn="tl">
                    <a:srgbClr val="C0C0C0"/>
                  </a:outerShdw>
                </a:effectLst>
                <a:latin typeface="Times New Roman" panose="02020603050405020304" charset="0"/>
                <a:ea typeface="黑体" panose="02010609060101010101" pitchFamily="49" charset="-122"/>
              </a:rPr>
              <a:t>    if (sieve[</a:t>
            </a:r>
            <a:r>
              <a:rPr lang="en-US" altLang="zh-CN" sz="2000" dirty="0" err="1">
                <a:solidFill>
                  <a:schemeClr val="tx2"/>
                </a:solidFill>
                <a:effectLst>
                  <a:outerShdw blurRad="38100" dist="38100" dir="2700000" algn="tl">
                    <a:srgbClr val="C0C0C0"/>
                  </a:outerShdw>
                </a:effectLst>
                <a:latin typeface="Times New Roman" panose="02020603050405020304" charset="0"/>
                <a:ea typeface="黑体" panose="02010609060101010101" pitchFamily="49" charset="-122"/>
              </a:rPr>
              <a:t>i</a:t>
            </a:r>
            <a:r>
              <a:rPr lang="en-US" altLang="zh-CN" sz="2000" dirty="0">
                <a:solidFill>
                  <a:schemeClr val="tx2"/>
                </a:solidFill>
                <a:effectLst>
                  <a:outerShdw blurRad="38100" dist="38100" dir="2700000" algn="tl">
                    <a:srgbClr val="C0C0C0"/>
                  </a:outerShdw>
                </a:effectLst>
                <a:latin typeface="Times New Roman" panose="02020603050405020304" charset="0"/>
                <a:ea typeface="黑体" panose="02010609060101010101" pitchFamily="49" charset="-122"/>
              </a:rPr>
              <a:t>]!=0) </a:t>
            </a:r>
            <a:r>
              <a:rPr lang="en-US" altLang="zh-CN" sz="2000" dirty="0" err="1">
                <a:solidFill>
                  <a:schemeClr val="tx2"/>
                </a:solidFill>
                <a:effectLst>
                  <a:outerShdw blurRad="38100" dist="38100" dir="2700000" algn="tl">
                    <a:srgbClr val="C0C0C0"/>
                  </a:outerShdw>
                </a:effectLst>
                <a:latin typeface="Times New Roman" panose="02020603050405020304" charset="0"/>
                <a:ea typeface="黑体" panose="02010609060101010101" pitchFamily="49" charset="-122"/>
              </a:rPr>
              <a:t>printf</a:t>
            </a:r>
            <a:r>
              <a:rPr lang="en-US" altLang="zh-CN" sz="2000" dirty="0">
                <a:solidFill>
                  <a:schemeClr val="tx2"/>
                </a:solidFill>
                <a:effectLst>
                  <a:outerShdw blurRad="38100" dist="38100" dir="2700000" algn="tl">
                    <a:srgbClr val="C0C0C0"/>
                  </a:outerShdw>
                </a:effectLst>
                <a:latin typeface="Times New Roman" panose="02020603050405020304" charset="0"/>
                <a:ea typeface="黑体" panose="02010609060101010101" pitchFamily="49" charset="-122"/>
              </a:rPr>
              <a:t>("%d ",sieve[</a:t>
            </a:r>
            <a:r>
              <a:rPr lang="en-US" altLang="zh-CN" sz="2000" dirty="0" err="1">
                <a:solidFill>
                  <a:schemeClr val="tx2"/>
                </a:solidFill>
                <a:effectLst>
                  <a:outerShdw blurRad="38100" dist="38100" dir="2700000" algn="tl">
                    <a:srgbClr val="C0C0C0"/>
                  </a:outerShdw>
                </a:effectLst>
                <a:latin typeface="Times New Roman" panose="02020603050405020304" charset="0"/>
                <a:ea typeface="黑体" panose="02010609060101010101" pitchFamily="49" charset="-122"/>
              </a:rPr>
              <a:t>i</a:t>
            </a:r>
            <a:r>
              <a:rPr lang="en-US" altLang="zh-CN" sz="2000" dirty="0">
                <a:solidFill>
                  <a:schemeClr val="tx2"/>
                </a:solidFill>
                <a:effectLst>
                  <a:outerShdw blurRad="38100" dist="38100" dir="2700000" algn="tl">
                    <a:srgbClr val="C0C0C0"/>
                  </a:outerShdw>
                </a:effectLst>
                <a:latin typeface="Times New Roman" panose="02020603050405020304" charset="0"/>
                <a:ea typeface="黑体" panose="02010609060101010101" pitchFamily="49" charset="-122"/>
              </a:rPr>
              <a:t>]);</a:t>
            </a:r>
            <a:endParaRPr lang="en-US" altLang="zh-CN" sz="2000" dirty="0">
              <a:solidFill>
                <a:schemeClr val="tx2"/>
              </a:solidFill>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2000" dirty="0">
                <a:solidFill>
                  <a:schemeClr val="tx2"/>
                </a:solidFill>
                <a:effectLst>
                  <a:outerShdw blurRad="38100" dist="38100" dir="2700000" algn="tl">
                    <a:srgbClr val="C0C0C0"/>
                  </a:outerShdw>
                </a:effectLst>
                <a:latin typeface="Times New Roman" panose="02020603050405020304" charset="0"/>
                <a:ea typeface="黑体" panose="02010609060101010101" pitchFamily="49" charset="-122"/>
              </a:rPr>
              <a:t>}</a:t>
            </a:r>
            <a:endParaRPr lang="en-US" altLang="zh-CN" sz="2000" dirty="0">
              <a:solidFill>
                <a:schemeClr val="tx2"/>
              </a:solidFill>
              <a:effectLst>
                <a:outerShdw blurRad="38100" dist="38100" dir="2700000" algn="tl">
                  <a:srgbClr val="C0C0C0"/>
                </a:outerShdw>
              </a:effectLst>
              <a:latin typeface="Times New Roman" panose="02020603050405020304" charset="0"/>
              <a:ea typeface="黑体" panose="02010609060101010101" pitchFamily="49" charset="-122"/>
            </a:endParaRPr>
          </a:p>
        </p:txBody>
      </p:sp>
    </p:spTree>
  </p:cSld>
  <p:clrMapOvr>
    <a:masterClrMapping/>
  </p:clrMapOvr>
  <p:transition spd="slow">
    <p:rand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3200" b="1" dirty="0" smtClean="0">
                <a:solidFill>
                  <a:srgbClr val="376092"/>
                </a:solidFill>
              </a:rPr>
              <a:t>1.1 </a:t>
            </a:r>
            <a:r>
              <a:rPr kumimoji="1" lang="zh-CN" altLang="en-US" sz="3200" b="1" dirty="0" smtClean="0">
                <a:solidFill>
                  <a:srgbClr val="376092"/>
                </a:solidFill>
              </a:rPr>
              <a:t>从素数问题看面向</a:t>
            </a:r>
            <a:r>
              <a:rPr kumimoji="1" lang="zh-CN" altLang="en-US" sz="3200" b="1" dirty="0" smtClean="0">
                <a:solidFill>
                  <a:srgbClr val="376092"/>
                </a:solidFill>
              </a:rPr>
              <a:t>对象</a:t>
            </a:r>
            <a:endParaRPr kumimoji="1" lang="zh-CN" altLang="en-US" sz="32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zh-CN" altLang="en-US" sz="3200" b="1" dirty="0">
                  <a:solidFill>
                    <a:schemeClr val="tx2">
                      <a:lumMod val="75000"/>
                    </a:schemeClr>
                  </a:solidFill>
                  <a:latin typeface="+mj-lt"/>
                  <a:ea typeface="黑体" panose="02010609060101010101" pitchFamily="49" charset="-122"/>
                  <a:cs typeface="+mj-lt"/>
                </a:rPr>
                <a:t>上升到面向</a:t>
              </a:r>
              <a:r>
                <a:rPr lang="zh-CN" altLang="en-US" sz="3200" b="1" dirty="0">
                  <a:solidFill>
                    <a:schemeClr val="tx2">
                      <a:lumMod val="75000"/>
                    </a:schemeClr>
                  </a:solidFill>
                  <a:latin typeface="+mj-lt"/>
                  <a:ea typeface="黑体" panose="02010609060101010101" pitchFamily="49" charset="-122"/>
                  <a:cs typeface="+mj-lt"/>
                </a:rPr>
                <a:t>对象</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2" name="文本框 1"/>
          <p:cNvSpPr txBox="1"/>
          <p:nvPr/>
        </p:nvSpPr>
        <p:spPr>
          <a:xfrm>
            <a:off x="9119870" y="1123315"/>
            <a:ext cx="2286635" cy="460375"/>
          </a:xfrm>
          <a:prstGeom prst="rect">
            <a:avLst/>
          </a:prstGeom>
          <a:noFill/>
        </p:spPr>
        <p:txBody>
          <a:bodyPr wrap="none" rtlCol="0" anchor="t">
            <a:spAutoFit/>
          </a:bodyPr>
          <a:p>
            <a:pPr algn="r" eaLnBrk="1" hangingPunct="1"/>
            <a:r>
              <a:rPr lang="zh-CN" altLang="en-US" b="1" i="1" dirty="0">
                <a:ea typeface="宋体" pitchFamily="2" charset="-122"/>
                <a:sym typeface="+mn-ea"/>
              </a:rPr>
              <a:t>案例</a:t>
            </a:r>
            <a:r>
              <a:rPr lang="en-US" altLang="zh-CN" b="1" i="1" dirty="0">
                <a:ea typeface="宋体" pitchFamily="2" charset="-122"/>
                <a:sym typeface="+mn-ea"/>
              </a:rPr>
              <a:t>1-</a:t>
            </a:r>
            <a:r>
              <a:rPr lang="zh-CN" altLang="en-US" b="1" i="1" dirty="0">
                <a:ea typeface="宋体" pitchFamily="2" charset="-122"/>
                <a:sym typeface="+mn-ea"/>
              </a:rPr>
              <a:t>素数问题</a:t>
            </a:r>
            <a:endParaRPr lang="zh-CN" altLang="en-US"/>
          </a:p>
        </p:txBody>
      </p:sp>
      <p:sp>
        <p:nvSpPr>
          <p:cNvPr id="5" name="文本框 4"/>
          <p:cNvSpPr txBox="1"/>
          <p:nvPr/>
        </p:nvSpPr>
        <p:spPr>
          <a:xfrm>
            <a:off x="628015" y="1774190"/>
            <a:ext cx="10778490" cy="4224655"/>
          </a:xfrm>
          <a:prstGeom prst="rect">
            <a:avLst/>
          </a:prstGeom>
          <a:noFill/>
        </p:spPr>
        <p:txBody>
          <a:bodyPr wrap="square" rtlCol="0" anchor="t">
            <a:spAutoFit/>
          </a:bodyPr>
          <a:p>
            <a:pPr marL="342900" indent="-342900" eaLnBrk="1" hangingPunct="1">
              <a:lnSpc>
                <a:spcPct val="130000"/>
              </a:lnSpc>
              <a:buFont typeface="Arial" panose="020B0604020202090204" pitchFamily="34" charset="0"/>
              <a:buChar char="•"/>
            </a:pPr>
            <a:r>
              <a:rPr lang="zh-CN" altLang="en-US" sz="2800" dirty="0">
                <a:sym typeface="+mn-ea"/>
              </a:rPr>
              <a:t>结构化方法小结：</a:t>
            </a:r>
            <a:endParaRPr lang="zh-CN" altLang="en-US" sz="2800" dirty="0">
              <a:sym typeface="+mn-ea"/>
            </a:endParaRPr>
          </a:p>
          <a:p>
            <a:pPr marL="1066800" lvl="1" indent="-457200" eaLnBrk="1" hangingPunct="1">
              <a:lnSpc>
                <a:spcPct val="140000"/>
              </a:lnSpc>
              <a:buFont typeface="Wingdings" panose="05000000000000000000" charset="0"/>
              <a:buChar char=""/>
              <a:defRPr/>
            </a:pPr>
            <a:r>
              <a:rPr lang="zh-CN" altLang="en-US" sz="2800" dirty="0">
                <a:sym typeface="+mn-ea"/>
              </a:rPr>
              <a:t>通过流程图（</a:t>
            </a:r>
            <a:r>
              <a:rPr lang="zh-CN" altLang="en-US" sz="2800" dirty="0">
                <a:solidFill>
                  <a:srgbClr val="2104FA"/>
                </a:solidFill>
                <a:effectLst>
                  <a:outerShdw blurRad="38100" dist="38100" dir="2700000" algn="tl">
                    <a:srgbClr val="C0C0C0"/>
                  </a:outerShdw>
                </a:effectLst>
                <a:sym typeface="+mn-ea"/>
              </a:rPr>
              <a:t>结构化建模</a:t>
            </a:r>
            <a:r>
              <a:rPr lang="zh-CN" altLang="en-US" sz="2800" dirty="0">
                <a:sym typeface="+mn-ea"/>
              </a:rPr>
              <a:t>）可以更清楚表达设计思想</a:t>
            </a:r>
            <a:endParaRPr lang="zh-CN" altLang="en-US" sz="2800" dirty="0"/>
          </a:p>
          <a:p>
            <a:pPr marL="1066800" lvl="1" indent="-457200" eaLnBrk="1" hangingPunct="1">
              <a:lnSpc>
                <a:spcPct val="140000"/>
              </a:lnSpc>
              <a:buFont typeface="Wingdings" panose="05000000000000000000" charset="0"/>
              <a:buChar char=""/>
              <a:defRPr/>
            </a:pPr>
            <a:r>
              <a:rPr lang="zh-CN" altLang="en-US" sz="2800" dirty="0">
                <a:sym typeface="+mn-ea"/>
              </a:rPr>
              <a:t>针对过程的抽象</a:t>
            </a:r>
            <a:endParaRPr lang="zh-CN" altLang="en-US" sz="2800" dirty="0"/>
          </a:p>
          <a:p>
            <a:pPr marL="1676400" lvl="2" indent="-457200" eaLnBrk="1" hangingPunct="1">
              <a:lnSpc>
                <a:spcPct val="140000"/>
              </a:lnSpc>
              <a:buFont typeface="Wingdings" panose="05000000000000000000" charset="0"/>
              <a:buChar char=""/>
              <a:defRPr/>
            </a:pPr>
            <a:r>
              <a:rPr lang="zh-CN" altLang="en-US" sz="2800" b="1" dirty="0">
                <a:solidFill>
                  <a:srgbClr val="C00000"/>
                </a:solidFill>
                <a:sym typeface="+mn-ea"/>
              </a:rPr>
              <a:t>过程（函数）</a:t>
            </a:r>
            <a:r>
              <a:rPr lang="zh-CN" altLang="en-US" sz="2800" b="1" dirty="0">
                <a:sym typeface="+mn-ea"/>
              </a:rPr>
              <a:t>是系统的核心，通过过程实现系统功能</a:t>
            </a:r>
            <a:endParaRPr lang="zh-CN" altLang="en-US" sz="2800" b="1" dirty="0"/>
          </a:p>
          <a:p>
            <a:pPr marL="1676400" lvl="2" indent="-457200" eaLnBrk="1" hangingPunct="1">
              <a:lnSpc>
                <a:spcPct val="140000"/>
              </a:lnSpc>
              <a:buFont typeface="Wingdings" panose="05000000000000000000" charset="0"/>
              <a:buChar char=""/>
              <a:defRPr/>
            </a:pPr>
            <a:r>
              <a:rPr lang="zh-CN" altLang="en-US" sz="2800" b="1" dirty="0">
                <a:sym typeface="+mn-ea"/>
              </a:rPr>
              <a:t>数据是静态的，由</a:t>
            </a:r>
            <a:r>
              <a:rPr lang="zh-CN" altLang="en-US" sz="2800" b="1" dirty="0">
                <a:solidFill>
                  <a:srgbClr val="C00000"/>
                </a:solidFill>
                <a:sym typeface="+mn-ea"/>
              </a:rPr>
              <a:t>过程来控制对数据的访问</a:t>
            </a:r>
            <a:endParaRPr lang="zh-CN" altLang="en-US" sz="2800" b="1" dirty="0"/>
          </a:p>
          <a:p>
            <a:pPr marL="1066800" lvl="1" indent="-457200" eaLnBrk="1" hangingPunct="1">
              <a:lnSpc>
                <a:spcPct val="140000"/>
              </a:lnSpc>
              <a:buFont typeface="Wingdings" panose="05000000000000000000" charset="0"/>
              <a:buChar char=""/>
              <a:defRPr/>
            </a:pPr>
            <a:r>
              <a:rPr lang="zh-CN" altLang="en-US" sz="2800" dirty="0">
                <a:sym typeface="+mn-ea"/>
              </a:rPr>
              <a:t>面向对象的方法如何解决呢？</a:t>
            </a:r>
            <a:endParaRPr lang="zh-CN" altLang="en-US" sz="2800" dirty="0"/>
          </a:p>
          <a:p>
            <a:pPr marL="457200" indent="-457200" eaLnBrk="1" hangingPunct="1">
              <a:lnSpc>
                <a:spcPct val="130000"/>
              </a:lnSpc>
              <a:buFont typeface="Arial" panose="020B0604020202090204" pitchFamily="34" charset="0"/>
              <a:buChar char="•"/>
            </a:pPr>
            <a:endParaRPr lang="zh-CN" altLang="en-US" sz="2800" dirty="0">
              <a:sym typeface="+mn-ea"/>
            </a:endParaRPr>
          </a:p>
        </p:txBody>
      </p:sp>
    </p:spTree>
  </p:cSld>
  <p:clrMapOvr>
    <a:masterClrMapping/>
  </p:clrMapOvr>
  <p:transition spd="slow">
    <p:rand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3200" b="1" dirty="0" smtClean="0">
                <a:solidFill>
                  <a:srgbClr val="376092"/>
                </a:solidFill>
              </a:rPr>
              <a:t>1.1 </a:t>
            </a:r>
            <a:r>
              <a:rPr kumimoji="1" lang="zh-CN" altLang="en-US" sz="3200" b="1" dirty="0" smtClean="0">
                <a:solidFill>
                  <a:srgbClr val="376092"/>
                </a:solidFill>
              </a:rPr>
              <a:t>从素数问题看面向</a:t>
            </a:r>
            <a:r>
              <a:rPr kumimoji="1" lang="zh-CN" altLang="en-US" sz="3200" b="1" dirty="0" smtClean="0">
                <a:solidFill>
                  <a:srgbClr val="376092"/>
                </a:solidFill>
              </a:rPr>
              <a:t>对象</a:t>
            </a:r>
            <a:endParaRPr kumimoji="1" lang="zh-CN" altLang="en-US" sz="32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zh-CN" altLang="en-US" sz="3200" b="1" dirty="0">
                  <a:solidFill>
                    <a:schemeClr val="tx2">
                      <a:lumMod val="75000"/>
                    </a:schemeClr>
                  </a:solidFill>
                  <a:latin typeface="+mj-lt"/>
                  <a:ea typeface="黑体" panose="02010609060101010101" pitchFamily="49" charset="-122"/>
                  <a:cs typeface="+mj-lt"/>
                </a:rPr>
                <a:t>上升到面向</a:t>
              </a:r>
              <a:r>
                <a:rPr lang="zh-CN" altLang="en-US" sz="3200" b="1" dirty="0">
                  <a:solidFill>
                    <a:schemeClr val="tx2">
                      <a:lumMod val="75000"/>
                    </a:schemeClr>
                  </a:solidFill>
                  <a:latin typeface="+mj-lt"/>
                  <a:ea typeface="黑体" panose="02010609060101010101" pitchFamily="49" charset="-122"/>
                  <a:cs typeface="+mj-lt"/>
                </a:rPr>
                <a:t>对象</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2" name="文本框 1"/>
          <p:cNvSpPr txBox="1"/>
          <p:nvPr/>
        </p:nvSpPr>
        <p:spPr>
          <a:xfrm>
            <a:off x="9119870" y="1123315"/>
            <a:ext cx="2286635" cy="460375"/>
          </a:xfrm>
          <a:prstGeom prst="rect">
            <a:avLst/>
          </a:prstGeom>
          <a:noFill/>
        </p:spPr>
        <p:txBody>
          <a:bodyPr wrap="none" rtlCol="0" anchor="t">
            <a:spAutoFit/>
          </a:bodyPr>
          <a:p>
            <a:pPr algn="r" eaLnBrk="1" hangingPunct="1"/>
            <a:r>
              <a:rPr lang="zh-CN" altLang="en-US" b="1" i="1" dirty="0">
                <a:ea typeface="宋体" pitchFamily="2" charset="-122"/>
                <a:sym typeface="+mn-ea"/>
              </a:rPr>
              <a:t>案例</a:t>
            </a:r>
            <a:r>
              <a:rPr lang="en-US" altLang="zh-CN" b="1" i="1" dirty="0">
                <a:ea typeface="宋体" pitchFamily="2" charset="-122"/>
                <a:sym typeface="+mn-ea"/>
              </a:rPr>
              <a:t>1-</a:t>
            </a:r>
            <a:r>
              <a:rPr lang="zh-CN" altLang="en-US" b="1" i="1" dirty="0">
                <a:ea typeface="宋体" pitchFamily="2" charset="-122"/>
                <a:sym typeface="+mn-ea"/>
              </a:rPr>
              <a:t>素数问题</a:t>
            </a:r>
            <a:endParaRPr lang="zh-CN" altLang="en-US"/>
          </a:p>
        </p:txBody>
      </p:sp>
      <p:sp>
        <p:nvSpPr>
          <p:cNvPr id="5" name="文本框 4"/>
          <p:cNvSpPr txBox="1"/>
          <p:nvPr/>
        </p:nvSpPr>
        <p:spPr>
          <a:xfrm>
            <a:off x="628015" y="1774190"/>
            <a:ext cx="10778490" cy="650875"/>
          </a:xfrm>
          <a:prstGeom prst="rect">
            <a:avLst/>
          </a:prstGeom>
          <a:noFill/>
        </p:spPr>
        <p:txBody>
          <a:bodyPr wrap="square" rtlCol="0" anchor="t">
            <a:spAutoFit/>
          </a:bodyPr>
          <a:p>
            <a:pPr marL="342900" indent="-342900" eaLnBrk="1" hangingPunct="1">
              <a:lnSpc>
                <a:spcPct val="130000"/>
              </a:lnSpc>
              <a:buFont typeface="Arial" panose="020B0604020202090204" pitchFamily="34" charset="0"/>
              <a:buChar char="•"/>
            </a:pPr>
            <a:r>
              <a:rPr lang="en-US" altLang="zh-CN" sz="2800">
                <a:sym typeface="+mn-ea"/>
              </a:rPr>
              <a:t>Java</a:t>
            </a:r>
            <a:r>
              <a:rPr lang="zh-CN" altLang="en-US" sz="2800">
                <a:sym typeface="+mn-ea"/>
              </a:rPr>
              <a:t>实现</a:t>
            </a:r>
            <a:r>
              <a:rPr lang="en-US" altLang="zh-CN" sz="2800">
                <a:sym typeface="+mn-ea"/>
              </a:rPr>
              <a:t>-</a:t>
            </a:r>
            <a:r>
              <a:rPr lang="zh-CN" altLang="en-US" sz="2800">
                <a:sym typeface="+mn-ea"/>
              </a:rPr>
              <a:t>是对象思维吗？</a:t>
            </a:r>
            <a:endParaRPr lang="zh-CN" altLang="en-US" sz="2800" dirty="0">
              <a:sym typeface="+mn-ea"/>
            </a:endParaRPr>
          </a:p>
        </p:txBody>
      </p:sp>
      <p:sp>
        <p:nvSpPr>
          <p:cNvPr id="8" name="Rectangle 3"/>
          <p:cNvSpPr>
            <a:spLocks noChangeArrowheads="1"/>
          </p:cNvSpPr>
          <p:nvPr/>
        </p:nvSpPr>
        <p:spPr bwMode="auto">
          <a:xfrm>
            <a:off x="5321935" y="2061210"/>
            <a:ext cx="6084570" cy="4733925"/>
          </a:xfrm>
          <a:prstGeom prst="rect">
            <a:avLst/>
          </a:prstGeom>
          <a:solidFill>
            <a:schemeClr val="bg2">
              <a:lumMod val="90000"/>
            </a:schemeClr>
          </a:solidFill>
          <a:ln w="9525" algn="ctr">
            <a:noFill/>
            <a:miter lim="800000"/>
          </a:ln>
          <a:effectLst/>
        </p:spPr>
        <p:txBody>
          <a:bodyPr wrap="square">
            <a:spAutoFit/>
          </a:bodyPr>
          <a:p>
            <a:pPr eaLnBrk="0" hangingPunct="0">
              <a:lnSpc>
                <a:spcPct val="80000"/>
              </a:lnSpc>
              <a:spcBef>
                <a:spcPct val="20000"/>
              </a:spcBef>
              <a:defRPr/>
            </a:pP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import </a:t>
            </a:r>
            <a:r>
              <a:rPr lang="en-US" altLang="zh-CN" sz="1800" dirty="0" err="1">
                <a:effectLst>
                  <a:outerShdw blurRad="38100" dist="38100" dir="2700000" algn="tl">
                    <a:srgbClr val="C0C0C0"/>
                  </a:outerShdw>
                </a:effectLst>
                <a:latin typeface="Times New Roman" panose="02020603050405020304" charset="0"/>
                <a:ea typeface="黑体" panose="02010609060101010101" pitchFamily="49" charset="-122"/>
              </a:rPr>
              <a:t>java.lang.Math</a:t>
            </a: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a:t>
            </a:r>
            <a:endPar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public class </a:t>
            </a:r>
            <a:r>
              <a:rPr lang="en-US" altLang="zh-CN" sz="1800" dirty="0" err="1">
                <a:effectLst>
                  <a:outerShdw blurRad="38100" dist="38100" dir="2700000" algn="tl">
                    <a:srgbClr val="C0C0C0"/>
                  </a:outerShdw>
                </a:effectLst>
                <a:latin typeface="Times New Roman" panose="02020603050405020304" charset="0"/>
                <a:ea typeface="黑体" panose="02010609060101010101" pitchFamily="49" charset="-122"/>
              </a:rPr>
              <a:t>PrimerNumber</a:t>
            </a: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a:t>
            </a:r>
            <a:endPar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    public static void main(String </a:t>
            </a:r>
            <a:r>
              <a:rPr lang="en-US" altLang="zh-CN" sz="1800" dirty="0" err="1">
                <a:effectLst>
                  <a:outerShdw blurRad="38100" dist="38100" dir="2700000" algn="tl">
                    <a:srgbClr val="C0C0C0"/>
                  </a:outerShdw>
                </a:effectLst>
                <a:latin typeface="Times New Roman" panose="02020603050405020304" charset="0"/>
                <a:ea typeface="黑体" panose="02010609060101010101" pitchFamily="49" charset="-122"/>
              </a:rPr>
              <a:t>args</a:t>
            </a: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 {</a:t>
            </a:r>
            <a:endPar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        int n=50;</a:t>
            </a:r>
            <a:endPar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        int sieve[]=new int[n-1];</a:t>
            </a:r>
            <a:endPar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        int </a:t>
            </a:r>
            <a:r>
              <a:rPr lang="en-US" altLang="zh-CN" sz="1800" dirty="0" err="1">
                <a:effectLst>
                  <a:outerShdw blurRad="38100" dist="38100" dir="2700000" algn="tl">
                    <a:srgbClr val="C0C0C0"/>
                  </a:outerShdw>
                </a:effectLst>
                <a:latin typeface="Times New Roman" panose="02020603050405020304" charset="0"/>
                <a:ea typeface="黑体" panose="02010609060101010101" pitchFamily="49" charset="-122"/>
              </a:rPr>
              <a:t>iCounter</a:t>
            </a: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=2, </a:t>
            </a:r>
            <a:r>
              <a:rPr lang="en-US" altLang="zh-CN" sz="1800" dirty="0" err="1">
                <a:effectLst>
                  <a:outerShdw blurRad="38100" dist="38100" dir="2700000" algn="tl">
                    <a:srgbClr val="C0C0C0"/>
                  </a:outerShdw>
                </a:effectLst>
                <a:latin typeface="Times New Roman" panose="02020603050405020304" charset="0"/>
                <a:ea typeface="黑体" panose="02010609060101010101" pitchFamily="49" charset="-122"/>
              </a:rPr>
              <a:t>iMax</a:t>
            </a: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 </a:t>
            </a:r>
            <a:r>
              <a:rPr lang="en-US" altLang="zh-CN" sz="1800" dirty="0" err="1">
                <a:effectLst>
                  <a:outerShdw blurRad="38100" dist="38100" dir="2700000" algn="tl">
                    <a:srgbClr val="C0C0C0"/>
                  </a:outerShdw>
                </a:effectLst>
                <a:latin typeface="Times New Roman" panose="02020603050405020304" charset="0"/>
                <a:ea typeface="黑体" panose="02010609060101010101" pitchFamily="49" charset="-122"/>
              </a:rPr>
              <a:t>i</a:t>
            </a: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a:t>
            </a:r>
            <a:endPar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        for(</a:t>
            </a:r>
            <a:r>
              <a:rPr lang="en-US" altLang="zh-CN" sz="1800" dirty="0" err="1">
                <a:effectLst>
                  <a:outerShdw blurRad="38100" dist="38100" dir="2700000" algn="tl">
                    <a:srgbClr val="C0C0C0"/>
                  </a:outerShdw>
                </a:effectLst>
                <a:latin typeface="Times New Roman" panose="02020603050405020304" charset="0"/>
                <a:ea typeface="黑体" panose="02010609060101010101" pitchFamily="49" charset="-122"/>
              </a:rPr>
              <a:t>i</a:t>
            </a: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=0;i&lt;n-1;i++) {sieve[</a:t>
            </a:r>
            <a:r>
              <a:rPr lang="en-US" altLang="zh-CN" sz="1800" dirty="0" err="1">
                <a:effectLst>
                  <a:outerShdw blurRad="38100" dist="38100" dir="2700000" algn="tl">
                    <a:srgbClr val="C0C0C0"/>
                  </a:outerShdw>
                </a:effectLst>
                <a:latin typeface="Times New Roman" panose="02020603050405020304" charset="0"/>
                <a:ea typeface="黑体" panose="02010609060101010101" pitchFamily="49" charset="-122"/>
              </a:rPr>
              <a:t>i</a:t>
            </a: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]=i+2;}</a:t>
            </a:r>
            <a:endPar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        </a:t>
            </a:r>
            <a:r>
              <a:rPr lang="en-US" altLang="zh-CN" sz="1800" dirty="0" err="1">
                <a:effectLst>
                  <a:outerShdw blurRad="38100" dist="38100" dir="2700000" algn="tl">
                    <a:srgbClr val="C0C0C0"/>
                  </a:outerShdw>
                </a:effectLst>
                <a:latin typeface="Times New Roman" panose="02020603050405020304" charset="0"/>
                <a:ea typeface="黑体" panose="02010609060101010101" pitchFamily="49" charset="-122"/>
              </a:rPr>
              <a:t>iMax</a:t>
            </a: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=(int)</a:t>
            </a:r>
            <a:r>
              <a:rPr lang="en-US" altLang="zh-CN" sz="1800" dirty="0" err="1">
                <a:effectLst>
                  <a:outerShdw blurRad="38100" dist="38100" dir="2700000" algn="tl">
                    <a:srgbClr val="C0C0C0"/>
                  </a:outerShdw>
                </a:effectLst>
                <a:latin typeface="Times New Roman" panose="02020603050405020304" charset="0"/>
                <a:ea typeface="黑体" panose="02010609060101010101" pitchFamily="49" charset="-122"/>
              </a:rPr>
              <a:t>Math.sqrt</a:t>
            </a: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(n);</a:t>
            </a:r>
            <a:endPar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       while(</a:t>
            </a:r>
            <a:r>
              <a:rPr lang="en-US" altLang="zh-CN" sz="1800" dirty="0" err="1">
                <a:effectLst>
                  <a:outerShdw blurRad="38100" dist="38100" dir="2700000" algn="tl">
                    <a:srgbClr val="C0C0C0"/>
                  </a:outerShdw>
                </a:effectLst>
                <a:latin typeface="Times New Roman" panose="02020603050405020304" charset="0"/>
                <a:ea typeface="黑体" panose="02010609060101010101" pitchFamily="49" charset="-122"/>
              </a:rPr>
              <a:t>iCounter</a:t>
            </a: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&lt;=</a:t>
            </a:r>
            <a:r>
              <a:rPr lang="en-US" altLang="zh-CN" sz="1800" dirty="0" err="1">
                <a:effectLst>
                  <a:outerShdw blurRad="38100" dist="38100" dir="2700000" algn="tl">
                    <a:srgbClr val="C0C0C0"/>
                  </a:outerShdw>
                </a:effectLst>
                <a:latin typeface="Times New Roman" panose="02020603050405020304" charset="0"/>
                <a:ea typeface="黑体" panose="02010609060101010101" pitchFamily="49" charset="-122"/>
              </a:rPr>
              <a:t>iMax</a:t>
            </a: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a:t>
            </a:r>
            <a:endPar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            for (</a:t>
            </a:r>
            <a:r>
              <a:rPr lang="en-US" altLang="zh-CN" sz="1800" dirty="0" err="1">
                <a:effectLst>
                  <a:outerShdw blurRad="38100" dist="38100" dir="2700000" algn="tl">
                    <a:srgbClr val="C0C0C0"/>
                  </a:outerShdw>
                </a:effectLst>
                <a:latin typeface="Times New Roman" panose="02020603050405020304" charset="0"/>
                <a:ea typeface="黑体" panose="02010609060101010101" pitchFamily="49" charset="-122"/>
              </a:rPr>
              <a:t>i</a:t>
            </a: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=2*iCounter-2; </a:t>
            </a:r>
            <a:r>
              <a:rPr lang="en-US" altLang="zh-CN" sz="1800" dirty="0" err="1">
                <a:effectLst>
                  <a:outerShdw blurRad="38100" dist="38100" dir="2700000" algn="tl">
                    <a:srgbClr val="C0C0C0"/>
                  </a:outerShdw>
                </a:effectLst>
                <a:latin typeface="Times New Roman" panose="02020603050405020304" charset="0"/>
                <a:ea typeface="黑体" panose="02010609060101010101" pitchFamily="49" charset="-122"/>
              </a:rPr>
              <a:t>i</a:t>
            </a: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&lt;n-1; </a:t>
            </a:r>
            <a:r>
              <a:rPr lang="en-US" altLang="zh-CN" sz="1800" dirty="0" err="1">
                <a:effectLst>
                  <a:outerShdw blurRad="38100" dist="38100" dir="2700000" algn="tl">
                    <a:srgbClr val="C0C0C0"/>
                  </a:outerShdw>
                </a:effectLst>
                <a:latin typeface="Times New Roman" panose="02020603050405020304" charset="0"/>
                <a:ea typeface="黑体" panose="02010609060101010101" pitchFamily="49" charset="-122"/>
              </a:rPr>
              <a:t>i</a:t>
            </a: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a:t>
            </a:r>
            <a:r>
              <a:rPr lang="en-US" altLang="zh-CN" sz="1800" dirty="0" err="1">
                <a:effectLst>
                  <a:outerShdw blurRad="38100" dist="38100" dir="2700000" algn="tl">
                    <a:srgbClr val="C0C0C0"/>
                  </a:outerShdw>
                </a:effectLst>
                <a:latin typeface="Times New Roman" panose="02020603050405020304" charset="0"/>
                <a:ea typeface="黑体" panose="02010609060101010101" pitchFamily="49" charset="-122"/>
              </a:rPr>
              <a:t>iCounter</a:t>
            </a: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a:t>
            </a:r>
            <a:endPar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                sieve[</a:t>
            </a:r>
            <a:r>
              <a:rPr lang="en-US" altLang="zh-CN" sz="1800" dirty="0" err="1">
                <a:effectLst>
                  <a:outerShdw blurRad="38100" dist="38100" dir="2700000" algn="tl">
                    <a:srgbClr val="C0C0C0"/>
                  </a:outerShdw>
                </a:effectLst>
                <a:latin typeface="Times New Roman" panose="02020603050405020304" charset="0"/>
                <a:ea typeface="黑体" panose="02010609060101010101" pitchFamily="49" charset="-122"/>
              </a:rPr>
              <a:t>i</a:t>
            </a: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]=0;</a:t>
            </a:r>
            <a:endPar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            </a:t>
            </a:r>
            <a:r>
              <a:rPr lang="en-US" altLang="zh-CN" sz="1800" dirty="0" err="1">
                <a:effectLst>
                  <a:outerShdw blurRad="38100" dist="38100" dir="2700000" algn="tl">
                    <a:srgbClr val="C0C0C0"/>
                  </a:outerShdw>
                </a:effectLst>
                <a:latin typeface="Times New Roman" panose="02020603050405020304" charset="0"/>
                <a:ea typeface="黑体" panose="02010609060101010101" pitchFamily="49" charset="-122"/>
              </a:rPr>
              <a:t>iCounter</a:t>
            </a: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a:t>
            </a:r>
            <a:endPar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        }</a:t>
            </a:r>
            <a:endPar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        for(</a:t>
            </a:r>
            <a:r>
              <a:rPr lang="en-US" altLang="zh-CN" sz="1800" dirty="0" err="1">
                <a:effectLst>
                  <a:outerShdw blurRad="38100" dist="38100" dir="2700000" algn="tl">
                    <a:srgbClr val="C0C0C0"/>
                  </a:outerShdw>
                </a:effectLst>
                <a:latin typeface="Times New Roman" panose="02020603050405020304" charset="0"/>
                <a:ea typeface="黑体" panose="02010609060101010101" pitchFamily="49" charset="-122"/>
              </a:rPr>
              <a:t>i</a:t>
            </a: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=0; </a:t>
            </a:r>
            <a:r>
              <a:rPr lang="en-US" altLang="zh-CN" sz="1800" dirty="0" err="1">
                <a:effectLst>
                  <a:outerShdw blurRad="38100" dist="38100" dir="2700000" algn="tl">
                    <a:srgbClr val="C0C0C0"/>
                  </a:outerShdw>
                </a:effectLst>
                <a:latin typeface="Times New Roman" panose="02020603050405020304" charset="0"/>
                <a:ea typeface="黑体" panose="02010609060101010101" pitchFamily="49" charset="-122"/>
              </a:rPr>
              <a:t>i</a:t>
            </a: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&lt;n-1; </a:t>
            </a:r>
            <a:r>
              <a:rPr lang="en-US" altLang="zh-CN" sz="1800" dirty="0" err="1">
                <a:effectLst>
                  <a:outerShdw blurRad="38100" dist="38100" dir="2700000" algn="tl">
                    <a:srgbClr val="C0C0C0"/>
                  </a:outerShdw>
                </a:effectLst>
                <a:latin typeface="Times New Roman" panose="02020603050405020304" charset="0"/>
                <a:ea typeface="黑体" panose="02010609060101010101" pitchFamily="49" charset="-122"/>
              </a:rPr>
              <a:t>i</a:t>
            </a: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a:t>
            </a:r>
            <a:endPar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            if (sieve[</a:t>
            </a:r>
            <a:r>
              <a:rPr lang="en-US" altLang="zh-CN" sz="1800" dirty="0" err="1">
                <a:effectLst>
                  <a:outerShdw blurRad="38100" dist="38100" dir="2700000" algn="tl">
                    <a:srgbClr val="C0C0C0"/>
                  </a:outerShdw>
                </a:effectLst>
                <a:latin typeface="Times New Roman" panose="02020603050405020304" charset="0"/>
                <a:ea typeface="黑体" panose="02010609060101010101" pitchFamily="49" charset="-122"/>
              </a:rPr>
              <a:t>i</a:t>
            </a: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]!=0) </a:t>
            </a:r>
            <a:r>
              <a:rPr lang="en-US" altLang="zh-CN" sz="1800" dirty="0" err="1">
                <a:effectLst>
                  <a:outerShdw blurRad="38100" dist="38100" dir="2700000" algn="tl">
                    <a:srgbClr val="C0C0C0"/>
                  </a:outerShdw>
                </a:effectLst>
                <a:latin typeface="Times New Roman" panose="02020603050405020304" charset="0"/>
                <a:ea typeface="黑体" panose="02010609060101010101" pitchFamily="49" charset="-122"/>
              </a:rPr>
              <a:t>System.out.println</a:t>
            </a: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(sieve[</a:t>
            </a:r>
            <a:r>
              <a:rPr lang="en-US" altLang="zh-CN" sz="1800" dirty="0" err="1">
                <a:effectLst>
                  <a:outerShdw blurRad="38100" dist="38100" dir="2700000" algn="tl">
                    <a:srgbClr val="C0C0C0"/>
                  </a:outerShdw>
                </a:effectLst>
                <a:latin typeface="Times New Roman" panose="02020603050405020304" charset="0"/>
                <a:ea typeface="黑体" panose="02010609060101010101" pitchFamily="49" charset="-122"/>
              </a:rPr>
              <a:t>i</a:t>
            </a: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a:t>
            </a:r>
            <a:endPar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    }</a:t>
            </a:r>
            <a:endPar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80000"/>
              </a:lnSpc>
              <a:spcBef>
                <a:spcPct val="20000"/>
              </a:spcBef>
              <a:defRPr/>
            </a:pPr>
            <a:r>
              <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rPr>
              <a:t>}</a:t>
            </a:r>
            <a:endParaRPr lang="en-US" altLang="zh-CN" sz="1800" dirty="0">
              <a:effectLst>
                <a:outerShdw blurRad="38100" dist="38100" dir="2700000" algn="tl">
                  <a:srgbClr val="C0C0C0"/>
                </a:outerShdw>
              </a:effectLst>
              <a:latin typeface="Times New Roman" panose="02020603050405020304" charset="0"/>
              <a:ea typeface="黑体" panose="02010609060101010101" pitchFamily="49" charset="-122"/>
            </a:endParaRPr>
          </a:p>
        </p:txBody>
      </p:sp>
    </p:spTree>
  </p:cSld>
  <p:clrMapOvr>
    <a:masterClrMapping/>
  </p:clrMapOvr>
  <p:transition spd="slow">
    <p:rand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3200" b="1" dirty="0" smtClean="0">
                <a:solidFill>
                  <a:srgbClr val="376092"/>
                </a:solidFill>
              </a:rPr>
              <a:t>1.1 </a:t>
            </a:r>
            <a:r>
              <a:rPr kumimoji="1" lang="zh-CN" altLang="en-US" sz="3200" b="1" dirty="0" smtClean="0">
                <a:solidFill>
                  <a:srgbClr val="376092"/>
                </a:solidFill>
              </a:rPr>
              <a:t>从素数问题看面向</a:t>
            </a:r>
            <a:r>
              <a:rPr kumimoji="1" lang="zh-CN" altLang="en-US" sz="3200" b="1" dirty="0" smtClean="0">
                <a:solidFill>
                  <a:srgbClr val="376092"/>
                </a:solidFill>
              </a:rPr>
              <a:t>对象</a:t>
            </a:r>
            <a:endParaRPr kumimoji="1" lang="zh-CN" altLang="en-US" sz="32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zh-CN" altLang="en-US" sz="3200" b="1" dirty="0">
                  <a:solidFill>
                    <a:schemeClr val="tx2">
                      <a:lumMod val="75000"/>
                    </a:schemeClr>
                  </a:solidFill>
                  <a:latin typeface="+mj-lt"/>
                  <a:ea typeface="黑体" panose="02010609060101010101" pitchFamily="49" charset="-122"/>
                  <a:cs typeface="+mj-lt"/>
                </a:rPr>
                <a:t>上升到面向</a:t>
              </a:r>
              <a:r>
                <a:rPr lang="zh-CN" altLang="en-US" sz="3200" b="1" dirty="0">
                  <a:solidFill>
                    <a:schemeClr val="tx2">
                      <a:lumMod val="75000"/>
                    </a:schemeClr>
                  </a:solidFill>
                  <a:latin typeface="+mj-lt"/>
                  <a:ea typeface="黑体" panose="02010609060101010101" pitchFamily="49" charset="-122"/>
                  <a:cs typeface="+mj-lt"/>
                </a:rPr>
                <a:t>对象</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2" name="文本框 1"/>
          <p:cNvSpPr txBox="1"/>
          <p:nvPr/>
        </p:nvSpPr>
        <p:spPr>
          <a:xfrm>
            <a:off x="7558405" y="1123315"/>
            <a:ext cx="3848100" cy="460375"/>
          </a:xfrm>
          <a:prstGeom prst="rect">
            <a:avLst/>
          </a:prstGeom>
          <a:noFill/>
        </p:spPr>
        <p:txBody>
          <a:bodyPr wrap="none" rtlCol="0" anchor="t">
            <a:spAutoFit/>
          </a:bodyPr>
          <a:p>
            <a:pPr algn="r" eaLnBrk="1" hangingPunct="1"/>
            <a:r>
              <a:rPr lang="zh-CN" altLang="en-US" b="1" i="1" dirty="0">
                <a:ea typeface="宋体" pitchFamily="2" charset="-122"/>
                <a:sym typeface="+mn-ea"/>
              </a:rPr>
              <a:t>用面向对象思维解决</a:t>
            </a:r>
            <a:r>
              <a:rPr lang="zh-CN" altLang="en-US" b="1" i="1" dirty="0">
                <a:ea typeface="宋体" pitchFamily="2" charset="-122"/>
                <a:sym typeface="+mn-ea"/>
              </a:rPr>
              <a:t>问题？</a:t>
            </a:r>
            <a:endParaRPr lang="zh-CN" altLang="en-US" b="1" i="1" dirty="0">
              <a:ea typeface="宋体" pitchFamily="2" charset="-122"/>
              <a:sym typeface="+mn-ea"/>
            </a:endParaRPr>
          </a:p>
        </p:txBody>
      </p:sp>
      <p:sp>
        <p:nvSpPr>
          <p:cNvPr id="18436" name="Text Box 3"/>
          <p:cNvSpPr txBox="1">
            <a:spLocks noChangeArrowheads="1"/>
          </p:cNvSpPr>
          <p:nvPr/>
        </p:nvSpPr>
        <p:spPr bwMode="auto">
          <a:xfrm>
            <a:off x="2208213" y="1843408"/>
            <a:ext cx="7696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r>
              <a:rPr lang="zh-CN" altLang="en-US" sz="2800">
                <a:solidFill>
                  <a:srgbClr val="000066"/>
                </a:solidFill>
                <a:latin typeface="黑体" panose="02010609060101010101" pitchFamily="49" charset="-122"/>
                <a:ea typeface="黑体" panose="02010609060101010101" pitchFamily="49" charset="-122"/>
              </a:rPr>
              <a:t>筛选法：生成 </a:t>
            </a:r>
            <a:r>
              <a:rPr lang="en-US" altLang="zh-CN" sz="2800">
                <a:solidFill>
                  <a:srgbClr val="000066"/>
                </a:solidFill>
                <a:latin typeface="黑体" panose="02010609060101010101" pitchFamily="49" charset="-122"/>
                <a:ea typeface="黑体" panose="02010609060101010101" pitchFamily="49" charset="-122"/>
              </a:rPr>
              <a:t>2&lt; i &lt;n </a:t>
            </a:r>
            <a:r>
              <a:rPr lang="zh-CN" altLang="en-US" sz="2800">
                <a:solidFill>
                  <a:srgbClr val="000066"/>
                </a:solidFill>
                <a:latin typeface="黑体" panose="02010609060101010101" pitchFamily="49" charset="-122"/>
                <a:ea typeface="黑体" panose="02010609060101010101" pitchFamily="49" charset="-122"/>
              </a:rPr>
              <a:t>的整数序列，设</a:t>
            </a:r>
            <a:r>
              <a:rPr lang="en-US" altLang="zh-CN" sz="2800">
                <a:solidFill>
                  <a:srgbClr val="000066"/>
                </a:solidFill>
                <a:latin typeface="黑体" panose="02010609060101010101" pitchFamily="49" charset="-122"/>
                <a:ea typeface="黑体" panose="02010609060101010101" pitchFamily="49" charset="-122"/>
              </a:rPr>
              <a:t>n=50</a:t>
            </a:r>
            <a:endParaRPr lang="en-US" altLang="zh-CN" sz="2800">
              <a:solidFill>
                <a:srgbClr val="000066"/>
              </a:solidFill>
              <a:latin typeface="黑体" panose="02010609060101010101" pitchFamily="49" charset="-122"/>
              <a:ea typeface="黑体" panose="02010609060101010101" pitchFamily="49" charset="-122"/>
            </a:endParaRPr>
          </a:p>
        </p:txBody>
      </p:sp>
      <p:sp>
        <p:nvSpPr>
          <p:cNvPr id="18437" name="Text Box 4"/>
          <p:cNvSpPr txBox="1">
            <a:spLocks noChangeArrowheads="1"/>
          </p:cNvSpPr>
          <p:nvPr/>
        </p:nvSpPr>
        <p:spPr bwMode="auto">
          <a:xfrm>
            <a:off x="1558928" y="2781935"/>
            <a:ext cx="9072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r>
              <a:rPr lang="zh-CN" altLang="en-US">
                <a:solidFill>
                  <a:srgbClr val="000066"/>
                </a:solidFill>
                <a:latin typeface="黑体" panose="02010609060101010101" pitchFamily="49" charset="-122"/>
                <a:ea typeface="黑体" panose="02010609060101010101" pitchFamily="49" charset="-122"/>
              </a:rPr>
              <a:t>筛掉</a:t>
            </a:r>
            <a:r>
              <a:rPr lang="en-US" altLang="zh-CN">
                <a:solidFill>
                  <a:srgbClr val="000066"/>
                </a:solidFill>
                <a:latin typeface="黑体" panose="02010609060101010101" pitchFamily="49" charset="-122"/>
                <a:ea typeface="黑体" panose="02010609060101010101" pitchFamily="49" charset="-122"/>
              </a:rPr>
              <a:t>2</a:t>
            </a:r>
            <a:r>
              <a:rPr lang="zh-CN" altLang="en-US">
                <a:solidFill>
                  <a:srgbClr val="000066"/>
                </a:solidFill>
                <a:latin typeface="黑体" panose="02010609060101010101" pitchFamily="49" charset="-122"/>
                <a:ea typeface="黑体" panose="02010609060101010101" pitchFamily="49" charset="-122"/>
              </a:rPr>
              <a:t>的倍数：</a:t>
            </a:r>
            <a:r>
              <a:rPr lang="en-US" altLang="zh-CN">
                <a:solidFill>
                  <a:srgbClr val="FF0000"/>
                </a:solidFill>
                <a:latin typeface="黑体" panose="02010609060101010101" pitchFamily="49" charset="-122"/>
                <a:ea typeface="黑体" panose="02010609060101010101" pitchFamily="49" charset="-122"/>
              </a:rPr>
              <a:t>2</a:t>
            </a:r>
            <a:r>
              <a:rPr lang="en-US" altLang="zh-CN">
                <a:solidFill>
                  <a:srgbClr val="000066"/>
                </a:solidFill>
                <a:latin typeface="黑体" panose="02010609060101010101" pitchFamily="49" charset="-122"/>
                <a:ea typeface="黑体" panose="02010609060101010101" pitchFamily="49" charset="-122"/>
              </a:rPr>
              <a:t> 3 </a:t>
            </a:r>
            <a:r>
              <a:rPr lang="en-US" altLang="zh-CN">
                <a:solidFill>
                  <a:schemeClr val="folHlink"/>
                </a:solidFill>
                <a:latin typeface="黑体" panose="02010609060101010101" pitchFamily="49" charset="-122"/>
                <a:ea typeface="黑体" panose="02010609060101010101" pitchFamily="49" charset="-122"/>
              </a:rPr>
              <a:t>4</a:t>
            </a:r>
            <a:r>
              <a:rPr lang="en-US" altLang="zh-CN">
                <a:solidFill>
                  <a:srgbClr val="000066"/>
                </a:solidFill>
                <a:latin typeface="黑体" panose="02010609060101010101" pitchFamily="49" charset="-122"/>
                <a:ea typeface="黑体" panose="02010609060101010101" pitchFamily="49" charset="-122"/>
              </a:rPr>
              <a:t> 5 </a:t>
            </a:r>
            <a:r>
              <a:rPr lang="en-US" altLang="zh-CN">
                <a:solidFill>
                  <a:schemeClr val="folHlink"/>
                </a:solidFill>
                <a:latin typeface="黑体" panose="02010609060101010101" pitchFamily="49" charset="-122"/>
                <a:ea typeface="黑体" panose="02010609060101010101" pitchFamily="49" charset="-122"/>
              </a:rPr>
              <a:t>6</a:t>
            </a:r>
            <a:r>
              <a:rPr lang="en-US" altLang="zh-CN">
                <a:solidFill>
                  <a:srgbClr val="000066"/>
                </a:solidFill>
                <a:latin typeface="黑体" panose="02010609060101010101" pitchFamily="49" charset="-122"/>
                <a:ea typeface="黑体" panose="02010609060101010101" pitchFamily="49" charset="-122"/>
              </a:rPr>
              <a:t> 7 </a:t>
            </a:r>
            <a:r>
              <a:rPr lang="en-US" altLang="zh-CN">
                <a:solidFill>
                  <a:schemeClr val="folHlink"/>
                </a:solidFill>
                <a:latin typeface="黑体" panose="02010609060101010101" pitchFamily="49" charset="-122"/>
                <a:ea typeface="黑体" panose="02010609060101010101" pitchFamily="49" charset="-122"/>
              </a:rPr>
              <a:t>8</a:t>
            </a:r>
            <a:r>
              <a:rPr lang="en-US" altLang="zh-CN">
                <a:solidFill>
                  <a:srgbClr val="000066"/>
                </a:solidFill>
                <a:latin typeface="黑体" panose="02010609060101010101" pitchFamily="49" charset="-122"/>
                <a:ea typeface="黑体" panose="02010609060101010101" pitchFamily="49" charset="-122"/>
              </a:rPr>
              <a:t> 9 </a:t>
            </a:r>
            <a:r>
              <a:rPr lang="en-US" altLang="zh-CN">
                <a:solidFill>
                  <a:schemeClr val="folHlink"/>
                </a:solidFill>
                <a:latin typeface="黑体" panose="02010609060101010101" pitchFamily="49" charset="-122"/>
                <a:ea typeface="黑体" panose="02010609060101010101" pitchFamily="49" charset="-122"/>
              </a:rPr>
              <a:t>10</a:t>
            </a:r>
            <a:r>
              <a:rPr lang="en-US" altLang="zh-CN">
                <a:solidFill>
                  <a:srgbClr val="000066"/>
                </a:solidFill>
                <a:latin typeface="黑体" panose="02010609060101010101" pitchFamily="49" charset="-122"/>
                <a:ea typeface="黑体" panose="02010609060101010101" pitchFamily="49" charset="-122"/>
              </a:rPr>
              <a:t> 11 </a:t>
            </a:r>
            <a:r>
              <a:rPr lang="en-US" altLang="zh-CN">
                <a:solidFill>
                  <a:schemeClr val="folHlink"/>
                </a:solidFill>
                <a:latin typeface="黑体" panose="02010609060101010101" pitchFamily="49" charset="-122"/>
                <a:ea typeface="黑体" panose="02010609060101010101" pitchFamily="49" charset="-122"/>
              </a:rPr>
              <a:t>12</a:t>
            </a:r>
            <a:r>
              <a:rPr lang="en-US" altLang="zh-CN">
                <a:solidFill>
                  <a:srgbClr val="000066"/>
                </a:solidFill>
                <a:latin typeface="黑体" panose="02010609060101010101" pitchFamily="49" charset="-122"/>
                <a:ea typeface="黑体" panose="02010609060101010101" pitchFamily="49" charset="-122"/>
              </a:rPr>
              <a:t> 13 </a:t>
            </a:r>
            <a:r>
              <a:rPr lang="en-US" altLang="zh-CN">
                <a:solidFill>
                  <a:schemeClr val="folHlink"/>
                </a:solidFill>
                <a:latin typeface="黑体" panose="02010609060101010101" pitchFamily="49" charset="-122"/>
                <a:ea typeface="黑体" panose="02010609060101010101" pitchFamily="49" charset="-122"/>
              </a:rPr>
              <a:t>14</a:t>
            </a:r>
            <a:r>
              <a:rPr lang="en-US" altLang="zh-CN">
                <a:solidFill>
                  <a:srgbClr val="000066"/>
                </a:solidFill>
                <a:latin typeface="黑体" panose="02010609060101010101" pitchFamily="49" charset="-122"/>
                <a:ea typeface="黑体" panose="02010609060101010101" pitchFamily="49" charset="-122"/>
              </a:rPr>
              <a:t> 15 </a:t>
            </a:r>
            <a:r>
              <a:rPr lang="en-US" altLang="zh-CN">
                <a:solidFill>
                  <a:schemeClr val="folHlink"/>
                </a:solidFill>
                <a:latin typeface="黑体" panose="02010609060101010101" pitchFamily="49" charset="-122"/>
                <a:ea typeface="黑体" panose="02010609060101010101" pitchFamily="49" charset="-122"/>
              </a:rPr>
              <a:t>16</a:t>
            </a:r>
            <a:r>
              <a:rPr lang="en-US" altLang="zh-CN">
                <a:solidFill>
                  <a:srgbClr val="000066"/>
                </a:solidFill>
                <a:latin typeface="黑体" panose="02010609060101010101" pitchFamily="49" charset="-122"/>
                <a:ea typeface="黑体" panose="02010609060101010101" pitchFamily="49" charset="-122"/>
              </a:rPr>
              <a:t> 17 </a:t>
            </a:r>
            <a:r>
              <a:rPr lang="en-US" altLang="zh-CN">
                <a:solidFill>
                  <a:srgbClr val="000066"/>
                </a:solidFill>
                <a:latin typeface="Times New Roman" panose="02020603050405020304" charset="0"/>
                <a:ea typeface="黑体" panose="02010609060101010101" pitchFamily="49" charset="-122"/>
              </a:rPr>
              <a:t>…</a:t>
            </a:r>
            <a:endParaRPr lang="en-US" altLang="zh-CN">
              <a:solidFill>
                <a:srgbClr val="000066"/>
              </a:solidFill>
              <a:latin typeface="黑体" panose="02010609060101010101" pitchFamily="49" charset="-122"/>
              <a:ea typeface="黑体" panose="02010609060101010101" pitchFamily="49" charset="-122"/>
            </a:endParaRPr>
          </a:p>
        </p:txBody>
      </p:sp>
      <p:sp>
        <p:nvSpPr>
          <p:cNvPr id="18438" name="Text Box 5"/>
          <p:cNvSpPr txBox="1">
            <a:spLocks noChangeArrowheads="1"/>
          </p:cNvSpPr>
          <p:nvPr/>
        </p:nvSpPr>
        <p:spPr bwMode="auto">
          <a:xfrm>
            <a:off x="1558928" y="3429635"/>
            <a:ext cx="9072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r>
              <a:rPr lang="zh-CN" altLang="en-US">
                <a:solidFill>
                  <a:srgbClr val="000066"/>
                </a:solidFill>
                <a:latin typeface="黑体" panose="02010609060101010101" pitchFamily="49" charset="-122"/>
                <a:ea typeface="黑体" panose="02010609060101010101" pitchFamily="49" charset="-122"/>
              </a:rPr>
              <a:t>筛掉</a:t>
            </a:r>
            <a:r>
              <a:rPr lang="en-US" altLang="zh-CN">
                <a:solidFill>
                  <a:srgbClr val="000066"/>
                </a:solidFill>
                <a:latin typeface="黑体" panose="02010609060101010101" pitchFamily="49" charset="-122"/>
                <a:ea typeface="黑体" panose="02010609060101010101" pitchFamily="49" charset="-122"/>
              </a:rPr>
              <a:t>3</a:t>
            </a:r>
            <a:r>
              <a:rPr lang="zh-CN" altLang="en-US">
                <a:solidFill>
                  <a:srgbClr val="000066"/>
                </a:solidFill>
                <a:latin typeface="黑体" panose="02010609060101010101" pitchFamily="49" charset="-122"/>
                <a:ea typeface="黑体" panose="02010609060101010101" pitchFamily="49" charset="-122"/>
              </a:rPr>
              <a:t>的倍数：</a:t>
            </a:r>
            <a:r>
              <a:rPr lang="en-US" altLang="zh-CN">
                <a:solidFill>
                  <a:srgbClr val="000066"/>
                </a:solidFill>
                <a:latin typeface="黑体" panose="02010609060101010101" pitchFamily="49" charset="-122"/>
                <a:ea typeface="黑体" panose="02010609060101010101" pitchFamily="49" charset="-122"/>
              </a:rPr>
              <a:t>2 </a:t>
            </a:r>
            <a:r>
              <a:rPr lang="en-US" altLang="zh-CN">
                <a:solidFill>
                  <a:srgbClr val="FF0000"/>
                </a:solidFill>
                <a:latin typeface="黑体" panose="02010609060101010101" pitchFamily="49" charset="-122"/>
                <a:ea typeface="黑体" panose="02010609060101010101" pitchFamily="49" charset="-122"/>
              </a:rPr>
              <a:t>3</a:t>
            </a:r>
            <a:r>
              <a:rPr lang="en-US" altLang="zh-CN">
                <a:solidFill>
                  <a:srgbClr val="000066"/>
                </a:solidFill>
                <a:latin typeface="黑体" panose="02010609060101010101" pitchFamily="49" charset="-122"/>
                <a:ea typeface="黑体" panose="02010609060101010101" pitchFamily="49" charset="-122"/>
              </a:rPr>
              <a:t> 5 7 </a:t>
            </a:r>
            <a:r>
              <a:rPr lang="en-US" altLang="zh-CN">
                <a:solidFill>
                  <a:schemeClr val="folHlink"/>
                </a:solidFill>
                <a:latin typeface="黑体" panose="02010609060101010101" pitchFamily="49" charset="-122"/>
                <a:ea typeface="黑体" panose="02010609060101010101" pitchFamily="49" charset="-122"/>
              </a:rPr>
              <a:t>9</a:t>
            </a:r>
            <a:r>
              <a:rPr lang="en-US" altLang="zh-CN">
                <a:solidFill>
                  <a:srgbClr val="000066"/>
                </a:solidFill>
                <a:latin typeface="黑体" panose="02010609060101010101" pitchFamily="49" charset="-122"/>
                <a:ea typeface="黑体" panose="02010609060101010101" pitchFamily="49" charset="-122"/>
              </a:rPr>
              <a:t> 11 13 </a:t>
            </a:r>
            <a:r>
              <a:rPr lang="en-US" altLang="zh-CN">
                <a:solidFill>
                  <a:schemeClr val="folHlink"/>
                </a:solidFill>
                <a:latin typeface="黑体" panose="02010609060101010101" pitchFamily="49" charset="-122"/>
                <a:ea typeface="黑体" panose="02010609060101010101" pitchFamily="49" charset="-122"/>
              </a:rPr>
              <a:t>15</a:t>
            </a:r>
            <a:r>
              <a:rPr lang="en-US" altLang="zh-CN">
                <a:solidFill>
                  <a:srgbClr val="000066"/>
                </a:solidFill>
                <a:latin typeface="黑体" panose="02010609060101010101" pitchFamily="49" charset="-122"/>
                <a:ea typeface="黑体" panose="02010609060101010101" pitchFamily="49" charset="-122"/>
              </a:rPr>
              <a:t> 17 19 </a:t>
            </a:r>
            <a:r>
              <a:rPr lang="en-US" altLang="zh-CN">
                <a:solidFill>
                  <a:schemeClr val="folHlink"/>
                </a:solidFill>
                <a:latin typeface="黑体" panose="02010609060101010101" pitchFamily="49" charset="-122"/>
                <a:ea typeface="黑体" panose="02010609060101010101" pitchFamily="49" charset="-122"/>
              </a:rPr>
              <a:t>21</a:t>
            </a:r>
            <a:r>
              <a:rPr lang="en-US" altLang="zh-CN">
                <a:solidFill>
                  <a:srgbClr val="000066"/>
                </a:solidFill>
                <a:latin typeface="黑体" panose="02010609060101010101" pitchFamily="49" charset="-122"/>
                <a:ea typeface="黑体" panose="02010609060101010101" pitchFamily="49" charset="-122"/>
              </a:rPr>
              <a:t> 23 25 </a:t>
            </a:r>
            <a:r>
              <a:rPr lang="en-US" altLang="zh-CN">
                <a:solidFill>
                  <a:schemeClr val="folHlink"/>
                </a:solidFill>
                <a:latin typeface="黑体" panose="02010609060101010101" pitchFamily="49" charset="-122"/>
                <a:ea typeface="黑体" panose="02010609060101010101" pitchFamily="49" charset="-122"/>
              </a:rPr>
              <a:t>27</a:t>
            </a:r>
            <a:r>
              <a:rPr lang="en-US" altLang="zh-CN">
                <a:solidFill>
                  <a:srgbClr val="000066"/>
                </a:solidFill>
                <a:latin typeface="黑体" panose="02010609060101010101" pitchFamily="49" charset="-122"/>
                <a:ea typeface="黑体" panose="02010609060101010101" pitchFamily="49" charset="-122"/>
              </a:rPr>
              <a:t> 29 </a:t>
            </a:r>
            <a:r>
              <a:rPr lang="en-US" altLang="zh-CN">
                <a:solidFill>
                  <a:srgbClr val="000066"/>
                </a:solidFill>
                <a:latin typeface="Times New Roman" panose="02020603050405020304" charset="0"/>
                <a:ea typeface="黑体" panose="02010609060101010101" pitchFamily="49" charset="-122"/>
              </a:rPr>
              <a:t>…</a:t>
            </a:r>
            <a:endParaRPr lang="en-US" altLang="zh-CN">
              <a:solidFill>
                <a:srgbClr val="000066"/>
              </a:solidFill>
              <a:latin typeface="黑体" panose="02010609060101010101" pitchFamily="49" charset="-122"/>
              <a:ea typeface="黑体" panose="02010609060101010101" pitchFamily="49" charset="-122"/>
            </a:endParaRPr>
          </a:p>
        </p:txBody>
      </p:sp>
      <p:sp>
        <p:nvSpPr>
          <p:cNvPr id="18439" name="Text Box 6"/>
          <p:cNvSpPr txBox="1">
            <a:spLocks noChangeArrowheads="1"/>
          </p:cNvSpPr>
          <p:nvPr/>
        </p:nvSpPr>
        <p:spPr bwMode="auto">
          <a:xfrm>
            <a:off x="1558928" y="4078923"/>
            <a:ext cx="9072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r>
              <a:rPr lang="zh-CN" altLang="en-US">
                <a:solidFill>
                  <a:srgbClr val="000066"/>
                </a:solidFill>
                <a:latin typeface="黑体" panose="02010609060101010101" pitchFamily="49" charset="-122"/>
                <a:ea typeface="黑体" panose="02010609060101010101" pitchFamily="49" charset="-122"/>
              </a:rPr>
              <a:t>筛掉</a:t>
            </a:r>
            <a:r>
              <a:rPr lang="en-US" altLang="zh-CN">
                <a:solidFill>
                  <a:srgbClr val="000066"/>
                </a:solidFill>
                <a:latin typeface="黑体" panose="02010609060101010101" pitchFamily="49" charset="-122"/>
                <a:ea typeface="黑体" panose="02010609060101010101" pitchFamily="49" charset="-122"/>
              </a:rPr>
              <a:t>5</a:t>
            </a:r>
            <a:r>
              <a:rPr lang="zh-CN" altLang="en-US">
                <a:solidFill>
                  <a:srgbClr val="000066"/>
                </a:solidFill>
                <a:latin typeface="黑体" panose="02010609060101010101" pitchFamily="49" charset="-122"/>
                <a:ea typeface="黑体" panose="02010609060101010101" pitchFamily="49" charset="-122"/>
              </a:rPr>
              <a:t>的倍数：</a:t>
            </a:r>
            <a:r>
              <a:rPr lang="en-US" altLang="zh-CN">
                <a:solidFill>
                  <a:srgbClr val="000066"/>
                </a:solidFill>
                <a:latin typeface="黑体" panose="02010609060101010101" pitchFamily="49" charset="-122"/>
                <a:ea typeface="黑体" panose="02010609060101010101" pitchFamily="49" charset="-122"/>
              </a:rPr>
              <a:t>2 3 </a:t>
            </a:r>
            <a:r>
              <a:rPr lang="en-US" altLang="zh-CN">
                <a:solidFill>
                  <a:srgbClr val="FF0000"/>
                </a:solidFill>
                <a:latin typeface="黑体" panose="02010609060101010101" pitchFamily="49" charset="-122"/>
                <a:ea typeface="黑体" panose="02010609060101010101" pitchFamily="49" charset="-122"/>
              </a:rPr>
              <a:t>5</a:t>
            </a:r>
            <a:r>
              <a:rPr lang="en-US" altLang="zh-CN">
                <a:solidFill>
                  <a:srgbClr val="000066"/>
                </a:solidFill>
                <a:latin typeface="黑体" panose="02010609060101010101" pitchFamily="49" charset="-122"/>
                <a:ea typeface="黑体" panose="02010609060101010101" pitchFamily="49" charset="-122"/>
              </a:rPr>
              <a:t> 7 11 13 17 19 23 </a:t>
            </a:r>
            <a:r>
              <a:rPr lang="en-US" altLang="zh-CN">
                <a:solidFill>
                  <a:schemeClr val="folHlink"/>
                </a:solidFill>
                <a:latin typeface="黑体" panose="02010609060101010101" pitchFamily="49" charset="-122"/>
                <a:ea typeface="黑体" panose="02010609060101010101" pitchFamily="49" charset="-122"/>
              </a:rPr>
              <a:t>25</a:t>
            </a:r>
            <a:r>
              <a:rPr lang="en-US" altLang="zh-CN">
                <a:solidFill>
                  <a:srgbClr val="000066"/>
                </a:solidFill>
                <a:latin typeface="黑体" panose="02010609060101010101" pitchFamily="49" charset="-122"/>
                <a:ea typeface="黑体" panose="02010609060101010101" pitchFamily="49" charset="-122"/>
              </a:rPr>
              <a:t> 29 31 </a:t>
            </a:r>
            <a:r>
              <a:rPr lang="en-US" altLang="zh-CN">
                <a:solidFill>
                  <a:schemeClr val="folHlink"/>
                </a:solidFill>
                <a:latin typeface="黑体" panose="02010609060101010101" pitchFamily="49" charset="-122"/>
                <a:ea typeface="黑体" panose="02010609060101010101" pitchFamily="49" charset="-122"/>
              </a:rPr>
              <a:t>35</a:t>
            </a:r>
            <a:r>
              <a:rPr lang="en-US" altLang="zh-CN">
                <a:solidFill>
                  <a:srgbClr val="000066"/>
                </a:solidFill>
                <a:latin typeface="黑体" panose="02010609060101010101" pitchFamily="49" charset="-122"/>
                <a:ea typeface="黑体" panose="02010609060101010101" pitchFamily="49" charset="-122"/>
              </a:rPr>
              <a:t> 37 41 </a:t>
            </a:r>
            <a:r>
              <a:rPr lang="en-US" altLang="zh-CN">
                <a:solidFill>
                  <a:srgbClr val="000066"/>
                </a:solidFill>
                <a:latin typeface="Times New Roman" panose="02020603050405020304" charset="0"/>
                <a:ea typeface="黑体" panose="02010609060101010101" pitchFamily="49" charset="-122"/>
              </a:rPr>
              <a:t>…</a:t>
            </a:r>
            <a:endParaRPr lang="en-US" altLang="zh-CN">
              <a:solidFill>
                <a:srgbClr val="000066"/>
              </a:solidFill>
              <a:latin typeface="黑体" panose="02010609060101010101" pitchFamily="49" charset="-122"/>
              <a:ea typeface="黑体" panose="02010609060101010101" pitchFamily="49" charset="-122"/>
            </a:endParaRPr>
          </a:p>
        </p:txBody>
      </p:sp>
      <p:sp>
        <p:nvSpPr>
          <p:cNvPr id="18440" name="Text Box 7"/>
          <p:cNvSpPr txBox="1">
            <a:spLocks noChangeArrowheads="1"/>
          </p:cNvSpPr>
          <p:nvPr/>
        </p:nvSpPr>
        <p:spPr bwMode="auto">
          <a:xfrm>
            <a:off x="1558928" y="4653598"/>
            <a:ext cx="9072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r>
              <a:rPr lang="zh-CN" altLang="en-US">
                <a:solidFill>
                  <a:srgbClr val="000066"/>
                </a:solidFill>
                <a:latin typeface="黑体" panose="02010609060101010101" pitchFamily="49" charset="-122"/>
                <a:ea typeface="黑体" panose="02010609060101010101" pitchFamily="49" charset="-122"/>
              </a:rPr>
              <a:t>筛掉</a:t>
            </a:r>
            <a:r>
              <a:rPr lang="en-US" altLang="zh-CN">
                <a:solidFill>
                  <a:srgbClr val="000066"/>
                </a:solidFill>
                <a:latin typeface="黑体" panose="02010609060101010101" pitchFamily="49" charset="-122"/>
                <a:ea typeface="黑体" panose="02010609060101010101" pitchFamily="49" charset="-122"/>
              </a:rPr>
              <a:t>7</a:t>
            </a:r>
            <a:r>
              <a:rPr lang="zh-CN" altLang="en-US">
                <a:solidFill>
                  <a:srgbClr val="000066"/>
                </a:solidFill>
                <a:latin typeface="黑体" panose="02010609060101010101" pitchFamily="49" charset="-122"/>
                <a:ea typeface="黑体" panose="02010609060101010101" pitchFamily="49" charset="-122"/>
              </a:rPr>
              <a:t>的倍数：</a:t>
            </a:r>
            <a:r>
              <a:rPr lang="en-US" altLang="zh-CN">
                <a:solidFill>
                  <a:srgbClr val="000066"/>
                </a:solidFill>
                <a:latin typeface="黑体" panose="02010609060101010101" pitchFamily="49" charset="-122"/>
                <a:ea typeface="黑体" panose="02010609060101010101" pitchFamily="49" charset="-122"/>
              </a:rPr>
              <a:t>2 3 5 </a:t>
            </a:r>
            <a:r>
              <a:rPr lang="en-US" altLang="zh-CN">
                <a:solidFill>
                  <a:srgbClr val="FF0000"/>
                </a:solidFill>
                <a:latin typeface="黑体" panose="02010609060101010101" pitchFamily="49" charset="-122"/>
                <a:ea typeface="黑体" panose="02010609060101010101" pitchFamily="49" charset="-122"/>
              </a:rPr>
              <a:t>7</a:t>
            </a:r>
            <a:r>
              <a:rPr lang="en-US" altLang="zh-CN">
                <a:solidFill>
                  <a:srgbClr val="000066"/>
                </a:solidFill>
                <a:latin typeface="黑体" panose="02010609060101010101" pitchFamily="49" charset="-122"/>
                <a:ea typeface="黑体" panose="02010609060101010101" pitchFamily="49" charset="-122"/>
              </a:rPr>
              <a:t> 11 13 17 19 23 29 31 37 41 43 47 </a:t>
            </a:r>
            <a:r>
              <a:rPr lang="en-US" altLang="zh-CN">
                <a:solidFill>
                  <a:schemeClr val="folHlink"/>
                </a:solidFill>
                <a:latin typeface="黑体" panose="02010609060101010101" pitchFamily="49" charset="-122"/>
                <a:ea typeface="黑体" panose="02010609060101010101" pitchFamily="49" charset="-122"/>
              </a:rPr>
              <a:t>49</a:t>
            </a:r>
            <a:endParaRPr lang="en-US" altLang="zh-CN">
              <a:solidFill>
                <a:schemeClr val="folHlink"/>
              </a:solidFill>
              <a:latin typeface="黑体" panose="02010609060101010101" pitchFamily="49" charset="-122"/>
              <a:ea typeface="黑体" panose="02010609060101010101" pitchFamily="49" charset="-122"/>
            </a:endParaRPr>
          </a:p>
        </p:txBody>
      </p:sp>
      <p:sp>
        <p:nvSpPr>
          <p:cNvPr id="18441" name="Text Box 8"/>
          <p:cNvSpPr txBox="1">
            <a:spLocks noChangeArrowheads="1"/>
          </p:cNvSpPr>
          <p:nvPr/>
        </p:nvSpPr>
        <p:spPr bwMode="auto">
          <a:xfrm>
            <a:off x="1558928" y="5255260"/>
            <a:ext cx="9072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r>
              <a:rPr lang="zh-CN" altLang="en-US">
                <a:solidFill>
                  <a:srgbClr val="000066"/>
                </a:solidFill>
                <a:latin typeface="黑体" panose="02010609060101010101" pitchFamily="49" charset="-122"/>
                <a:ea typeface="黑体" panose="02010609060101010101" pitchFamily="49" charset="-122"/>
              </a:rPr>
              <a:t>留下素数序列：</a:t>
            </a:r>
            <a:r>
              <a:rPr lang="en-US" altLang="zh-CN">
                <a:solidFill>
                  <a:srgbClr val="000066"/>
                </a:solidFill>
                <a:latin typeface="黑体" panose="02010609060101010101" pitchFamily="49" charset="-122"/>
                <a:ea typeface="黑体" panose="02010609060101010101" pitchFamily="49" charset="-122"/>
              </a:rPr>
              <a:t>2 3 5 7 11 13 17 19 23 29 31 37 41 43 47</a:t>
            </a:r>
            <a:endParaRPr lang="en-US" altLang="zh-CN">
              <a:solidFill>
                <a:srgbClr val="000066"/>
              </a:solidFill>
              <a:latin typeface="黑体" panose="02010609060101010101" pitchFamily="49" charset="-122"/>
              <a:ea typeface="黑体" panose="02010609060101010101" pitchFamily="49" charset="-122"/>
            </a:endParaRPr>
          </a:p>
        </p:txBody>
      </p:sp>
      <p:sp>
        <p:nvSpPr>
          <p:cNvPr id="480265" name="Line 9"/>
          <p:cNvSpPr>
            <a:spLocks noChangeShapeType="1"/>
          </p:cNvSpPr>
          <p:nvPr/>
        </p:nvSpPr>
        <p:spPr bwMode="auto">
          <a:xfrm flipV="1">
            <a:off x="3432175" y="3067688"/>
            <a:ext cx="287338" cy="576263"/>
          </a:xfrm>
          <a:prstGeom prst="line">
            <a:avLst/>
          </a:prstGeom>
          <a:noFill/>
          <a:ln w="57150">
            <a:solidFill>
              <a:srgbClr val="FF0000"/>
            </a:solidFill>
            <a:round/>
            <a:tailEnd type="triangle"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80266" name="Oval 10"/>
          <p:cNvSpPr>
            <a:spLocks noChangeArrowheads="1"/>
          </p:cNvSpPr>
          <p:nvPr/>
        </p:nvSpPr>
        <p:spPr bwMode="auto">
          <a:xfrm>
            <a:off x="3359153" y="2670860"/>
            <a:ext cx="6913563" cy="649188"/>
          </a:xfrm>
          <a:prstGeom prst="ellipse">
            <a:avLst/>
          </a:prstGeom>
          <a:noFill/>
          <a:ln w="57150" algn="ctr">
            <a:solidFill>
              <a:srgbClr val="993300"/>
            </a:solidFill>
            <a:round/>
            <a:tailEnd type="none" w="lg" len="lg"/>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480267" name="Line 11"/>
          <p:cNvSpPr>
            <a:spLocks noChangeShapeType="1"/>
          </p:cNvSpPr>
          <p:nvPr/>
        </p:nvSpPr>
        <p:spPr bwMode="auto">
          <a:xfrm>
            <a:off x="3719516" y="3355023"/>
            <a:ext cx="6048375" cy="0"/>
          </a:xfrm>
          <a:prstGeom prst="line">
            <a:avLst/>
          </a:prstGeom>
          <a:noFill/>
          <a:ln w="57150">
            <a:solidFill>
              <a:srgbClr val="660066"/>
            </a:solidFill>
            <a:round/>
            <a:tailEnd type="stealth"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80268" name="AutoShape 12"/>
          <p:cNvSpPr/>
          <p:nvPr/>
        </p:nvSpPr>
        <p:spPr bwMode="auto">
          <a:xfrm>
            <a:off x="6959600" y="4218623"/>
            <a:ext cx="3168650" cy="609600"/>
          </a:xfrm>
          <a:prstGeom prst="borderCallout2">
            <a:avLst>
              <a:gd name="adj1" fmla="val 18750"/>
              <a:gd name="adj2" fmla="val -2403"/>
              <a:gd name="adj3" fmla="val 18750"/>
              <a:gd name="adj4" fmla="val -4708"/>
              <a:gd name="adj5" fmla="val -155731"/>
              <a:gd name="adj6" fmla="val -13625"/>
            </a:avLst>
          </a:prstGeom>
          <a:solidFill>
            <a:srgbClr val="FFFFFF"/>
          </a:solidFill>
          <a:ln w="57150" algn="ctr">
            <a:solidFill>
              <a:srgbClr val="993300"/>
            </a:solidFill>
            <a:miter lim="800000"/>
            <a:headEnd type="none" w="lg" len="lg"/>
            <a:tailEnd type="stealth" w="med" len="med"/>
          </a:ln>
        </p:spPr>
        <p:txBody>
          <a:bodyPr/>
          <a:lstStyle/>
          <a:p>
            <a:pPr algn="ctr" eaLnBrk="0" hangingPunct="0">
              <a:spcBef>
                <a:spcPct val="50000"/>
              </a:spcBef>
            </a:pPr>
            <a:r>
              <a:rPr lang="zh-CN" altLang="en-US" sz="2800">
                <a:solidFill>
                  <a:schemeClr val="hlink"/>
                </a:solidFill>
                <a:latin typeface="Times New Roman" panose="02020603050405020304" charset="0"/>
                <a:ea typeface="黑体" panose="02010609060101010101" pitchFamily="49" charset="-122"/>
              </a:rPr>
              <a:t>筛子：</a:t>
            </a:r>
            <a:r>
              <a:rPr lang="zh-CN" altLang="en-US" sz="2800">
                <a:solidFill>
                  <a:schemeClr val="tx2"/>
                </a:solidFill>
                <a:latin typeface="Times New Roman" panose="02020603050405020304" charset="0"/>
                <a:ea typeface="黑体" panose="02010609060101010101" pitchFamily="49" charset="-122"/>
              </a:rPr>
              <a:t>存储源数据</a:t>
            </a:r>
            <a:endParaRPr lang="zh-CN" altLang="en-US" sz="2800">
              <a:solidFill>
                <a:schemeClr val="tx2"/>
              </a:solidFill>
              <a:latin typeface="Times New Roman" panose="02020603050405020304" charset="0"/>
              <a:ea typeface="黑体" panose="02010609060101010101" pitchFamily="49" charset="-122"/>
            </a:endParaRPr>
          </a:p>
        </p:txBody>
      </p:sp>
      <p:sp>
        <p:nvSpPr>
          <p:cNvPr id="480269" name="AutoShape 13"/>
          <p:cNvSpPr/>
          <p:nvPr/>
        </p:nvSpPr>
        <p:spPr bwMode="auto">
          <a:xfrm>
            <a:off x="6959600" y="4867913"/>
            <a:ext cx="3168650" cy="936625"/>
          </a:xfrm>
          <a:prstGeom prst="borderCallout2">
            <a:avLst>
              <a:gd name="adj1" fmla="val 12204"/>
              <a:gd name="adj2" fmla="val -2403"/>
              <a:gd name="adj3" fmla="val 12204"/>
              <a:gd name="adj4" fmla="val -23745"/>
              <a:gd name="adj5" fmla="val -193898"/>
              <a:gd name="adj6" fmla="val -103556"/>
            </a:avLst>
          </a:prstGeom>
          <a:solidFill>
            <a:srgbClr val="FFFFFF"/>
          </a:solidFill>
          <a:ln w="57150" algn="ctr">
            <a:solidFill>
              <a:srgbClr val="FF0000"/>
            </a:solidFill>
            <a:miter lim="800000"/>
            <a:headEnd type="none" w="lg" len="lg"/>
            <a:tailEnd type="stealth" w="med" len="med"/>
          </a:ln>
        </p:spPr>
        <p:txBody>
          <a:bodyPr/>
          <a:lstStyle/>
          <a:p>
            <a:pPr algn="ctr" eaLnBrk="0" hangingPunct="0">
              <a:spcBef>
                <a:spcPct val="50000"/>
              </a:spcBef>
            </a:pPr>
            <a:r>
              <a:rPr lang="zh-CN" altLang="en-US" sz="2800">
                <a:solidFill>
                  <a:schemeClr val="hlink"/>
                </a:solidFill>
                <a:latin typeface="Times New Roman" panose="02020603050405020304" charset="0"/>
                <a:ea typeface="黑体" panose="02010609060101010101" pitchFamily="49" charset="-122"/>
              </a:rPr>
              <a:t>过滤器：</a:t>
            </a:r>
            <a:r>
              <a:rPr lang="zh-CN" altLang="en-US" sz="2800">
                <a:solidFill>
                  <a:schemeClr val="tx2"/>
                </a:solidFill>
                <a:latin typeface="Times New Roman" panose="02020603050405020304" charset="0"/>
                <a:ea typeface="黑体" panose="02010609060101010101" pitchFamily="49" charset="-122"/>
              </a:rPr>
              <a:t>表明当前过滤因子</a:t>
            </a:r>
            <a:endParaRPr lang="zh-CN" altLang="en-US" sz="2800">
              <a:solidFill>
                <a:schemeClr val="tx2"/>
              </a:solidFill>
              <a:latin typeface="Times New Roman" panose="02020603050405020304" charset="0"/>
              <a:ea typeface="黑体" panose="02010609060101010101" pitchFamily="49" charset="-122"/>
            </a:endParaRPr>
          </a:p>
        </p:txBody>
      </p:sp>
      <p:sp>
        <p:nvSpPr>
          <p:cNvPr id="480270" name="AutoShape 14"/>
          <p:cNvSpPr/>
          <p:nvPr/>
        </p:nvSpPr>
        <p:spPr bwMode="auto">
          <a:xfrm>
            <a:off x="6959600" y="5866451"/>
            <a:ext cx="3168650" cy="935037"/>
          </a:xfrm>
          <a:prstGeom prst="borderCallout2">
            <a:avLst>
              <a:gd name="adj1" fmla="val 12222"/>
              <a:gd name="adj2" fmla="val -2403"/>
              <a:gd name="adj3" fmla="val 12222"/>
              <a:gd name="adj4" fmla="val -16884"/>
              <a:gd name="adj5" fmla="val -269778"/>
              <a:gd name="adj6" fmla="val -71444"/>
            </a:avLst>
          </a:prstGeom>
          <a:solidFill>
            <a:srgbClr val="FFFFFF"/>
          </a:solidFill>
          <a:ln w="57150" algn="ctr">
            <a:solidFill>
              <a:srgbClr val="660066"/>
            </a:solidFill>
            <a:miter lim="800000"/>
            <a:headEnd type="none" w="lg" len="lg"/>
            <a:tailEnd type="stealth" w="med" len="med"/>
          </a:ln>
        </p:spPr>
        <p:txBody>
          <a:bodyPr/>
          <a:lstStyle/>
          <a:p>
            <a:pPr algn="ctr" eaLnBrk="0" hangingPunct="0">
              <a:spcBef>
                <a:spcPct val="50000"/>
              </a:spcBef>
            </a:pPr>
            <a:r>
              <a:rPr lang="zh-CN" altLang="en-US" sz="2800">
                <a:solidFill>
                  <a:schemeClr val="hlink"/>
                </a:solidFill>
                <a:latin typeface="Times New Roman" panose="02020603050405020304" charset="0"/>
                <a:ea typeface="黑体" panose="02010609060101010101" pitchFamily="49" charset="-122"/>
              </a:rPr>
              <a:t>计数器：</a:t>
            </a:r>
            <a:r>
              <a:rPr lang="zh-CN" altLang="en-US" sz="2800">
                <a:solidFill>
                  <a:schemeClr val="tx2"/>
                </a:solidFill>
                <a:latin typeface="Times New Roman" panose="02020603050405020304" charset="0"/>
                <a:ea typeface="黑体" panose="02010609060101010101" pitchFamily="49" charset="-122"/>
              </a:rPr>
              <a:t>记录当前正在筛选的数据</a:t>
            </a:r>
            <a:endParaRPr lang="zh-CN" altLang="en-US" sz="2800">
              <a:solidFill>
                <a:schemeClr val="tx2"/>
              </a:solidFill>
              <a:latin typeface="Times New Roman" panose="02020603050405020304" charset="0"/>
              <a:ea typeface="黑体" panose="02010609060101010101" pitchFamily="49" charset="-122"/>
            </a:endParaRPr>
          </a:p>
        </p:txBody>
      </p:sp>
      <p:sp>
        <p:nvSpPr>
          <p:cNvPr id="480271" name="Rectangle 15"/>
          <p:cNvSpPr>
            <a:spLocks noChangeArrowheads="1"/>
          </p:cNvSpPr>
          <p:nvPr/>
        </p:nvSpPr>
        <p:spPr bwMode="auto">
          <a:xfrm>
            <a:off x="3000375" y="5731510"/>
            <a:ext cx="584487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4000">
                <a:solidFill>
                  <a:schemeClr val="hlink"/>
                </a:solidFill>
              </a:rPr>
              <a:t>什么是对象？对象在哪？</a:t>
            </a:r>
            <a:endParaRPr lang="zh-CN" altLang="en-US" sz="4000">
              <a:solidFill>
                <a:schemeClr val="hlink"/>
              </a:solidFill>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80271"/>
                                        </p:tgtEl>
                                        <p:attrNameLst>
                                          <p:attrName>style.visibility</p:attrName>
                                        </p:attrNameLst>
                                      </p:cBhvr>
                                      <p:to>
                                        <p:strVal val="visible"/>
                                      </p:to>
                                    </p:set>
                                    <p:animEffect transition="in" filter="dissolve">
                                      <p:cBhvr>
                                        <p:cTn id="7" dur="500"/>
                                        <p:tgtEl>
                                          <p:spTgt spid="480271"/>
                                        </p:tgtEl>
                                      </p:cBhvr>
                                    </p:animEffect>
                                  </p:childTnLst>
                                  <p:subTnLst>
                                    <p:set>
                                      <p:cBhvr override="childStyle">
                                        <p:cTn dur="1" fill="hold" display="0" masterRel="nextClick" afterEffect="1"/>
                                        <p:tgtEl>
                                          <p:spTgt spid="480271"/>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80266"/>
                                        </p:tgtEl>
                                        <p:attrNameLst>
                                          <p:attrName>style.visibility</p:attrName>
                                        </p:attrNameLst>
                                      </p:cBhvr>
                                      <p:to>
                                        <p:strVal val="visible"/>
                                      </p:to>
                                    </p:set>
                                    <p:animEffect transition="in" filter="dissolve">
                                      <p:cBhvr>
                                        <p:cTn id="12" dur="500"/>
                                        <p:tgtEl>
                                          <p:spTgt spid="480266"/>
                                        </p:tgtEl>
                                      </p:cBhvr>
                                    </p:animEffect>
                                  </p:childTnLst>
                                  <p:subTnLst>
                                    <p:set>
                                      <p:cBhvr override="childStyle">
                                        <p:cTn dur="1" fill="hold" display="0" masterRel="nextClick" afterEffect="1"/>
                                        <p:tgtEl>
                                          <p:spTgt spid="480266"/>
                                        </p:tgtEl>
                                        <p:attrNameLst>
                                          <p:attrName>style.visibility</p:attrName>
                                        </p:attrNameLst>
                                      </p:cBhvr>
                                      <p:to>
                                        <p:strVal val="hidden"/>
                                      </p:to>
                                    </p:set>
                                  </p:subTnLst>
                                </p:cTn>
                              </p:par>
                              <p:par>
                                <p:cTn id="13" presetID="9" presetClass="entr" presetSubtype="0" fill="hold" grpId="0" nodeType="withEffect">
                                  <p:stCondLst>
                                    <p:cond delay="0"/>
                                  </p:stCondLst>
                                  <p:childTnLst>
                                    <p:set>
                                      <p:cBhvr>
                                        <p:cTn id="14" dur="1" fill="hold">
                                          <p:stCondLst>
                                            <p:cond delay="0"/>
                                          </p:stCondLst>
                                        </p:cTn>
                                        <p:tgtEl>
                                          <p:spTgt spid="480268"/>
                                        </p:tgtEl>
                                        <p:attrNameLst>
                                          <p:attrName>style.visibility</p:attrName>
                                        </p:attrNameLst>
                                      </p:cBhvr>
                                      <p:to>
                                        <p:strVal val="visible"/>
                                      </p:to>
                                    </p:set>
                                    <p:animEffect transition="in" filter="dissolve">
                                      <p:cBhvr>
                                        <p:cTn id="15" dur="500"/>
                                        <p:tgtEl>
                                          <p:spTgt spid="480268"/>
                                        </p:tgtEl>
                                      </p:cBhvr>
                                    </p:animEffect>
                                  </p:childTnLst>
                                  <p:subTnLst>
                                    <p:set>
                                      <p:cBhvr override="childStyle">
                                        <p:cTn dur="1" fill="hold" display="0" masterRel="nextClick" afterEffect="1"/>
                                        <p:tgtEl>
                                          <p:spTgt spid="480268"/>
                                        </p:tgtEl>
                                        <p:attrNameLst>
                                          <p:attrName>style.visibility</p:attrName>
                                        </p:attrNameLst>
                                      </p:cBhvr>
                                      <p:to>
                                        <p:strVal val="hidden"/>
                                      </p:to>
                                    </p:set>
                                  </p:sub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480269"/>
                                        </p:tgtEl>
                                        <p:attrNameLst>
                                          <p:attrName>style.visibility</p:attrName>
                                        </p:attrNameLst>
                                      </p:cBhvr>
                                      <p:to>
                                        <p:strVal val="visible"/>
                                      </p:to>
                                    </p:set>
                                    <p:animEffect transition="in" filter="dissolve">
                                      <p:cBhvr>
                                        <p:cTn id="20" dur="500"/>
                                        <p:tgtEl>
                                          <p:spTgt spid="480269"/>
                                        </p:tgtEl>
                                      </p:cBhvr>
                                    </p:animEffect>
                                  </p:childTnLst>
                                  <p:subTnLst>
                                    <p:set>
                                      <p:cBhvr override="childStyle">
                                        <p:cTn dur="1" fill="hold" display="0" masterRel="nextClick" afterEffect="1"/>
                                        <p:tgtEl>
                                          <p:spTgt spid="480269"/>
                                        </p:tgtEl>
                                        <p:attrNameLst>
                                          <p:attrName>style.visibility</p:attrName>
                                        </p:attrNameLst>
                                      </p:cBhvr>
                                      <p:to>
                                        <p:strVal val="hidden"/>
                                      </p:to>
                                    </p:set>
                                  </p:subTnLst>
                                </p:cTn>
                              </p:par>
                              <p:par>
                                <p:cTn id="21" presetID="9" presetClass="entr" presetSubtype="0" fill="hold" grpId="0" nodeType="withEffect">
                                  <p:stCondLst>
                                    <p:cond delay="0"/>
                                  </p:stCondLst>
                                  <p:childTnLst>
                                    <p:set>
                                      <p:cBhvr>
                                        <p:cTn id="22" dur="1" fill="hold">
                                          <p:stCondLst>
                                            <p:cond delay="0"/>
                                          </p:stCondLst>
                                        </p:cTn>
                                        <p:tgtEl>
                                          <p:spTgt spid="480265"/>
                                        </p:tgtEl>
                                        <p:attrNameLst>
                                          <p:attrName>style.visibility</p:attrName>
                                        </p:attrNameLst>
                                      </p:cBhvr>
                                      <p:to>
                                        <p:strVal val="visible"/>
                                      </p:to>
                                    </p:set>
                                    <p:animEffect transition="in" filter="dissolve">
                                      <p:cBhvr>
                                        <p:cTn id="23" dur="500"/>
                                        <p:tgtEl>
                                          <p:spTgt spid="480265"/>
                                        </p:tgtEl>
                                      </p:cBhvr>
                                    </p:animEffect>
                                  </p:childTnLst>
                                  <p:subTnLst>
                                    <p:set>
                                      <p:cBhvr override="childStyle">
                                        <p:cTn dur="1" fill="hold" display="0" masterRel="nextClick" afterEffect="1"/>
                                        <p:tgtEl>
                                          <p:spTgt spid="480265"/>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480270"/>
                                        </p:tgtEl>
                                        <p:attrNameLst>
                                          <p:attrName>style.visibility</p:attrName>
                                        </p:attrNameLst>
                                      </p:cBhvr>
                                      <p:to>
                                        <p:strVal val="visible"/>
                                      </p:to>
                                    </p:set>
                                    <p:animEffect transition="in" filter="dissolve">
                                      <p:cBhvr>
                                        <p:cTn id="28" dur="500"/>
                                        <p:tgtEl>
                                          <p:spTgt spid="480270"/>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480267"/>
                                        </p:tgtEl>
                                        <p:attrNameLst>
                                          <p:attrName>style.visibility</p:attrName>
                                        </p:attrNameLst>
                                      </p:cBhvr>
                                      <p:to>
                                        <p:strVal val="visible"/>
                                      </p:to>
                                    </p:set>
                                    <p:animEffect transition="in" filter="dissolve">
                                      <p:cBhvr>
                                        <p:cTn id="31" dur="500"/>
                                        <p:tgtEl>
                                          <p:spTgt spid="480267"/>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1" nodeType="clickEffect">
                                  <p:stCondLst>
                                    <p:cond delay="0"/>
                                  </p:stCondLst>
                                  <p:childTnLst>
                                    <p:set>
                                      <p:cBhvr>
                                        <p:cTn id="35" dur="1" fill="hold">
                                          <p:stCondLst>
                                            <p:cond delay="0"/>
                                          </p:stCondLst>
                                        </p:cTn>
                                        <p:tgtEl>
                                          <p:spTgt spid="480266"/>
                                        </p:tgtEl>
                                        <p:attrNameLst>
                                          <p:attrName>style.visibility</p:attrName>
                                        </p:attrNameLst>
                                      </p:cBhvr>
                                      <p:to>
                                        <p:strVal val="visible"/>
                                      </p:to>
                                    </p:set>
                                    <p:animEffect transition="in" filter="dissolve">
                                      <p:cBhvr>
                                        <p:cTn id="36" dur="500"/>
                                        <p:tgtEl>
                                          <p:spTgt spid="480266"/>
                                        </p:tgtEl>
                                      </p:cBhvr>
                                    </p:animEffect>
                                  </p:childTnLst>
                                </p:cTn>
                              </p:par>
                              <p:par>
                                <p:cTn id="37" presetID="9" presetClass="entr" presetSubtype="0" fill="hold" grpId="1" nodeType="withEffect">
                                  <p:stCondLst>
                                    <p:cond delay="0"/>
                                  </p:stCondLst>
                                  <p:childTnLst>
                                    <p:set>
                                      <p:cBhvr>
                                        <p:cTn id="38" dur="1" fill="hold">
                                          <p:stCondLst>
                                            <p:cond delay="0"/>
                                          </p:stCondLst>
                                        </p:cTn>
                                        <p:tgtEl>
                                          <p:spTgt spid="480267"/>
                                        </p:tgtEl>
                                        <p:attrNameLst>
                                          <p:attrName>style.visibility</p:attrName>
                                        </p:attrNameLst>
                                      </p:cBhvr>
                                      <p:to>
                                        <p:strVal val="visible"/>
                                      </p:to>
                                    </p:set>
                                    <p:animEffect transition="in" filter="dissolve">
                                      <p:cBhvr>
                                        <p:cTn id="39" dur="500"/>
                                        <p:tgtEl>
                                          <p:spTgt spid="480267"/>
                                        </p:tgtEl>
                                      </p:cBhvr>
                                    </p:animEffect>
                                  </p:childTnLst>
                                </p:cTn>
                              </p:par>
                              <p:par>
                                <p:cTn id="40" presetID="9" presetClass="entr" presetSubtype="0" fill="hold" grpId="1" nodeType="withEffect">
                                  <p:stCondLst>
                                    <p:cond delay="0"/>
                                  </p:stCondLst>
                                  <p:childTnLst>
                                    <p:set>
                                      <p:cBhvr>
                                        <p:cTn id="41" dur="1" fill="hold">
                                          <p:stCondLst>
                                            <p:cond delay="0"/>
                                          </p:stCondLst>
                                        </p:cTn>
                                        <p:tgtEl>
                                          <p:spTgt spid="480265"/>
                                        </p:tgtEl>
                                        <p:attrNameLst>
                                          <p:attrName>style.visibility</p:attrName>
                                        </p:attrNameLst>
                                      </p:cBhvr>
                                      <p:to>
                                        <p:strVal val="visible"/>
                                      </p:to>
                                    </p:set>
                                    <p:animEffect transition="in" filter="dissolve">
                                      <p:cBhvr>
                                        <p:cTn id="42" dur="500"/>
                                        <p:tgtEl>
                                          <p:spTgt spid="480265"/>
                                        </p:tgtEl>
                                      </p:cBhvr>
                                    </p:animEffect>
                                  </p:childTnLst>
                                </p:cTn>
                              </p:par>
                              <p:par>
                                <p:cTn id="43" presetID="9" presetClass="entr" presetSubtype="0" fill="hold" grpId="1" nodeType="withEffect">
                                  <p:stCondLst>
                                    <p:cond delay="0"/>
                                  </p:stCondLst>
                                  <p:childTnLst>
                                    <p:set>
                                      <p:cBhvr>
                                        <p:cTn id="44" dur="1" fill="hold">
                                          <p:stCondLst>
                                            <p:cond delay="0"/>
                                          </p:stCondLst>
                                        </p:cTn>
                                        <p:tgtEl>
                                          <p:spTgt spid="480269"/>
                                        </p:tgtEl>
                                        <p:attrNameLst>
                                          <p:attrName>style.visibility</p:attrName>
                                        </p:attrNameLst>
                                      </p:cBhvr>
                                      <p:to>
                                        <p:strVal val="visible"/>
                                      </p:to>
                                    </p:set>
                                    <p:animEffect transition="in" filter="dissolve">
                                      <p:cBhvr>
                                        <p:cTn id="45" dur="500"/>
                                        <p:tgtEl>
                                          <p:spTgt spid="480269"/>
                                        </p:tgtEl>
                                      </p:cBhvr>
                                    </p:animEffect>
                                  </p:childTnLst>
                                </p:cTn>
                              </p:par>
                              <p:par>
                                <p:cTn id="46" presetID="9" presetClass="entr" presetSubtype="0" fill="hold" grpId="1" nodeType="withEffect">
                                  <p:stCondLst>
                                    <p:cond delay="0"/>
                                  </p:stCondLst>
                                  <p:childTnLst>
                                    <p:set>
                                      <p:cBhvr>
                                        <p:cTn id="47" dur="1" fill="hold">
                                          <p:stCondLst>
                                            <p:cond delay="0"/>
                                          </p:stCondLst>
                                        </p:cTn>
                                        <p:tgtEl>
                                          <p:spTgt spid="480270"/>
                                        </p:tgtEl>
                                        <p:attrNameLst>
                                          <p:attrName>style.visibility</p:attrName>
                                        </p:attrNameLst>
                                      </p:cBhvr>
                                      <p:to>
                                        <p:strVal val="visible"/>
                                      </p:to>
                                    </p:set>
                                    <p:animEffect transition="in" filter="dissolve">
                                      <p:cBhvr>
                                        <p:cTn id="48" dur="500"/>
                                        <p:tgtEl>
                                          <p:spTgt spid="480270"/>
                                        </p:tgtEl>
                                      </p:cBhvr>
                                    </p:animEffect>
                                  </p:childTnLst>
                                </p:cTn>
                              </p:par>
                              <p:par>
                                <p:cTn id="49" presetID="9" presetClass="entr" presetSubtype="0" fill="hold" grpId="1" nodeType="withEffect">
                                  <p:stCondLst>
                                    <p:cond delay="0"/>
                                  </p:stCondLst>
                                  <p:childTnLst>
                                    <p:set>
                                      <p:cBhvr>
                                        <p:cTn id="50" dur="1" fill="hold">
                                          <p:stCondLst>
                                            <p:cond delay="0"/>
                                          </p:stCondLst>
                                        </p:cTn>
                                        <p:tgtEl>
                                          <p:spTgt spid="480268"/>
                                        </p:tgtEl>
                                        <p:attrNameLst>
                                          <p:attrName>style.visibility</p:attrName>
                                        </p:attrNameLst>
                                      </p:cBhvr>
                                      <p:to>
                                        <p:strVal val="visible"/>
                                      </p:to>
                                    </p:set>
                                    <p:animEffect transition="in" filter="dissolve">
                                      <p:cBhvr>
                                        <p:cTn id="51" dur="500"/>
                                        <p:tgtEl>
                                          <p:spTgt spid="480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265" grpId="0" bldLvl="0" animBg="1"/>
      <p:bldP spid="480265" grpId="1" bldLvl="0" animBg="1"/>
      <p:bldP spid="480266" grpId="0" bldLvl="0" animBg="1"/>
      <p:bldP spid="480266" grpId="1" bldLvl="0" animBg="1"/>
      <p:bldP spid="480267" grpId="0" bldLvl="0" animBg="1"/>
      <p:bldP spid="480267" grpId="1" bldLvl="0" animBg="1"/>
      <p:bldP spid="480268" grpId="0" bldLvl="0" animBg="1"/>
      <p:bldP spid="480268" grpId="1" bldLvl="0" animBg="1"/>
      <p:bldP spid="480269" grpId="0" bldLvl="0" animBg="1"/>
      <p:bldP spid="480269" grpId="1" bldLvl="0" animBg="1"/>
      <p:bldP spid="480270" grpId="0" bldLvl="0" animBg="1"/>
      <p:bldP spid="480270" grpId="1" bldLvl="0" animBg="1"/>
      <p:bldP spid="48027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3200" b="1" dirty="0" smtClean="0">
                <a:solidFill>
                  <a:srgbClr val="376092"/>
                </a:solidFill>
              </a:rPr>
              <a:t>1.1 </a:t>
            </a:r>
            <a:r>
              <a:rPr kumimoji="1" lang="zh-CN" altLang="en-US" sz="3200" b="1" dirty="0" smtClean="0">
                <a:solidFill>
                  <a:srgbClr val="376092"/>
                </a:solidFill>
              </a:rPr>
              <a:t>从素数问题看面向</a:t>
            </a:r>
            <a:r>
              <a:rPr kumimoji="1" lang="zh-CN" altLang="en-US" sz="3200" b="1" dirty="0" smtClean="0">
                <a:solidFill>
                  <a:srgbClr val="376092"/>
                </a:solidFill>
              </a:rPr>
              <a:t>对象</a:t>
            </a:r>
            <a:endParaRPr kumimoji="1" lang="zh-CN" altLang="en-US" sz="32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zh-CN" altLang="en-US" sz="3200" b="1" dirty="0">
                  <a:solidFill>
                    <a:schemeClr val="tx2">
                      <a:lumMod val="75000"/>
                    </a:schemeClr>
                  </a:solidFill>
                  <a:latin typeface="+mj-lt"/>
                  <a:ea typeface="黑体" panose="02010609060101010101" pitchFamily="49" charset="-122"/>
                  <a:cs typeface="+mj-lt"/>
                </a:rPr>
                <a:t>上升到面向</a:t>
              </a:r>
              <a:r>
                <a:rPr lang="zh-CN" altLang="en-US" sz="3200" b="1" dirty="0">
                  <a:solidFill>
                    <a:schemeClr val="tx2">
                      <a:lumMod val="75000"/>
                    </a:schemeClr>
                  </a:solidFill>
                  <a:latin typeface="+mj-lt"/>
                  <a:ea typeface="黑体" panose="02010609060101010101" pitchFamily="49" charset="-122"/>
                  <a:cs typeface="+mj-lt"/>
                </a:rPr>
                <a:t>对象</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2" name="文本框 1"/>
          <p:cNvSpPr txBox="1"/>
          <p:nvPr/>
        </p:nvSpPr>
        <p:spPr>
          <a:xfrm>
            <a:off x="8169275" y="1123315"/>
            <a:ext cx="3237230" cy="460375"/>
          </a:xfrm>
          <a:prstGeom prst="rect">
            <a:avLst/>
          </a:prstGeom>
          <a:noFill/>
        </p:spPr>
        <p:txBody>
          <a:bodyPr wrap="none" rtlCol="0" anchor="t">
            <a:spAutoFit/>
          </a:bodyPr>
          <a:p>
            <a:pPr algn="r" eaLnBrk="1" hangingPunct="1"/>
            <a:r>
              <a:rPr lang="zh-CN" altLang="en-US" b="1" i="1" dirty="0">
                <a:ea typeface="宋体" pitchFamily="2" charset="-122"/>
                <a:sym typeface="+mn-ea"/>
              </a:rPr>
              <a:t>这才是面向对象思维！</a:t>
            </a:r>
            <a:endParaRPr lang="zh-CN" altLang="en-US" b="1" i="1" dirty="0">
              <a:ea typeface="宋体" pitchFamily="2" charset="-122"/>
              <a:sym typeface="+mn-ea"/>
            </a:endParaRPr>
          </a:p>
        </p:txBody>
      </p:sp>
      <p:pic>
        <p:nvPicPr>
          <p:cNvPr id="1945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51091" y="1695133"/>
            <a:ext cx="6911975" cy="5116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284" name="Oval 4"/>
          <p:cNvSpPr>
            <a:spLocks noChangeArrowheads="1"/>
          </p:cNvSpPr>
          <p:nvPr/>
        </p:nvSpPr>
        <p:spPr bwMode="auto">
          <a:xfrm>
            <a:off x="2422211" y="3641140"/>
            <a:ext cx="2376487" cy="649188"/>
          </a:xfrm>
          <a:prstGeom prst="ellipse">
            <a:avLst/>
          </a:prstGeom>
          <a:noFill/>
          <a:ln w="57150" algn="ctr">
            <a:solidFill>
              <a:srgbClr val="993300"/>
            </a:solidFill>
            <a:round/>
            <a:tailEnd type="none" w="lg" len="lg"/>
          </a:ln>
          <a:extLst>
            <a:ext uri="{909E8E84-426E-40DD-AFC4-6F175D3DCCD1}">
              <a14:hiddenFill xmlns:a14="http://schemas.microsoft.com/office/drawing/2010/main">
                <a:solidFill>
                  <a:srgbClr val="FFFFFF"/>
                </a:solidFill>
              </a14:hiddenFill>
            </a:ext>
          </a:extLst>
        </p:spPr>
        <p:txBody>
          <a:bodyPr anchor="ctr">
            <a:spAutoFit/>
          </a:bodyPr>
          <a:p>
            <a:endParaRPr lang="zh-CN" altLang="en-US"/>
          </a:p>
        </p:txBody>
      </p:sp>
      <p:sp>
        <p:nvSpPr>
          <p:cNvPr id="481285" name="Line 5"/>
          <p:cNvSpPr>
            <a:spLocks noChangeShapeType="1"/>
          </p:cNvSpPr>
          <p:nvPr/>
        </p:nvSpPr>
        <p:spPr bwMode="auto">
          <a:xfrm rot="1380000" flipV="1">
            <a:off x="7067550" y="5312413"/>
            <a:ext cx="865188" cy="360363"/>
          </a:xfrm>
          <a:prstGeom prst="line">
            <a:avLst/>
          </a:prstGeom>
          <a:noFill/>
          <a:ln w="57150">
            <a:solidFill>
              <a:srgbClr val="FF0000"/>
            </a:solidFill>
            <a:round/>
            <a:tailEnd type="triangle" w="lg" len="lg"/>
          </a:ln>
          <a:extLst>
            <a:ext uri="{909E8E84-426E-40DD-AFC4-6F175D3DCCD1}">
              <a14:hiddenFill xmlns:a14="http://schemas.microsoft.com/office/drawing/2010/main">
                <a:noFill/>
              </a14:hiddenFill>
            </a:ext>
          </a:extLst>
        </p:spPr>
        <p:txBody>
          <a:bodyPr>
            <a:spAutoFit/>
          </a:bodyPr>
          <a:p>
            <a:endParaRPr lang="zh-CN" altLang="en-US"/>
          </a:p>
        </p:txBody>
      </p:sp>
      <p:sp>
        <p:nvSpPr>
          <p:cNvPr id="481286" name="Line 6"/>
          <p:cNvSpPr>
            <a:spLocks noChangeShapeType="1"/>
          </p:cNvSpPr>
          <p:nvPr/>
        </p:nvSpPr>
        <p:spPr bwMode="auto">
          <a:xfrm>
            <a:off x="8615048" y="4005263"/>
            <a:ext cx="1584325" cy="0"/>
          </a:xfrm>
          <a:prstGeom prst="line">
            <a:avLst/>
          </a:prstGeom>
          <a:noFill/>
          <a:ln w="57150">
            <a:solidFill>
              <a:srgbClr val="660066"/>
            </a:solidFill>
            <a:round/>
            <a:tailEnd type="stealth" w="lg" len="lg"/>
          </a:ln>
          <a:extLst>
            <a:ext uri="{909E8E84-426E-40DD-AFC4-6F175D3DCCD1}">
              <a14:hiddenFill xmlns:a14="http://schemas.microsoft.com/office/drawing/2010/main">
                <a:noFill/>
              </a14:hiddenFill>
            </a:ext>
          </a:extLst>
        </p:spPr>
        <p:txBody>
          <a:bodyPr>
            <a:spAutoFit/>
          </a:bodyPr>
          <a:p>
            <a:endParaRPr lang="zh-CN" altLang="en-US"/>
          </a:p>
        </p:txBody>
      </p:sp>
      <p:sp>
        <p:nvSpPr>
          <p:cNvPr id="481287" name="AutoShape 7"/>
          <p:cNvSpPr/>
          <p:nvPr/>
        </p:nvSpPr>
        <p:spPr bwMode="auto">
          <a:xfrm>
            <a:off x="8039100" y="2349500"/>
            <a:ext cx="3036570" cy="936625"/>
          </a:xfrm>
          <a:prstGeom prst="borderCallout2">
            <a:avLst>
              <a:gd name="adj1" fmla="val 12204"/>
              <a:gd name="adj2" fmla="val -2824"/>
              <a:gd name="adj3" fmla="val 12204"/>
              <a:gd name="adj4" fmla="val -15227"/>
              <a:gd name="adj5" fmla="val -51523"/>
              <a:gd name="adj6" fmla="val -61847"/>
            </a:avLst>
          </a:prstGeom>
          <a:solidFill>
            <a:srgbClr val="FFFFFF"/>
          </a:solidFill>
          <a:ln w="57150" algn="ctr">
            <a:solidFill>
              <a:srgbClr val="FF0000"/>
            </a:solidFill>
            <a:miter lim="800000"/>
            <a:headEnd type="none" w="lg" len="lg"/>
            <a:tailEnd type="stealth" w="med" len="med"/>
          </a:ln>
        </p:spPr>
        <p:txBody>
          <a:bodyPr/>
          <a:p>
            <a:pPr algn="ctr" eaLnBrk="0" hangingPunct="0">
              <a:spcBef>
                <a:spcPct val="50000"/>
              </a:spcBef>
            </a:pPr>
            <a:r>
              <a:rPr lang="zh-CN" altLang="en-US" sz="2800">
                <a:solidFill>
                  <a:srgbClr val="336699"/>
                </a:solidFill>
                <a:latin typeface="Times New Roman" panose="02020603050405020304" charset="0"/>
                <a:ea typeface="黑体" panose="02010609060101010101" pitchFamily="49" charset="-122"/>
              </a:rPr>
              <a:t>抽象基类，为程序提供多态</a:t>
            </a:r>
            <a:endParaRPr lang="zh-CN" altLang="en-US" sz="2800">
              <a:solidFill>
                <a:srgbClr val="336699"/>
              </a:solidFill>
              <a:latin typeface="Times New Roman" panose="02020603050405020304" charset="0"/>
              <a:ea typeface="黑体" panose="02010609060101010101" pitchFamily="49" charset="-122"/>
            </a:endParaRPr>
          </a:p>
        </p:txBody>
      </p:sp>
      <p:sp>
        <p:nvSpPr>
          <p:cNvPr id="481288" name="Line 8"/>
          <p:cNvSpPr>
            <a:spLocks noChangeShapeType="1"/>
          </p:cNvSpPr>
          <p:nvPr/>
        </p:nvSpPr>
        <p:spPr bwMode="auto">
          <a:xfrm>
            <a:off x="5302888" y="2133600"/>
            <a:ext cx="1152525" cy="0"/>
          </a:xfrm>
          <a:prstGeom prst="line">
            <a:avLst/>
          </a:prstGeom>
          <a:noFill/>
          <a:ln w="57150">
            <a:solidFill>
              <a:srgbClr val="FF0000"/>
            </a:solidFill>
            <a:round/>
          </a:ln>
          <a:extLst>
            <a:ext uri="{909E8E84-426E-40DD-AFC4-6F175D3DCCD1}">
              <a14:hiddenFill xmlns:a14="http://schemas.microsoft.com/office/drawing/2010/main">
                <a:noFill/>
              </a14:hiddenFill>
            </a:ext>
          </a:extLst>
        </p:spPr>
        <p:txBody>
          <a:bodyPr>
            <a:spAutoFit/>
          </a:bodyPr>
          <a:p>
            <a:endParaRPr lang="zh-CN" altLang="en-US"/>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81284"/>
                                        </p:tgtEl>
                                        <p:attrNameLst>
                                          <p:attrName>style.visibility</p:attrName>
                                        </p:attrNameLst>
                                      </p:cBhvr>
                                      <p:to>
                                        <p:strVal val="visible"/>
                                      </p:to>
                                    </p:set>
                                    <p:animEffect transition="in" filter="dissolve">
                                      <p:cBhvr>
                                        <p:cTn id="7" dur="500"/>
                                        <p:tgtEl>
                                          <p:spTgt spid="48128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81285"/>
                                        </p:tgtEl>
                                        <p:attrNameLst>
                                          <p:attrName>style.visibility</p:attrName>
                                        </p:attrNameLst>
                                      </p:cBhvr>
                                      <p:to>
                                        <p:strVal val="visible"/>
                                      </p:to>
                                    </p:set>
                                    <p:animEffect transition="in" filter="dissolve">
                                      <p:cBhvr>
                                        <p:cTn id="12" dur="500"/>
                                        <p:tgtEl>
                                          <p:spTgt spid="48128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81286"/>
                                        </p:tgtEl>
                                        <p:attrNameLst>
                                          <p:attrName>style.visibility</p:attrName>
                                        </p:attrNameLst>
                                      </p:cBhvr>
                                      <p:to>
                                        <p:strVal val="visible"/>
                                      </p:to>
                                    </p:set>
                                    <p:animEffect transition="in" filter="dissolve">
                                      <p:cBhvr>
                                        <p:cTn id="17" dur="500"/>
                                        <p:tgtEl>
                                          <p:spTgt spid="48128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81287"/>
                                        </p:tgtEl>
                                        <p:attrNameLst>
                                          <p:attrName>style.visibility</p:attrName>
                                        </p:attrNameLst>
                                      </p:cBhvr>
                                      <p:to>
                                        <p:strVal val="visible"/>
                                      </p:to>
                                    </p:set>
                                    <p:animEffect transition="in" filter="dissolve">
                                      <p:cBhvr>
                                        <p:cTn id="22" dur="500"/>
                                        <p:tgtEl>
                                          <p:spTgt spid="481287"/>
                                        </p:tgtEl>
                                      </p:cBhvr>
                                    </p:animEffect>
                                  </p:childTnLst>
                                </p:cTn>
                              </p:par>
                              <p:par>
                                <p:cTn id="23" presetID="9" presetClass="entr" presetSubtype="0" fill="hold" grpId="1" nodeType="withEffect">
                                  <p:stCondLst>
                                    <p:cond delay="0"/>
                                  </p:stCondLst>
                                  <p:childTnLst>
                                    <p:set>
                                      <p:cBhvr>
                                        <p:cTn id="24" dur="1" fill="hold">
                                          <p:stCondLst>
                                            <p:cond delay="0"/>
                                          </p:stCondLst>
                                        </p:cTn>
                                        <p:tgtEl>
                                          <p:spTgt spid="481287"/>
                                        </p:tgtEl>
                                        <p:attrNameLst>
                                          <p:attrName>style.visibility</p:attrName>
                                        </p:attrNameLst>
                                      </p:cBhvr>
                                      <p:to>
                                        <p:strVal val="visible"/>
                                      </p:to>
                                    </p:set>
                                    <p:animEffect transition="in" filter="dissolve">
                                      <p:cBhvr>
                                        <p:cTn id="25" dur="500"/>
                                        <p:tgtEl>
                                          <p:spTgt spid="481287"/>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481288"/>
                                        </p:tgtEl>
                                        <p:attrNameLst>
                                          <p:attrName>style.visibility</p:attrName>
                                        </p:attrNameLst>
                                      </p:cBhvr>
                                      <p:to>
                                        <p:strVal val="visible"/>
                                      </p:to>
                                    </p:set>
                                    <p:animEffect transition="in" filter="dissolve">
                                      <p:cBhvr>
                                        <p:cTn id="30" dur="500"/>
                                        <p:tgtEl>
                                          <p:spTgt spid="4812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284" grpId="0" bldLvl="0" animBg="1"/>
      <p:bldP spid="481285" grpId="0" bldLvl="0" animBg="1"/>
      <p:bldP spid="481286" grpId="0" bldLvl="0" animBg="1"/>
      <p:bldP spid="481287" grpId="0" bldLvl="0" animBg="1"/>
      <p:bldP spid="481287" grpId="1" bldLvl="0" animBg="1"/>
      <p:bldP spid="481288"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3200" b="1" dirty="0" smtClean="0">
                <a:solidFill>
                  <a:srgbClr val="376092"/>
                </a:solidFill>
              </a:rPr>
              <a:t>1.1 </a:t>
            </a:r>
            <a:r>
              <a:rPr kumimoji="1" lang="zh-CN" altLang="en-US" sz="3200" b="1" dirty="0" smtClean="0">
                <a:solidFill>
                  <a:srgbClr val="376092"/>
                </a:solidFill>
              </a:rPr>
              <a:t>从素数问题看面向</a:t>
            </a:r>
            <a:r>
              <a:rPr kumimoji="1" lang="zh-CN" altLang="en-US" sz="3200" b="1" dirty="0" smtClean="0">
                <a:solidFill>
                  <a:srgbClr val="376092"/>
                </a:solidFill>
              </a:rPr>
              <a:t>对象</a:t>
            </a:r>
            <a:endParaRPr kumimoji="1" lang="zh-CN" altLang="en-US" sz="32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zh-CN" altLang="en-US" sz="3200" b="1" dirty="0">
                  <a:solidFill>
                    <a:schemeClr val="tx2">
                      <a:lumMod val="75000"/>
                    </a:schemeClr>
                  </a:solidFill>
                  <a:latin typeface="+mj-lt"/>
                  <a:ea typeface="黑体" panose="02010609060101010101" pitchFamily="49" charset="-122"/>
                  <a:cs typeface="+mj-lt"/>
                </a:rPr>
                <a:t>上升到面向</a:t>
              </a:r>
              <a:r>
                <a:rPr lang="zh-CN" altLang="en-US" sz="3200" b="1" dirty="0">
                  <a:solidFill>
                    <a:schemeClr val="tx2">
                      <a:lumMod val="75000"/>
                    </a:schemeClr>
                  </a:solidFill>
                  <a:latin typeface="+mj-lt"/>
                  <a:ea typeface="黑体" panose="02010609060101010101" pitchFamily="49" charset="-122"/>
                  <a:cs typeface="+mj-lt"/>
                </a:rPr>
                <a:t>对象</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2" name="文本框 1"/>
          <p:cNvSpPr txBox="1"/>
          <p:nvPr/>
        </p:nvSpPr>
        <p:spPr>
          <a:xfrm>
            <a:off x="7339965" y="1123315"/>
            <a:ext cx="4066540" cy="460375"/>
          </a:xfrm>
          <a:prstGeom prst="rect">
            <a:avLst/>
          </a:prstGeom>
          <a:noFill/>
        </p:spPr>
        <p:txBody>
          <a:bodyPr wrap="none" rtlCol="0" anchor="t">
            <a:spAutoFit/>
          </a:bodyPr>
          <a:p>
            <a:pPr algn="r" eaLnBrk="1" hangingPunct="1"/>
            <a:r>
              <a:rPr lang="zh-CN" altLang="en-US" b="1" i="1" dirty="0">
                <a:ea typeface="宋体" pitchFamily="2" charset="-122"/>
                <a:sym typeface="+mn-ea"/>
              </a:rPr>
              <a:t>面向对象</a:t>
            </a:r>
            <a:r>
              <a:rPr lang="zh-CN" altLang="en-US" b="1" i="1" dirty="0">
                <a:ea typeface="宋体" pitchFamily="2" charset="-122"/>
                <a:sym typeface="+mn-ea"/>
              </a:rPr>
              <a:t>的编程——</a:t>
            </a:r>
            <a:r>
              <a:rPr lang="en-US" altLang="zh-CN" b="1" i="1" dirty="0">
                <a:ea typeface="宋体" pitchFamily="2" charset="-122"/>
                <a:sym typeface="+mn-ea"/>
              </a:rPr>
              <a:t>c++</a:t>
            </a:r>
            <a:r>
              <a:rPr lang="zh-CN" altLang="en-US" b="1" i="1" dirty="0">
                <a:ea typeface="宋体" pitchFamily="2" charset="-122"/>
                <a:sym typeface="+mn-ea"/>
              </a:rPr>
              <a:t>语法</a:t>
            </a:r>
            <a:endParaRPr lang="zh-CN" altLang="en-US" b="1" i="1" dirty="0">
              <a:ea typeface="宋体" pitchFamily="2" charset="-122"/>
              <a:sym typeface="+mn-ea"/>
            </a:endParaRPr>
          </a:p>
        </p:txBody>
      </p:sp>
      <p:sp>
        <p:nvSpPr>
          <p:cNvPr id="344067" name="Rectangle 3"/>
          <p:cNvSpPr>
            <a:spLocks noChangeArrowheads="1"/>
          </p:cNvSpPr>
          <p:nvPr/>
        </p:nvSpPr>
        <p:spPr bwMode="auto">
          <a:xfrm>
            <a:off x="2208530" y="2131060"/>
            <a:ext cx="6970395" cy="2071370"/>
          </a:xfrm>
          <a:prstGeom prst="rect">
            <a:avLst/>
          </a:prstGeom>
          <a:solidFill>
            <a:schemeClr val="bg2">
              <a:lumMod val="90000"/>
            </a:schemeClr>
          </a:solidFill>
          <a:ln w="57150" algn="ctr">
            <a:noFill/>
            <a:miter lim="800000"/>
            <a:tailEnd type="none" w="lg" len="lg"/>
          </a:ln>
          <a:effectLst/>
        </p:spPr>
        <p:txBody>
          <a:bodyPr wrap="square">
            <a:spAutoFit/>
          </a:bodyPr>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class </a:t>
            </a:r>
            <a:r>
              <a:rPr lang="en-US" altLang="zh-CN" sz="2800">
                <a:solidFill>
                  <a:schemeClr val="hlink"/>
                </a:solidFill>
                <a:effectLst>
                  <a:outerShdw blurRad="38100" dist="38100" dir="2700000" algn="tl">
                    <a:srgbClr val="C0C0C0"/>
                  </a:outerShdw>
                </a:effectLst>
                <a:latin typeface="Times New Roman" panose="02020603050405020304" charset="0"/>
                <a:ea typeface="黑体" panose="02010609060101010101" pitchFamily="49" charset="-122"/>
              </a:rPr>
              <a:t>Item</a:t>
            </a:r>
            <a:r>
              <a:rPr lang="en-US" altLang="zh-CN" sz="2800">
                <a:solidFill>
                  <a:schemeClr val="tx2"/>
                </a:solidFill>
                <a:latin typeface="Times New Roman" panose="02020603050405020304" charset="0"/>
                <a:ea typeface="黑体" panose="02010609060101010101" pitchFamily="49" charset="-122"/>
              </a:rPr>
              <a:t>{</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public:</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	Item* source;</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	Item (Item* src) {source=src;}</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	</a:t>
            </a:r>
            <a:r>
              <a:rPr lang="en-US" altLang="zh-CN" sz="2800">
                <a:solidFill>
                  <a:srgbClr val="A50021"/>
                </a:solidFill>
                <a:latin typeface="Times New Roman" panose="02020603050405020304" charset="0"/>
                <a:ea typeface="黑体" panose="02010609060101010101" pitchFamily="49" charset="-122"/>
              </a:rPr>
              <a:t>virtual int out()</a:t>
            </a:r>
            <a:r>
              <a:rPr lang="en-US" altLang="zh-CN" sz="2800">
                <a:solidFill>
                  <a:schemeClr val="tx2"/>
                </a:solidFill>
                <a:latin typeface="Times New Roman" panose="02020603050405020304" charset="0"/>
                <a:ea typeface="黑体" panose="02010609060101010101" pitchFamily="49" charset="-122"/>
              </a:rPr>
              <a:t> {return 0;}</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a:t>
            </a:r>
            <a:endParaRPr lang="en-US" altLang="zh-CN" sz="2800">
              <a:solidFill>
                <a:schemeClr val="tx2"/>
              </a:solidFill>
              <a:latin typeface="Times New Roman" panose="02020603050405020304" charset="0"/>
              <a:ea typeface="黑体" panose="02010609060101010101" pitchFamily="49" charset="-122"/>
            </a:endParaRPr>
          </a:p>
        </p:txBody>
      </p:sp>
      <p:sp>
        <p:nvSpPr>
          <p:cNvPr id="344068" name="Rectangle 4"/>
          <p:cNvSpPr>
            <a:spLocks noChangeArrowheads="1"/>
          </p:cNvSpPr>
          <p:nvPr/>
        </p:nvSpPr>
        <p:spPr bwMode="auto">
          <a:xfrm>
            <a:off x="2206625" y="4469133"/>
            <a:ext cx="6985000" cy="2093907"/>
          </a:xfrm>
          <a:prstGeom prst="rect">
            <a:avLst/>
          </a:prstGeom>
          <a:solidFill>
            <a:schemeClr val="bg2">
              <a:lumMod val="90000"/>
            </a:schemeClr>
          </a:solidFill>
          <a:ln w="57150" algn="ctr">
            <a:noFill/>
            <a:miter lim="800000"/>
            <a:tailEnd type="none" w="lg" len="lg"/>
          </a:ln>
          <a:effectLst/>
        </p:spPr>
        <p:txBody>
          <a:bodyPr>
            <a:spAutoFit/>
          </a:bodyPr>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class </a:t>
            </a:r>
            <a:r>
              <a:rPr lang="en-US" altLang="zh-CN" sz="2800">
                <a:solidFill>
                  <a:schemeClr val="hlink"/>
                </a:solidFill>
                <a:effectLst>
                  <a:outerShdw blurRad="38100" dist="38100" dir="2700000" algn="tl">
                    <a:srgbClr val="C0C0C0"/>
                  </a:outerShdw>
                </a:effectLst>
                <a:latin typeface="Times New Roman" panose="02020603050405020304" charset="0"/>
                <a:ea typeface="黑体" panose="02010609060101010101" pitchFamily="49" charset="-122"/>
              </a:rPr>
              <a:t>Counter</a:t>
            </a:r>
            <a:r>
              <a:rPr lang="en-US" altLang="zh-CN" sz="2800">
                <a:solidFill>
                  <a:schemeClr val="tx2"/>
                </a:solidFill>
                <a:latin typeface="Times New Roman" panose="02020603050405020304" charset="0"/>
                <a:ea typeface="黑体" panose="02010609060101010101" pitchFamily="49" charset="-122"/>
              </a:rPr>
              <a:t>: public Item{</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	int value;</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public:</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	</a:t>
            </a:r>
            <a:r>
              <a:rPr lang="en-US" altLang="zh-CN" sz="2800">
                <a:solidFill>
                  <a:srgbClr val="A50021"/>
                </a:solidFill>
                <a:latin typeface="Times New Roman" panose="02020603050405020304" charset="0"/>
                <a:ea typeface="黑体" panose="02010609060101010101" pitchFamily="49" charset="-122"/>
              </a:rPr>
              <a:t>int out()</a:t>
            </a:r>
            <a:r>
              <a:rPr lang="en-US" altLang="zh-CN" sz="2800">
                <a:solidFill>
                  <a:schemeClr val="tx2"/>
                </a:solidFill>
                <a:latin typeface="Times New Roman" panose="02020603050405020304" charset="0"/>
                <a:ea typeface="黑体" panose="02010609060101010101" pitchFamily="49" charset="-122"/>
              </a:rPr>
              <a:t> {return value++;}</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	Counter(int v):Item(0){value=v;}</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a:t>
            </a:r>
            <a:endParaRPr lang="en-US" altLang="zh-CN" sz="2800">
              <a:solidFill>
                <a:schemeClr val="tx2"/>
              </a:solidFill>
              <a:latin typeface="Times New Roman" panose="02020603050405020304" charset="0"/>
              <a:ea typeface="黑体" panose="02010609060101010101" pitchFamily="49" charset="-122"/>
            </a:endParaRPr>
          </a:p>
        </p:txBody>
      </p:sp>
    </p:spTree>
  </p:cSld>
  <p:clrMapOvr>
    <a:masterClrMapping/>
  </p:clrMapOvr>
  <p:transition spd="slow">
    <p:rand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3200" b="1" dirty="0" smtClean="0">
                <a:solidFill>
                  <a:srgbClr val="376092"/>
                </a:solidFill>
              </a:rPr>
              <a:t>1.1 </a:t>
            </a:r>
            <a:r>
              <a:rPr kumimoji="1" lang="zh-CN" altLang="en-US" sz="3200" b="1" dirty="0" smtClean="0">
                <a:solidFill>
                  <a:srgbClr val="376092"/>
                </a:solidFill>
              </a:rPr>
              <a:t>从素数问题看面向</a:t>
            </a:r>
            <a:r>
              <a:rPr kumimoji="1" lang="zh-CN" altLang="en-US" sz="3200" b="1" dirty="0" smtClean="0">
                <a:solidFill>
                  <a:srgbClr val="376092"/>
                </a:solidFill>
              </a:rPr>
              <a:t>对象</a:t>
            </a:r>
            <a:endParaRPr kumimoji="1" lang="zh-CN" altLang="en-US" sz="32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zh-CN" altLang="en-US" sz="3200" b="1" dirty="0">
                  <a:solidFill>
                    <a:schemeClr val="tx2">
                      <a:lumMod val="75000"/>
                    </a:schemeClr>
                  </a:solidFill>
                  <a:latin typeface="+mj-lt"/>
                  <a:ea typeface="黑体" panose="02010609060101010101" pitchFamily="49" charset="-122"/>
                  <a:cs typeface="+mj-lt"/>
                </a:rPr>
                <a:t>上升到面向</a:t>
              </a:r>
              <a:r>
                <a:rPr lang="zh-CN" altLang="en-US" sz="3200" b="1" dirty="0">
                  <a:solidFill>
                    <a:schemeClr val="tx2">
                      <a:lumMod val="75000"/>
                    </a:schemeClr>
                  </a:solidFill>
                  <a:latin typeface="+mj-lt"/>
                  <a:ea typeface="黑体" panose="02010609060101010101" pitchFamily="49" charset="-122"/>
                  <a:cs typeface="+mj-lt"/>
                </a:rPr>
                <a:t>对象</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2" name="文本框 1"/>
          <p:cNvSpPr txBox="1"/>
          <p:nvPr/>
        </p:nvSpPr>
        <p:spPr>
          <a:xfrm>
            <a:off x="7559675" y="1123315"/>
            <a:ext cx="3846830" cy="460375"/>
          </a:xfrm>
          <a:prstGeom prst="rect">
            <a:avLst/>
          </a:prstGeom>
          <a:noFill/>
        </p:spPr>
        <p:txBody>
          <a:bodyPr wrap="none" rtlCol="0" anchor="t">
            <a:spAutoFit/>
          </a:bodyPr>
          <a:p>
            <a:pPr algn="r" eaLnBrk="1" hangingPunct="1"/>
            <a:r>
              <a:rPr lang="zh-CN" altLang="en-US" b="1" i="1" dirty="0">
                <a:ea typeface="宋体" pitchFamily="2" charset="-122"/>
                <a:sym typeface="+mn-ea"/>
              </a:rPr>
              <a:t>面向对象的编程——</a:t>
            </a:r>
            <a:r>
              <a:rPr lang="zh-CN" altLang="en-US" b="1" i="1" dirty="0">
                <a:ea typeface="宋体" pitchFamily="2" charset="-122"/>
                <a:sym typeface="+mn-ea"/>
              </a:rPr>
              <a:t>过滤器</a:t>
            </a:r>
            <a:endParaRPr lang="zh-CN" altLang="en-US" b="1" i="1" dirty="0">
              <a:ea typeface="宋体" pitchFamily="2" charset="-122"/>
              <a:sym typeface="+mn-ea"/>
            </a:endParaRPr>
          </a:p>
        </p:txBody>
      </p:sp>
      <p:sp>
        <p:nvSpPr>
          <p:cNvPr id="345091" name="Rectangle 3"/>
          <p:cNvSpPr>
            <a:spLocks noChangeArrowheads="1"/>
          </p:cNvSpPr>
          <p:nvPr/>
        </p:nvSpPr>
        <p:spPr bwMode="auto">
          <a:xfrm>
            <a:off x="1846583" y="1989458"/>
            <a:ext cx="7921625" cy="3817455"/>
          </a:xfrm>
          <a:prstGeom prst="rect">
            <a:avLst/>
          </a:prstGeom>
          <a:solidFill>
            <a:schemeClr val="bg2">
              <a:lumMod val="90000"/>
            </a:schemeClr>
          </a:solidFill>
          <a:ln w="57150" algn="ctr">
            <a:noFill/>
            <a:miter lim="800000"/>
          </a:ln>
          <a:effectLst/>
        </p:spPr>
        <p:txBody>
          <a:bodyPr>
            <a:spAutoFit/>
          </a:bodyPr>
          <a:p>
            <a:pPr eaLnBrk="0" hangingPunct="0">
              <a:lnSpc>
                <a:spcPct val="60000"/>
              </a:lnSpc>
              <a:spcBef>
                <a:spcPct val="20000"/>
              </a:spcBef>
              <a:defRPr/>
            </a:pPr>
            <a:r>
              <a:rPr lang="en-US" altLang="zh-CN" sz="2800" dirty="0">
                <a:solidFill>
                  <a:schemeClr val="tx2"/>
                </a:solidFill>
                <a:latin typeface="Times New Roman" panose="02020603050405020304" charset="0"/>
                <a:ea typeface="黑体" panose="02010609060101010101" pitchFamily="49" charset="-122"/>
              </a:rPr>
              <a:t>class </a:t>
            </a:r>
            <a:r>
              <a:rPr lang="en-US" altLang="zh-CN" sz="2800" dirty="0" err="1">
                <a:solidFill>
                  <a:schemeClr val="hlink"/>
                </a:solidFill>
                <a:effectLst>
                  <a:outerShdw blurRad="38100" dist="38100" dir="2700000" algn="tl">
                    <a:srgbClr val="C0C0C0"/>
                  </a:outerShdw>
                </a:effectLst>
                <a:latin typeface="Times New Roman" panose="02020603050405020304" charset="0"/>
                <a:ea typeface="黑体" panose="02010609060101010101" pitchFamily="49" charset="-122"/>
              </a:rPr>
              <a:t>Filter</a:t>
            </a:r>
            <a:r>
              <a:rPr lang="en-US" altLang="zh-CN" sz="2800" dirty="0" err="1">
                <a:solidFill>
                  <a:schemeClr val="tx2"/>
                </a:solidFill>
                <a:latin typeface="Times New Roman" panose="02020603050405020304" charset="0"/>
                <a:ea typeface="黑体" panose="02010609060101010101" pitchFamily="49" charset="-122"/>
              </a:rPr>
              <a:t>:public</a:t>
            </a:r>
            <a:r>
              <a:rPr lang="en-US" altLang="zh-CN" sz="2800" dirty="0">
                <a:solidFill>
                  <a:schemeClr val="tx2"/>
                </a:solidFill>
                <a:latin typeface="Times New Roman" panose="02020603050405020304" charset="0"/>
                <a:ea typeface="黑体" panose="02010609060101010101" pitchFamily="49" charset="-122"/>
              </a:rPr>
              <a:t> Item{</a:t>
            </a:r>
            <a:endParaRPr lang="en-US" altLang="zh-CN" sz="2800" dirty="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dirty="0">
                <a:solidFill>
                  <a:srgbClr val="003300"/>
                </a:solidFill>
                <a:latin typeface="Times New Roman" panose="02020603050405020304" charset="0"/>
                <a:ea typeface="黑体" panose="02010609060101010101" pitchFamily="49" charset="-122"/>
              </a:rPr>
              <a:t>	int factor;</a:t>
            </a:r>
            <a:endParaRPr lang="en-US" altLang="zh-CN" sz="2800" dirty="0">
              <a:solidFill>
                <a:srgbClr val="003300"/>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dirty="0">
                <a:solidFill>
                  <a:schemeClr val="tx2"/>
                </a:solidFill>
                <a:latin typeface="Times New Roman" panose="02020603050405020304" charset="0"/>
                <a:ea typeface="黑体" panose="02010609060101010101" pitchFamily="49" charset="-122"/>
              </a:rPr>
              <a:t>public:</a:t>
            </a:r>
            <a:endParaRPr lang="en-US" altLang="zh-CN" sz="2800" dirty="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dirty="0">
                <a:solidFill>
                  <a:schemeClr val="tx2"/>
                </a:solidFill>
                <a:latin typeface="Times New Roman" panose="02020603050405020304" charset="0"/>
                <a:ea typeface="黑体" panose="02010609060101010101" pitchFamily="49" charset="-122"/>
              </a:rPr>
              <a:t>	</a:t>
            </a:r>
            <a:r>
              <a:rPr lang="en-US" altLang="zh-CN" sz="2800" dirty="0">
                <a:solidFill>
                  <a:srgbClr val="A50021"/>
                </a:solidFill>
                <a:latin typeface="Times New Roman" panose="02020603050405020304" charset="0"/>
                <a:ea typeface="黑体" panose="02010609060101010101" pitchFamily="49" charset="-122"/>
              </a:rPr>
              <a:t>int out()</a:t>
            </a:r>
            <a:r>
              <a:rPr lang="en-US" altLang="zh-CN" sz="2800" dirty="0">
                <a:solidFill>
                  <a:schemeClr val="tx2"/>
                </a:solidFill>
                <a:latin typeface="Times New Roman" panose="02020603050405020304" charset="0"/>
                <a:ea typeface="黑体" panose="02010609060101010101" pitchFamily="49" charset="-122"/>
              </a:rPr>
              <a:t>{</a:t>
            </a:r>
            <a:endParaRPr lang="en-US" altLang="zh-CN" sz="2800" dirty="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dirty="0">
                <a:solidFill>
                  <a:schemeClr val="tx2"/>
                </a:solidFill>
                <a:latin typeface="Times New Roman" panose="02020603050405020304" charset="0"/>
                <a:ea typeface="黑体" panose="02010609060101010101" pitchFamily="49" charset="-122"/>
              </a:rPr>
              <a:t>		while(1){</a:t>
            </a:r>
            <a:endParaRPr lang="en-US" altLang="zh-CN" sz="2800" dirty="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dirty="0">
                <a:solidFill>
                  <a:schemeClr val="tx2"/>
                </a:solidFill>
                <a:latin typeface="Times New Roman" panose="02020603050405020304" charset="0"/>
                <a:ea typeface="黑体" panose="02010609060101010101" pitchFamily="49" charset="-122"/>
              </a:rPr>
              <a:t>			int n=source-&gt;out();</a:t>
            </a:r>
            <a:endParaRPr lang="en-US" altLang="zh-CN" sz="2800" dirty="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dirty="0">
                <a:solidFill>
                  <a:schemeClr val="tx2"/>
                </a:solidFill>
                <a:latin typeface="Times New Roman" panose="02020603050405020304" charset="0"/>
                <a:ea typeface="黑体" panose="02010609060101010101" pitchFamily="49" charset="-122"/>
              </a:rPr>
              <a:t>			if (</a:t>
            </a:r>
            <a:r>
              <a:rPr lang="en-US" altLang="zh-CN" sz="2800" dirty="0" err="1">
                <a:solidFill>
                  <a:schemeClr val="tx2"/>
                </a:solidFill>
                <a:latin typeface="Times New Roman" panose="02020603050405020304" charset="0"/>
                <a:ea typeface="黑体" panose="02010609060101010101" pitchFamily="49" charset="-122"/>
              </a:rPr>
              <a:t>n%factor</a:t>
            </a:r>
            <a:r>
              <a:rPr lang="en-US" altLang="zh-CN" sz="2800" dirty="0">
                <a:solidFill>
                  <a:schemeClr val="tx2"/>
                </a:solidFill>
                <a:latin typeface="Times New Roman" panose="02020603050405020304" charset="0"/>
                <a:ea typeface="黑体" panose="02010609060101010101" pitchFamily="49" charset="-122"/>
              </a:rPr>
              <a:t>) return n;</a:t>
            </a:r>
            <a:endParaRPr lang="en-US" altLang="zh-CN" sz="2800" dirty="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dirty="0">
                <a:solidFill>
                  <a:schemeClr val="tx2"/>
                </a:solidFill>
                <a:latin typeface="Times New Roman" panose="02020603050405020304" charset="0"/>
                <a:ea typeface="黑体" panose="02010609060101010101" pitchFamily="49" charset="-122"/>
              </a:rPr>
              <a:t>		}</a:t>
            </a:r>
            <a:endParaRPr lang="en-US" altLang="zh-CN" sz="2800" dirty="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dirty="0">
                <a:solidFill>
                  <a:schemeClr val="tx2"/>
                </a:solidFill>
                <a:latin typeface="Times New Roman" panose="02020603050405020304" charset="0"/>
                <a:ea typeface="黑体" panose="02010609060101010101" pitchFamily="49" charset="-122"/>
              </a:rPr>
              <a:t>	}</a:t>
            </a:r>
            <a:endParaRPr lang="en-US" altLang="zh-CN" sz="2800" dirty="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dirty="0">
                <a:solidFill>
                  <a:schemeClr val="tx2"/>
                </a:solidFill>
                <a:latin typeface="Times New Roman" panose="02020603050405020304" charset="0"/>
                <a:ea typeface="黑体" panose="02010609060101010101" pitchFamily="49" charset="-122"/>
              </a:rPr>
              <a:t>	Filter(Item *</a:t>
            </a:r>
            <a:r>
              <a:rPr lang="en-US" altLang="zh-CN" sz="2800" dirty="0" err="1">
                <a:solidFill>
                  <a:schemeClr val="tx2"/>
                </a:solidFill>
                <a:latin typeface="Times New Roman" panose="02020603050405020304" charset="0"/>
                <a:ea typeface="黑体" panose="02010609060101010101" pitchFamily="49" charset="-122"/>
              </a:rPr>
              <a:t>src</a:t>
            </a:r>
            <a:r>
              <a:rPr lang="en-US" altLang="zh-CN" sz="2800" dirty="0">
                <a:solidFill>
                  <a:schemeClr val="tx2"/>
                </a:solidFill>
                <a:latin typeface="Times New Roman" panose="02020603050405020304" charset="0"/>
                <a:ea typeface="黑体" panose="02010609060101010101" pitchFamily="49" charset="-122"/>
              </a:rPr>
              <a:t>, int f):Item(</a:t>
            </a:r>
            <a:r>
              <a:rPr lang="en-US" altLang="zh-CN" sz="2800" dirty="0" err="1">
                <a:solidFill>
                  <a:schemeClr val="tx2"/>
                </a:solidFill>
                <a:latin typeface="Times New Roman" panose="02020603050405020304" charset="0"/>
                <a:ea typeface="黑体" panose="02010609060101010101" pitchFamily="49" charset="-122"/>
              </a:rPr>
              <a:t>src</a:t>
            </a:r>
            <a:r>
              <a:rPr lang="en-US" altLang="zh-CN" sz="2800" dirty="0">
                <a:solidFill>
                  <a:schemeClr val="tx2"/>
                </a:solidFill>
                <a:latin typeface="Times New Roman" panose="02020603050405020304" charset="0"/>
                <a:ea typeface="黑体" panose="02010609060101010101" pitchFamily="49" charset="-122"/>
              </a:rPr>
              <a:t>) {factor=f;}</a:t>
            </a:r>
            <a:endParaRPr lang="en-US" altLang="zh-CN" sz="2800" dirty="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dirty="0">
                <a:solidFill>
                  <a:schemeClr val="tx2"/>
                </a:solidFill>
                <a:latin typeface="Times New Roman" panose="02020603050405020304" charset="0"/>
                <a:ea typeface="黑体" panose="02010609060101010101" pitchFamily="49" charset="-122"/>
              </a:rPr>
              <a:t>};</a:t>
            </a:r>
            <a:endParaRPr lang="en-US" altLang="zh-CN" sz="2800" dirty="0">
              <a:solidFill>
                <a:schemeClr val="tx2"/>
              </a:solidFill>
              <a:latin typeface="Times New Roman" panose="02020603050405020304" charset="0"/>
              <a:ea typeface="黑体" panose="02010609060101010101" pitchFamily="49" charset="-122"/>
            </a:endParaRPr>
          </a:p>
        </p:txBody>
      </p:sp>
    </p:spTree>
  </p:cSld>
  <p:clrMapOvr>
    <a:masterClrMapping/>
  </p:clrMapOvr>
  <p:transition spd="slow">
    <p:rand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3200" b="1" dirty="0" smtClean="0">
                <a:solidFill>
                  <a:srgbClr val="376092"/>
                </a:solidFill>
              </a:rPr>
              <a:t>1.1 </a:t>
            </a:r>
            <a:r>
              <a:rPr kumimoji="1" lang="zh-CN" altLang="en-US" sz="3200" b="1" dirty="0" smtClean="0">
                <a:solidFill>
                  <a:srgbClr val="376092"/>
                </a:solidFill>
              </a:rPr>
              <a:t>从素数问题看面向</a:t>
            </a:r>
            <a:r>
              <a:rPr kumimoji="1" lang="zh-CN" altLang="en-US" sz="3200" b="1" dirty="0" smtClean="0">
                <a:solidFill>
                  <a:srgbClr val="376092"/>
                </a:solidFill>
              </a:rPr>
              <a:t>对象</a:t>
            </a:r>
            <a:endParaRPr kumimoji="1" lang="zh-CN" altLang="en-US" sz="32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zh-CN" altLang="en-US" sz="3200" b="1" dirty="0">
                  <a:solidFill>
                    <a:schemeClr val="tx2">
                      <a:lumMod val="75000"/>
                    </a:schemeClr>
                  </a:solidFill>
                  <a:latin typeface="+mj-lt"/>
                  <a:ea typeface="黑体" panose="02010609060101010101" pitchFamily="49" charset="-122"/>
                  <a:cs typeface="+mj-lt"/>
                </a:rPr>
                <a:t>上升到面向</a:t>
              </a:r>
              <a:r>
                <a:rPr lang="zh-CN" altLang="en-US" sz="3200" b="1" dirty="0">
                  <a:solidFill>
                    <a:schemeClr val="tx2">
                      <a:lumMod val="75000"/>
                    </a:schemeClr>
                  </a:solidFill>
                  <a:latin typeface="+mj-lt"/>
                  <a:ea typeface="黑体" panose="02010609060101010101" pitchFamily="49" charset="-122"/>
                  <a:cs typeface="+mj-lt"/>
                </a:rPr>
                <a:t>对象</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2" name="文本框 1"/>
          <p:cNvSpPr txBox="1"/>
          <p:nvPr/>
        </p:nvSpPr>
        <p:spPr>
          <a:xfrm>
            <a:off x="7865110" y="1123315"/>
            <a:ext cx="3541395" cy="460375"/>
          </a:xfrm>
          <a:prstGeom prst="rect">
            <a:avLst/>
          </a:prstGeom>
          <a:noFill/>
        </p:spPr>
        <p:txBody>
          <a:bodyPr wrap="none" rtlCol="0" anchor="t">
            <a:spAutoFit/>
          </a:bodyPr>
          <a:p>
            <a:pPr algn="r" eaLnBrk="1" hangingPunct="1"/>
            <a:r>
              <a:rPr lang="zh-CN" altLang="en-US" b="1" i="1" dirty="0">
                <a:ea typeface="宋体" pitchFamily="2" charset="-122"/>
                <a:sym typeface="+mn-ea"/>
              </a:rPr>
              <a:t>面向对象的编程——</a:t>
            </a:r>
            <a:r>
              <a:rPr lang="zh-CN" altLang="en-US" b="1" i="1" dirty="0">
                <a:ea typeface="宋体" pitchFamily="2" charset="-122"/>
                <a:sym typeface="+mn-ea"/>
              </a:rPr>
              <a:t>筛子</a:t>
            </a:r>
            <a:endParaRPr lang="zh-CN" altLang="en-US" b="1" i="1" dirty="0">
              <a:ea typeface="宋体" pitchFamily="2" charset="-122"/>
              <a:sym typeface="+mn-ea"/>
            </a:endParaRPr>
          </a:p>
        </p:txBody>
      </p:sp>
      <p:sp>
        <p:nvSpPr>
          <p:cNvPr id="346115" name="Rectangle 3"/>
          <p:cNvSpPr>
            <a:spLocks noChangeArrowheads="1"/>
          </p:cNvSpPr>
          <p:nvPr/>
        </p:nvSpPr>
        <p:spPr bwMode="auto">
          <a:xfrm>
            <a:off x="2206308" y="2133283"/>
            <a:ext cx="7632700" cy="3128036"/>
          </a:xfrm>
          <a:prstGeom prst="rect">
            <a:avLst/>
          </a:prstGeom>
          <a:solidFill>
            <a:schemeClr val="bg2">
              <a:lumMod val="90000"/>
            </a:schemeClr>
          </a:solidFill>
          <a:ln w="57150" algn="ctr">
            <a:noFill/>
            <a:miter lim="800000"/>
          </a:ln>
          <a:effectLst/>
        </p:spPr>
        <p:txBody>
          <a:bodyPr>
            <a:spAutoFit/>
          </a:bodyPr>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class </a:t>
            </a:r>
            <a:r>
              <a:rPr lang="en-US" altLang="zh-CN" sz="2800">
                <a:solidFill>
                  <a:schemeClr val="hlink"/>
                </a:solidFill>
                <a:effectLst>
                  <a:outerShdw blurRad="38100" dist="38100" dir="2700000" algn="tl">
                    <a:srgbClr val="C0C0C0"/>
                  </a:outerShdw>
                </a:effectLst>
                <a:latin typeface="Times New Roman" panose="02020603050405020304" charset="0"/>
                <a:ea typeface="黑体" panose="02010609060101010101" pitchFamily="49" charset="-122"/>
              </a:rPr>
              <a:t>Sieve</a:t>
            </a:r>
            <a:r>
              <a:rPr lang="en-US" altLang="zh-CN" sz="2800">
                <a:solidFill>
                  <a:schemeClr val="tx2"/>
                </a:solidFill>
                <a:latin typeface="Times New Roman" panose="02020603050405020304" charset="0"/>
                <a:ea typeface="黑体" panose="02010609060101010101" pitchFamily="49" charset="-122"/>
              </a:rPr>
              <a:t>: public Item{</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public:</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rgbClr val="A50021"/>
                </a:solidFill>
                <a:latin typeface="Times New Roman" panose="02020603050405020304" charset="0"/>
                <a:ea typeface="黑体" panose="02010609060101010101" pitchFamily="49" charset="-122"/>
              </a:rPr>
              <a:t>	int out()</a:t>
            </a:r>
            <a:r>
              <a:rPr lang="en-US" altLang="zh-CN" sz="2800">
                <a:solidFill>
                  <a:schemeClr val="tx2"/>
                </a:solidFill>
                <a:latin typeface="Times New Roman" panose="02020603050405020304" charset="0"/>
                <a:ea typeface="黑体" panose="02010609060101010101" pitchFamily="49" charset="-122"/>
              </a:rPr>
              <a:t>{</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		int n=source-&gt;out();</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		source= new Filter(source, n);</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		return n;</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	}</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	Sieve(Item *src):Item(src){}</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a:t>
            </a:r>
            <a:endParaRPr lang="en-US" altLang="zh-CN" sz="2800">
              <a:solidFill>
                <a:schemeClr val="tx2"/>
              </a:solidFill>
              <a:latin typeface="Times New Roman" panose="02020603050405020304" charset="0"/>
              <a:ea typeface="黑体" panose="02010609060101010101" pitchFamily="49" charset="-122"/>
            </a:endParaRPr>
          </a:p>
        </p:txBody>
      </p:sp>
    </p:spTree>
  </p:cSld>
  <p:clrMapOvr>
    <a:masterClrMapping/>
  </p:clrMapOvr>
  <p:transition spd="slow">
    <p:rand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3200" b="1" dirty="0" smtClean="0">
                <a:solidFill>
                  <a:srgbClr val="376092"/>
                </a:solidFill>
              </a:rPr>
              <a:t>1.1 </a:t>
            </a:r>
            <a:r>
              <a:rPr kumimoji="1" lang="zh-CN" altLang="en-US" sz="3200" b="1" dirty="0" smtClean="0">
                <a:solidFill>
                  <a:srgbClr val="376092"/>
                </a:solidFill>
              </a:rPr>
              <a:t>从素数问题看面向</a:t>
            </a:r>
            <a:r>
              <a:rPr kumimoji="1" lang="zh-CN" altLang="en-US" sz="3200" b="1" dirty="0" smtClean="0">
                <a:solidFill>
                  <a:srgbClr val="376092"/>
                </a:solidFill>
              </a:rPr>
              <a:t>对象</a:t>
            </a:r>
            <a:endParaRPr kumimoji="1" lang="zh-CN" altLang="en-US" sz="32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zh-CN" altLang="en-US" sz="3200" b="1" dirty="0">
                  <a:solidFill>
                    <a:schemeClr val="tx2">
                      <a:lumMod val="75000"/>
                    </a:schemeClr>
                  </a:solidFill>
                  <a:latin typeface="+mj-lt"/>
                  <a:ea typeface="黑体" panose="02010609060101010101" pitchFamily="49" charset="-122"/>
                  <a:cs typeface="+mj-lt"/>
                </a:rPr>
                <a:t>上升到面向</a:t>
              </a:r>
              <a:r>
                <a:rPr lang="zh-CN" altLang="en-US" sz="3200" b="1" dirty="0">
                  <a:solidFill>
                    <a:schemeClr val="tx2">
                      <a:lumMod val="75000"/>
                    </a:schemeClr>
                  </a:solidFill>
                  <a:latin typeface="+mj-lt"/>
                  <a:ea typeface="黑体" panose="02010609060101010101" pitchFamily="49" charset="-122"/>
                  <a:cs typeface="+mj-lt"/>
                </a:rPr>
                <a:t>对象</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2" name="文本框 1"/>
          <p:cNvSpPr txBox="1"/>
          <p:nvPr/>
        </p:nvSpPr>
        <p:spPr>
          <a:xfrm>
            <a:off x="9407525" y="1123315"/>
            <a:ext cx="2015490" cy="460375"/>
          </a:xfrm>
          <a:prstGeom prst="rect">
            <a:avLst/>
          </a:prstGeom>
          <a:noFill/>
        </p:spPr>
        <p:txBody>
          <a:bodyPr wrap="none" rtlCol="0" anchor="t">
            <a:spAutoFit/>
          </a:bodyPr>
          <a:p>
            <a:pPr algn="r" eaLnBrk="1" hangingPunct="1"/>
            <a:r>
              <a:rPr lang="zh-CN" altLang="en-US" b="1" i="1" dirty="0">
                <a:ea typeface="宋体" pitchFamily="2" charset="-122"/>
                <a:sym typeface="+mn-ea"/>
              </a:rPr>
              <a:t>验证设计</a:t>
            </a:r>
            <a:r>
              <a:rPr lang="zh-CN" altLang="en-US" b="1" i="1" dirty="0">
                <a:ea typeface="宋体" pitchFamily="2" charset="-122"/>
                <a:sym typeface="+mn-ea"/>
              </a:rPr>
              <a:t>方案</a:t>
            </a:r>
            <a:endParaRPr lang="zh-CN" altLang="en-US" b="1" i="1" dirty="0">
              <a:ea typeface="宋体" pitchFamily="2" charset="-122"/>
              <a:sym typeface="+mn-ea"/>
            </a:endParaRPr>
          </a:p>
        </p:txBody>
      </p:sp>
      <p:sp>
        <p:nvSpPr>
          <p:cNvPr id="347139" name="Rectangle 3"/>
          <p:cNvSpPr>
            <a:spLocks noChangeArrowheads="1"/>
          </p:cNvSpPr>
          <p:nvPr/>
        </p:nvSpPr>
        <p:spPr bwMode="auto">
          <a:xfrm>
            <a:off x="2206628" y="2046608"/>
            <a:ext cx="7345363" cy="4162165"/>
          </a:xfrm>
          <a:prstGeom prst="rect">
            <a:avLst/>
          </a:prstGeom>
          <a:solidFill>
            <a:schemeClr val="bg2">
              <a:lumMod val="90000"/>
            </a:schemeClr>
          </a:solidFill>
          <a:ln w="57150" algn="ctr">
            <a:noFill/>
            <a:miter lim="800000"/>
          </a:ln>
          <a:effectLst/>
        </p:spPr>
        <p:txBody>
          <a:bodyPr>
            <a:spAutoFit/>
          </a:bodyPr>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void main(){</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	Counter c(2);</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	Sieve s(&amp;c);</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	int next, n;</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	cin&gt;&gt;n;</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	while(1){</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		</a:t>
            </a:r>
            <a:r>
              <a:rPr lang="en-US" altLang="zh-CN" sz="2800">
                <a:solidFill>
                  <a:srgbClr val="C00000"/>
                </a:solidFill>
                <a:effectLst>
                  <a:outerShdw blurRad="38100" dist="38100" dir="2700000" algn="tl">
                    <a:srgbClr val="C0C0C0"/>
                  </a:outerShdw>
                </a:effectLst>
                <a:latin typeface="Times New Roman" panose="02020603050405020304" charset="0"/>
                <a:ea typeface="黑体" panose="02010609060101010101" pitchFamily="49" charset="-122"/>
              </a:rPr>
              <a:t>next=s.out();</a:t>
            </a:r>
            <a:endParaRPr lang="en-US" altLang="zh-CN" sz="2800">
              <a:solidFill>
                <a:srgbClr val="C00000"/>
              </a:solidFill>
              <a:effectLst>
                <a:outerShdw blurRad="38100" dist="38100" dir="2700000" algn="tl">
                  <a:srgbClr val="C0C0C0"/>
                </a:outerShdw>
              </a:effectLst>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		if(next&gt;n) break;</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		cout&lt;&lt;next&lt;&lt;" ";</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	}</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	cout&lt;&lt;endl;</a:t>
            </a:r>
            <a:endParaRPr lang="en-US" altLang="zh-CN" sz="2800">
              <a:solidFill>
                <a:schemeClr val="tx2"/>
              </a:solidFill>
              <a:latin typeface="Times New Roman" panose="02020603050405020304" charset="0"/>
              <a:ea typeface="黑体" panose="02010609060101010101" pitchFamily="49" charset="-122"/>
            </a:endParaRPr>
          </a:p>
          <a:p>
            <a:pPr eaLnBrk="0" hangingPunct="0">
              <a:lnSpc>
                <a:spcPct val="60000"/>
              </a:lnSpc>
              <a:spcBef>
                <a:spcPct val="20000"/>
              </a:spcBef>
              <a:defRPr/>
            </a:pPr>
            <a:r>
              <a:rPr lang="en-US" altLang="zh-CN" sz="2800">
                <a:solidFill>
                  <a:schemeClr val="tx2"/>
                </a:solidFill>
                <a:latin typeface="Times New Roman" panose="02020603050405020304" charset="0"/>
                <a:ea typeface="黑体" panose="02010609060101010101" pitchFamily="49" charset="-122"/>
              </a:rPr>
              <a:t>}</a:t>
            </a:r>
            <a:endParaRPr lang="en-US" altLang="zh-CN" sz="2800">
              <a:solidFill>
                <a:schemeClr val="tx2"/>
              </a:solidFill>
              <a:latin typeface="Times New Roman" panose="02020603050405020304" charset="0"/>
              <a:ea typeface="黑体" panose="02010609060101010101" pitchFamily="49" charset="-122"/>
            </a:endParaRPr>
          </a:p>
        </p:txBody>
      </p:sp>
      <p:sp>
        <p:nvSpPr>
          <p:cNvPr id="347140" name="AutoShape 4"/>
          <p:cNvSpPr/>
          <p:nvPr/>
        </p:nvSpPr>
        <p:spPr bwMode="auto">
          <a:xfrm>
            <a:off x="5950903" y="2637793"/>
            <a:ext cx="4608512" cy="936625"/>
          </a:xfrm>
          <a:prstGeom prst="borderCallout2">
            <a:avLst>
              <a:gd name="adj1" fmla="val 12204"/>
              <a:gd name="adj2" fmla="val -1653"/>
              <a:gd name="adj3" fmla="val 12204"/>
              <a:gd name="adj4" fmla="val -4032"/>
              <a:gd name="adj5" fmla="val 150171"/>
              <a:gd name="adj6" fmla="val -12954"/>
            </a:avLst>
          </a:prstGeom>
          <a:solidFill>
            <a:srgbClr val="FFFFFF"/>
          </a:solidFill>
          <a:ln w="57150" algn="ctr">
            <a:solidFill>
              <a:srgbClr val="FF0000"/>
            </a:solidFill>
            <a:miter lim="800000"/>
            <a:headEnd type="none" w="lg" len="lg"/>
            <a:tailEnd type="stealth" w="med" len="med"/>
          </a:ln>
        </p:spPr>
        <p:txBody>
          <a:bodyPr/>
          <a:p>
            <a:pPr eaLnBrk="0" hangingPunct="0">
              <a:spcBef>
                <a:spcPct val="50000"/>
              </a:spcBef>
            </a:pPr>
            <a:r>
              <a:rPr lang="zh-CN" altLang="en-US" sz="2800">
                <a:solidFill>
                  <a:srgbClr val="A50021"/>
                </a:solidFill>
                <a:latin typeface="Times New Roman" panose="02020603050405020304" charset="0"/>
                <a:ea typeface="黑体" panose="02010609060101010101" pitchFamily="49" charset="-122"/>
              </a:rPr>
              <a:t>关键代码只有一行，</a:t>
            </a:r>
            <a:br>
              <a:rPr lang="zh-CN" altLang="en-US" sz="2800">
                <a:solidFill>
                  <a:srgbClr val="A50021"/>
                </a:solidFill>
                <a:latin typeface="Times New Roman" panose="02020603050405020304" charset="0"/>
                <a:ea typeface="黑体" panose="02010609060101010101" pitchFamily="49" charset="-122"/>
              </a:rPr>
            </a:br>
            <a:r>
              <a:rPr lang="zh-CN" altLang="en-US" sz="2800">
                <a:solidFill>
                  <a:srgbClr val="A50021"/>
                </a:solidFill>
                <a:latin typeface="Times New Roman" panose="02020603050405020304" charset="0"/>
                <a:ea typeface="黑体" panose="02010609060101010101" pitchFamily="49" charset="-122"/>
              </a:rPr>
              <a:t>筛子自己知道如何找出素数</a:t>
            </a:r>
            <a:endParaRPr lang="zh-CN" altLang="en-US" sz="2800">
              <a:solidFill>
                <a:srgbClr val="A50021"/>
              </a:solidFill>
              <a:latin typeface="Times New Roman" panose="02020603050405020304" charset="0"/>
              <a:ea typeface="黑体" panose="02010609060101010101" pitchFamily="49" charset="-122"/>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47140"/>
                                        </p:tgtEl>
                                        <p:attrNameLst>
                                          <p:attrName>style.visibility</p:attrName>
                                        </p:attrNameLst>
                                      </p:cBhvr>
                                      <p:to>
                                        <p:strVal val="visible"/>
                                      </p:to>
                                    </p:set>
                                    <p:animEffect transition="in" filter="dissolve">
                                      <p:cBhvr>
                                        <p:cTn id="7" dur="500"/>
                                        <p:tgtEl>
                                          <p:spTgt spid="347140"/>
                                        </p:tgtEl>
                                      </p:cBhvr>
                                    </p:animEffect>
                                  </p:childTnLst>
                                </p:cTn>
                              </p:par>
                              <p:par>
                                <p:cTn id="8" presetID="9" presetClass="entr" presetSubtype="0" fill="hold" grpId="1" nodeType="withEffect">
                                  <p:stCondLst>
                                    <p:cond delay="0"/>
                                  </p:stCondLst>
                                  <p:childTnLst>
                                    <p:set>
                                      <p:cBhvr>
                                        <p:cTn id="9" dur="1" fill="hold">
                                          <p:stCondLst>
                                            <p:cond delay="0"/>
                                          </p:stCondLst>
                                        </p:cTn>
                                        <p:tgtEl>
                                          <p:spTgt spid="347140"/>
                                        </p:tgtEl>
                                        <p:attrNameLst>
                                          <p:attrName>style.visibility</p:attrName>
                                        </p:attrNameLst>
                                      </p:cBhvr>
                                      <p:to>
                                        <p:strVal val="visible"/>
                                      </p:to>
                                    </p:set>
                                    <p:animEffect transition="in" filter="dissolve">
                                      <p:cBhvr>
                                        <p:cTn id="10" dur="500"/>
                                        <p:tgtEl>
                                          <p:spTgt spid="347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40" grpId="0" bldLvl="0" animBg="1"/>
      <p:bldP spid="347140" grpId="1"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3200" b="1" dirty="0" smtClean="0">
                <a:solidFill>
                  <a:srgbClr val="376092"/>
                </a:solidFill>
              </a:rPr>
              <a:t>1.1 </a:t>
            </a:r>
            <a:r>
              <a:rPr kumimoji="1" lang="zh-CN" altLang="en-US" sz="3200" b="1" dirty="0" smtClean="0">
                <a:solidFill>
                  <a:srgbClr val="376092"/>
                </a:solidFill>
              </a:rPr>
              <a:t>从素数问题看面向</a:t>
            </a:r>
            <a:r>
              <a:rPr kumimoji="1" lang="zh-CN" altLang="en-US" sz="3200" b="1" dirty="0" smtClean="0">
                <a:solidFill>
                  <a:srgbClr val="376092"/>
                </a:solidFill>
              </a:rPr>
              <a:t>对象</a:t>
            </a:r>
            <a:endParaRPr kumimoji="1" lang="zh-CN" altLang="en-US" sz="32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zh-CN" altLang="en-US" sz="3200" b="1" dirty="0">
                  <a:solidFill>
                    <a:schemeClr val="tx2">
                      <a:lumMod val="75000"/>
                    </a:schemeClr>
                  </a:solidFill>
                  <a:latin typeface="+mj-lt"/>
                  <a:ea typeface="黑体" panose="02010609060101010101" pitchFamily="49" charset="-122"/>
                  <a:cs typeface="+mj-lt"/>
                </a:rPr>
                <a:t>上升到面向</a:t>
              </a:r>
              <a:r>
                <a:rPr lang="zh-CN" altLang="en-US" sz="3200" b="1" dirty="0">
                  <a:solidFill>
                    <a:schemeClr val="tx2">
                      <a:lumMod val="75000"/>
                    </a:schemeClr>
                  </a:solidFill>
                  <a:latin typeface="+mj-lt"/>
                  <a:ea typeface="黑体" panose="02010609060101010101" pitchFamily="49" charset="-122"/>
                  <a:cs typeface="+mj-lt"/>
                </a:rPr>
                <a:t>对象</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5" name="文本框 4"/>
          <p:cNvSpPr txBox="1"/>
          <p:nvPr/>
        </p:nvSpPr>
        <p:spPr>
          <a:xfrm>
            <a:off x="628015" y="1774190"/>
            <a:ext cx="11158220" cy="5334000"/>
          </a:xfrm>
          <a:prstGeom prst="rect">
            <a:avLst/>
          </a:prstGeom>
          <a:noFill/>
        </p:spPr>
        <p:txBody>
          <a:bodyPr wrap="square" rtlCol="0" anchor="t">
            <a:spAutoFit/>
          </a:bodyPr>
          <a:p>
            <a:pPr marL="342900" indent="-342900" eaLnBrk="1" hangingPunct="1">
              <a:lnSpc>
                <a:spcPct val="130000"/>
              </a:lnSpc>
              <a:buFont typeface="Arial" panose="020B0604020202090204" pitchFamily="34" charset="0"/>
              <a:buChar char="•"/>
            </a:pPr>
            <a:r>
              <a:rPr lang="zh-CN" altLang="en-US" sz="2800" dirty="0">
                <a:sym typeface="+mn-ea"/>
              </a:rPr>
              <a:t>面向</a:t>
            </a:r>
            <a:r>
              <a:rPr lang="zh-CN" altLang="en-US" sz="2800" dirty="0">
                <a:sym typeface="+mn-ea"/>
              </a:rPr>
              <a:t>对象方法小结：</a:t>
            </a:r>
            <a:endParaRPr lang="zh-CN" altLang="en-US" sz="2800" dirty="0">
              <a:sym typeface="+mn-ea"/>
            </a:endParaRPr>
          </a:p>
          <a:p>
            <a:pPr marL="1066800" lvl="1" indent="-457200" fontAlgn="auto">
              <a:lnSpc>
                <a:spcPct val="100000"/>
              </a:lnSpc>
              <a:spcBef>
                <a:spcPts val="600"/>
              </a:spcBef>
              <a:spcAft>
                <a:spcPts val="1200"/>
              </a:spcAft>
              <a:buSzPct val="90000"/>
              <a:buFont typeface="Wingdings" panose="05000000000000000000" charset="0"/>
              <a:buChar char=""/>
              <a:defRPr/>
            </a:pPr>
            <a:r>
              <a:rPr lang="zh-CN" altLang="en-US">
                <a:sym typeface="+mn-ea"/>
              </a:rPr>
              <a:t>通过</a:t>
            </a:r>
            <a:r>
              <a:rPr lang="en-US" altLang="zh-CN">
                <a:sym typeface="+mn-ea"/>
              </a:rPr>
              <a:t>UML</a:t>
            </a:r>
            <a:r>
              <a:rPr lang="zh-CN" altLang="en-US">
                <a:sym typeface="+mn-ea"/>
              </a:rPr>
              <a:t>类图（</a:t>
            </a:r>
            <a:r>
              <a:rPr lang="zh-CN" altLang="en-US">
                <a:solidFill>
                  <a:srgbClr val="2104FA"/>
                </a:solidFill>
                <a:effectLst>
                  <a:outerShdw blurRad="38100" dist="38100" dir="2700000" algn="tl">
                    <a:srgbClr val="C0C0C0"/>
                  </a:outerShdw>
                </a:effectLst>
                <a:sym typeface="+mn-ea"/>
              </a:rPr>
              <a:t>面向对象建模</a:t>
            </a:r>
            <a:r>
              <a:rPr lang="zh-CN" altLang="en-US">
                <a:sym typeface="+mn-ea"/>
              </a:rPr>
              <a:t>）可以更清楚表达设计思想，并为代码实现提供框架</a:t>
            </a:r>
            <a:endParaRPr lang="zh-CN" altLang="en-US"/>
          </a:p>
          <a:p>
            <a:pPr marL="1066800" lvl="1" indent="-457200" fontAlgn="auto">
              <a:lnSpc>
                <a:spcPct val="130000"/>
              </a:lnSpc>
              <a:spcBef>
                <a:spcPts val="600"/>
              </a:spcBef>
              <a:spcAft>
                <a:spcPts val="1200"/>
              </a:spcAft>
              <a:buSzPct val="90000"/>
              <a:buFont typeface="Wingdings" panose="05000000000000000000" charset="0"/>
              <a:buChar char=""/>
              <a:defRPr/>
            </a:pPr>
            <a:r>
              <a:rPr lang="zh-CN" altLang="en-US">
                <a:sym typeface="+mn-ea"/>
              </a:rPr>
              <a:t>针对数据的抽象：</a:t>
            </a:r>
            <a:r>
              <a:rPr lang="zh-CN" altLang="en-US">
                <a:solidFill>
                  <a:srgbClr val="2104FA"/>
                </a:solidFill>
                <a:sym typeface="+mn-ea"/>
              </a:rPr>
              <a:t>类</a:t>
            </a:r>
            <a:endParaRPr lang="zh-CN" altLang="en-US"/>
          </a:p>
          <a:p>
            <a:pPr marL="1676400" lvl="2" indent="-457200" fontAlgn="auto">
              <a:lnSpc>
                <a:spcPct val="140000"/>
              </a:lnSpc>
              <a:spcBef>
                <a:spcPts val="600"/>
              </a:spcBef>
              <a:spcAft>
                <a:spcPts val="1200"/>
              </a:spcAft>
              <a:buFont typeface="Wingdings" panose="05000000000000000000" charset="0"/>
              <a:buChar char=""/>
              <a:defRPr/>
            </a:pPr>
            <a:r>
              <a:rPr lang="zh-CN" altLang="en-US">
                <a:sym typeface="+mn-ea"/>
              </a:rPr>
              <a:t>类拥有自己的数据和行为，能够完成自身的工作职责</a:t>
            </a:r>
            <a:endParaRPr lang="en-US" altLang="zh-CN"/>
          </a:p>
          <a:p>
            <a:pPr marL="1676400" lvl="2" indent="-457200" fontAlgn="auto">
              <a:lnSpc>
                <a:spcPct val="140000"/>
              </a:lnSpc>
              <a:spcBef>
                <a:spcPts val="600"/>
              </a:spcBef>
              <a:spcAft>
                <a:spcPts val="1200"/>
              </a:spcAft>
              <a:buFont typeface="Wingdings" panose="05000000000000000000" charset="0"/>
              <a:buChar char=""/>
              <a:defRPr/>
            </a:pPr>
            <a:r>
              <a:rPr lang="zh-CN" altLang="en-US">
                <a:sym typeface="+mn-ea"/>
              </a:rPr>
              <a:t>过程是类的组成部分，为类提供行为</a:t>
            </a:r>
            <a:endParaRPr lang="zh-CN" altLang="en-US"/>
          </a:p>
          <a:p>
            <a:pPr marL="1676400" lvl="2" indent="-457200" fontAlgn="auto">
              <a:lnSpc>
                <a:spcPct val="140000"/>
              </a:lnSpc>
              <a:spcBef>
                <a:spcPts val="600"/>
              </a:spcBef>
              <a:spcAft>
                <a:spcPts val="1200"/>
              </a:spcAft>
              <a:buFont typeface="Wingdings" panose="05000000000000000000" charset="0"/>
              <a:buChar char=""/>
              <a:defRPr/>
            </a:pPr>
            <a:r>
              <a:rPr lang="zh-CN" altLang="en-US">
                <a:sym typeface="+mn-ea"/>
              </a:rPr>
              <a:t>通过类的对象之间的</a:t>
            </a:r>
            <a:r>
              <a:rPr lang="zh-CN" altLang="en-US">
                <a:solidFill>
                  <a:srgbClr val="2104FA"/>
                </a:solidFill>
                <a:sym typeface="+mn-ea"/>
              </a:rPr>
              <a:t>协作</a:t>
            </a:r>
            <a:r>
              <a:rPr lang="zh-CN" altLang="en-US">
                <a:sym typeface="+mn-ea"/>
              </a:rPr>
              <a:t>完成系统功能</a:t>
            </a:r>
            <a:endParaRPr lang="zh-CN" altLang="en-US">
              <a:sym typeface="+mn-ea"/>
            </a:endParaRPr>
          </a:p>
          <a:p>
            <a:pPr marL="1676400" lvl="2" indent="-457200" eaLnBrk="1" hangingPunct="1">
              <a:lnSpc>
                <a:spcPct val="60000"/>
              </a:lnSpc>
              <a:buFont typeface="Wingdings" panose="05000000000000000000" charset="0"/>
              <a:buChar char=""/>
              <a:defRPr/>
            </a:pPr>
            <a:endParaRPr lang="zh-CN" altLang="en-US" sz="2600"/>
          </a:p>
          <a:p>
            <a:pPr marL="457200" indent="-457200" eaLnBrk="1" hangingPunct="1">
              <a:lnSpc>
                <a:spcPct val="130000"/>
              </a:lnSpc>
              <a:buFont typeface="Arial" panose="020B0604020202090204" pitchFamily="34" charset="0"/>
              <a:buChar char="•"/>
            </a:pPr>
            <a:endParaRPr lang="zh-CN" altLang="en-US" sz="2600" dirty="0">
              <a:sym typeface="+mn-ea"/>
            </a:endParaRPr>
          </a:p>
        </p:txBody>
      </p:sp>
    </p:spTree>
  </p:cSld>
  <p:clrMapOvr>
    <a:masterClrMapping/>
  </p:clrMapOvr>
  <p:transition spd="slow">
    <p:rand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3200" b="1" dirty="0" smtClean="0">
                <a:solidFill>
                  <a:srgbClr val="376092"/>
                </a:solidFill>
              </a:rPr>
              <a:t>1.1 </a:t>
            </a:r>
            <a:r>
              <a:rPr kumimoji="1" lang="zh-CN" altLang="en-US" sz="3200" b="1" dirty="0" smtClean="0">
                <a:solidFill>
                  <a:srgbClr val="376092"/>
                </a:solidFill>
              </a:rPr>
              <a:t>从素数问题看面向</a:t>
            </a:r>
            <a:r>
              <a:rPr kumimoji="1" lang="zh-CN" altLang="en-US" sz="3200" b="1" dirty="0" smtClean="0">
                <a:solidFill>
                  <a:srgbClr val="376092"/>
                </a:solidFill>
              </a:rPr>
              <a:t>对象</a:t>
            </a:r>
            <a:endParaRPr kumimoji="1" lang="zh-CN" altLang="en-US" sz="32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zh-CN" altLang="en-US" sz="3200" b="1" dirty="0">
                  <a:solidFill>
                    <a:schemeClr val="tx2">
                      <a:lumMod val="75000"/>
                    </a:schemeClr>
                  </a:solidFill>
                  <a:latin typeface="+mj-lt"/>
                  <a:ea typeface="黑体" panose="02010609060101010101" pitchFamily="49" charset="-122"/>
                  <a:cs typeface="+mj-lt"/>
                </a:rPr>
                <a:t>上升到面向</a:t>
              </a:r>
              <a:r>
                <a:rPr lang="zh-CN" altLang="en-US" sz="3200" b="1" dirty="0">
                  <a:solidFill>
                    <a:schemeClr val="tx2">
                      <a:lumMod val="75000"/>
                    </a:schemeClr>
                  </a:solidFill>
                  <a:latin typeface="+mj-lt"/>
                  <a:ea typeface="黑体" panose="02010609060101010101" pitchFamily="49" charset="-122"/>
                  <a:cs typeface="+mj-lt"/>
                </a:rPr>
                <a:t>对象</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5" name="文本框 4"/>
          <p:cNvSpPr txBox="1"/>
          <p:nvPr/>
        </p:nvSpPr>
        <p:spPr>
          <a:xfrm>
            <a:off x="628015" y="1774190"/>
            <a:ext cx="11255375" cy="4926330"/>
          </a:xfrm>
          <a:prstGeom prst="rect">
            <a:avLst/>
          </a:prstGeom>
          <a:noFill/>
        </p:spPr>
        <p:txBody>
          <a:bodyPr wrap="square" rtlCol="0" anchor="t">
            <a:spAutoFit/>
          </a:bodyPr>
          <a:p>
            <a:pPr marL="342900" indent="-342900" eaLnBrk="1" hangingPunct="1">
              <a:lnSpc>
                <a:spcPct val="130000"/>
              </a:lnSpc>
              <a:buFont typeface="Arial" panose="020B0604020202090204" pitchFamily="34" charset="0"/>
              <a:buChar char="•"/>
            </a:pPr>
            <a:r>
              <a:rPr lang="zh-CN" altLang="en-US" sz="2800" dirty="0">
                <a:sym typeface="+mn-ea"/>
              </a:rPr>
              <a:t>面向</a:t>
            </a:r>
            <a:r>
              <a:rPr lang="zh-CN" altLang="en-US" sz="2800" dirty="0">
                <a:sym typeface="+mn-ea"/>
              </a:rPr>
              <a:t>对象方法小结：</a:t>
            </a:r>
            <a:endParaRPr lang="zh-CN" altLang="en-US" sz="2800" dirty="0">
              <a:sym typeface="+mn-ea"/>
            </a:endParaRPr>
          </a:p>
          <a:p>
            <a:pPr marL="1066800" lvl="1" indent="-457200" fontAlgn="auto">
              <a:lnSpc>
                <a:spcPct val="110000"/>
              </a:lnSpc>
              <a:spcBef>
                <a:spcPts val="600"/>
              </a:spcBef>
              <a:spcAft>
                <a:spcPts val="1200"/>
              </a:spcAft>
              <a:buSzPct val="80000"/>
              <a:buFont typeface="Wingdings" panose="05000000000000000000" charset="0"/>
              <a:buChar char=""/>
              <a:defRPr/>
            </a:pPr>
            <a:r>
              <a:rPr lang="zh-CN" altLang="en-US">
                <a:sym typeface="+mn-ea"/>
              </a:rPr>
              <a:t>对象思维具有更大的灵活性，更好的模块化，可以进行更大规模设计</a:t>
            </a:r>
            <a:endParaRPr lang="zh-CN" altLang="en-US">
              <a:sym typeface="+mn-ea"/>
            </a:endParaRPr>
          </a:p>
          <a:p>
            <a:pPr marL="1066800" lvl="1" indent="-457200" fontAlgn="auto">
              <a:lnSpc>
                <a:spcPct val="50000"/>
              </a:lnSpc>
              <a:spcBef>
                <a:spcPts val="600"/>
              </a:spcBef>
              <a:spcAft>
                <a:spcPts val="1200"/>
              </a:spcAft>
              <a:buSzPct val="80000"/>
              <a:buFont typeface="Wingdings" panose="05000000000000000000" charset="0"/>
              <a:buChar char=""/>
              <a:defRPr/>
            </a:pPr>
            <a:endParaRPr lang="zh-CN" altLang="en-US"/>
          </a:p>
          <a:p>
            <a:pPr marL="1066800" lvl="1" indent="-457200" fontAlgn="auto">
              <a:lnSpc>
                <a:spcPct val="110000"/>
              </a:lnSpc>
              <a:spcBef>
                <a:spcPts val="600"/>
              </a:spcBef>
              <a:spcAft>
                <a:spcPts val="1200"/>
              </a:spcAft>
              <a:buSzPct val="80000"/>
              <a:buFont typeface="Wingdings" panose="05000000000000000000" charset="0"/>
              <a:buChar char=""/>
              <a:defRPr/>
            </a:pPr>
            <a:r>
              <a:rPr lang="zh-CN" altLang="en-US">
                <a:sym typeface="+mn-ea"/>
              </a:rPr>
              <a:t>面向对象设计和开发的难度更大，面临着</a:t>
            </a:r>
            <a:r>
              <a:rPr lang="zh-CN" altLang="en-US" u="sng">
                <a:solidFill>
                  <a:srgbClr val="2104FA"/>
                </a:solidFill>
                <a:effectLst>
                  <a:outerShdw blurRad="38100" dist="38100" dir="2700000" algn="tl">
                    <a:srgbClr val="C0C0C0"/>
                  </a:outerShdw>
                </a:effectLst>
                <a:sym typeface="+mn-ea"/>
              </a:rPr>
              <a:t>对象识别</a:t>
            </a:r>
            <a:r>
              <a:rPr lang="zh-CN" altLang="en-US">
                <a:solidFill>
                  <a:srgbClr val="2104FA"/>
                </a:solidFill>
                <a:sym typeface="+mn-ea"/>
              </a:rPr>
              <a:t>、</a:t>
            </a:r>
            <a:r>
              <a:rPr lang="zh-CN" altLang="en-US" u="sng">
                <a:solidFill>
                  <a:srgbClr val="2104FA"/>
                </a:solidFill>
                <a:effectLst>
                  <a:outerShdw blurRad="38100" dist="38100" dir="2700000" algn="tl">
                    <a:srgbClr val="C0C0C0"/>
                  </a:outerShdw>
                </a:effectLst>
                <a:sym typeface="+mn-ea"/>
              </a:rPr>
              <a:t>职责分配</a:t>
            </a:r>
            <a:r>
              <a:rPr lang="zh-CN" altLang="en-US">
                <a:solidFill>
                  <a:srgbClr val="2104FA"/>
                </a:solidFill>
                <a:sym typeface="+mn-ea"/>
              </a:rPr>
              <a:t>、</a:t>
            </a:r>
            <a:r>
              <a:rPr lang="zh-CN" altLang="en-US" u="sng">
                <a:solidFill>
                  <a:srgbClr val="2104FA"/>
                </a:solidFill>
                <a:effectLst>
                  <a:outerShdw blurRad="38100" dist="38100" dir="2700000" algn="tl">
                    <a:srgbClr val="C0C0C0"/>
                  </a:outerShdw>
                </a:effectLst>
                <a:sym typeface="+mn-ea"/>
              </a:rPr>
              <a:t>多态抽象</a:t>
            </a:r>
            <a:r>
              <a:rPr lang="zh-CN" altLang="en-US">
                <a:sym typeface="+mn-ea"/>
              </a:rPr>
              <a:t>等一系列问题</a:t>
            </a:r>
            <a:endParaRPr lang="zh-CN" altLang="en-US" sz="2600"/>
          </a:p>
          <a:p>
            <a:pPr marL="1676400" lvl="2" indent="-457200" fontAlgn="auto">
              <a:lnSpc>
                <a:spcPct val="130000"/>
              </a:lnSpc>
              <a:spcBef>
                <a:spcPts val="600"/>
              </a:spcBef>
              <a:spcAft>
                <a:spcPts val="1200"/>
              </a:spcAft>
              <a:buFont typeface="Wingdings" panose="05000000000000000000" charset="0"/>
              <a:buChar char=""/>
              <a:defRPr/>
            </a:pPr>
            <a:r>
              <a:rPr lang="zh-CN" altLang="en-US">
                <a:sym typeface="+mn-ea"/>
              </a:rPr>
              <a:t>学习更多知识和技术，并掌握一系列面向对象的</a:t>
            </a:r>
            <a:r>
              <a:rPr lang="zh-CN" altLang="en-US" b="1">
                <a:solidFill>
                  <a:srgbClr val="2104FA"/>
                </a:solidFill>
                <a:sym typeface="+mn-ea"/>
              </a:rPr>
              <a:t>设计原则和模式</a:t>
            </a:r>
            <a:endParaRPr lang="zh-CN" altLang="en-US" b="1">
              <a:solidFill>
                <a:srgbClr val="2104FA"/>
              </a:solidFill>
            </a:endParaRPr>
          </a:p>
          <a:p>
            <a:pPr marL="1676400" lvl="2" indent="-457200" fontAlgn="auto">
              <a:lnSpc>
                <a:spcPct val="130000"/>
              </a:lnSpc>
              <a:spcBef>
                <a:spcPts val="600"/>
              </a:spcBef>
              <a:spcAft>
                <a:spcPts val="1200"/>
              </a:spcAft>
              <a:buFont typeface="Wingdings" panose="05000000000000000000" charset="0"/>
              <a:buChar char=""/>
              <a:defRPr/>
            </a:pPr>
            <a:r>
              <a:rPr lang="zh-CN" altLang="en-US">
                <a:sym typeface="+mn-ea"/>
              </a:rPr>
              <a:t>图形化工具（</a:t>
            </a:r>
            <a:r>
              <a:rPr lang="en-US" altLang="zh-CN">
                <a:sym typeface="+mn-ea"/>
              </a:rPr>
              <a:t>UML</a:t>
            </a:r>
            <a:r>
              <a:rPr lang="zh-CN" altLang="en-US">
                <a:sym typeface="+mn-ea"/>
              </a:rPr>
              <a:t>）有助于表达和交流设计思想，并简化实现的过程</a:t>
            </a:r>
            <a:endParaRPr lang="zh-CN" altLang="en-US"/>
          </a:p>
          <a:p>
            <a:pPr marL="2133600" lvl="3" indent="-457200" eaLnBrk="1" hangingPunct="1">
              <a:lnSpc>
                <a:spcPct val="60000"/>
              </a:lnSpc>
              <a:buFont typeface="Wingdings" panose="05000000000000000000" charset="0"/>
              <a:buChar char=""/>
              <a:defRPr/>
            </a:pPr>
            <a:endParaRPr lang="zh-CN" altLang="en-US" sz="2600"/>
          </a:p>
          <a:p>
            <a:pPr marL="457200" indent="-457200" eaLnBrk="1" hangingPunct="1">
              <a:lnSpc>
                <a:spcPct val="130000"/>
              </a:lnSpc>
              <a:buFont typeface="Arial" panose="020B0604020202090204" pitchFamily="34" charset="0"/>
              <a:buChar char="•"/>
            </a:pPr>
            <a:endParaRPr lang="zh-CN" altLang="en-US" sz="2600" dirty="0">
              <a:sym typeface="+mn-ea"/>
            </a:endParaRPr>
          </a:p>
        </p:txBody>
      </p:sp>
    </p:spTree>
  </p:cSld>
  <p:clrMapOvr>
    <a:masterClrMapping/>
  </p:clrMapOvr>
  <p:transition spd="slow">
    <p:rand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3200" b="1" dirty="0" smtClean="0">
                <a:solidFill>
                  <a:srgbClr val="376092"/>
                </a:solidFill>
              </a:rPr>
              <a:t>1.1 </a:t>
            </a:r>
            <a:r>
              <a:rPr kumimoji="1" lang="zh-CN" altLang="en-US" sz="3200" b="1" dirty="0" smtClean="0">
                <a:solidFill>
                  <a:srgbClr val="376092"/>
                </a:solidFill>
              </a:rPr>
              <a:t>从素数问题看面向</a:t>
            </a:r>
            <a:r>
              <a:rPr kumimoji="1" lang="zh-CN" altLang="en-US" sz="3200" b="1" dirty="0" smtClean="0">
                <a:solidFill>
                  <a:srgbClr val="376092"/>
                </a:solidFill>
              </a:rPr>
              <a:t>对象</a:t>
            </a:r>
            <a:endParaRPr kumimoji="1" lang="zh-CN" altLang="en-US" sz="32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zh-CN" altLang="en-US" sz="3200" b="1" dirty="0">
                  <a:solidFill>
                    <a:schemeClr val="tx2">
                      <a:lumMod val="75000"/>
                    </a:schemeClr>
                  </a:solidFill>
                  <a:latin typeface="+mj-lt"/>
                  <a:ea typeface="黑体" panose="02010609060101010101" pitchFamily="49" charset="-122"/>
                  <a:cs typeface="+mj-lt"/>
                </a:rPr>
                <a:t>上升到面向</a:t>
              </a:r>
              <a:r>
                <a:rPr lang="zh-CN" altLang="en-US" sz="3200" b="1" dirty="0">
                  <a:solidFill>
                    <a:schemeClr val="tx2">
                      <a:lumMod val="75000"/>
                    </a:schemeClr>
                  </a:solidFill>
                  <a:latin typeface="+mj-lt"/>
                  <a:ea typeface="黑体" panose="02010609060101010101" pitchFamily="49" charset="-122"/>
                  <a:cs typeface="+mj-lt"/>
                </a:rPr>
                <a:t>对象</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5" name="文本框 4"/>
          <p:cNvSpPr txBox="1"/>
          <p:nvPr/>
        </p:nvSpPr>
        <p:spPr>
          <a:xfrm>
            <a:off x="628015" y="1774190"/>
            <a:ext cx="11255375" cy="5056505"/>
          </a:xfrm>
          <a:prstGeom prst="rect">
            <a:avLst/>
          </a:prstGeom>
          <a:noFill/>
        </p:spPr>
        <p:txBody>
          <a:bodyPr wrap="square" rtlCol="0" anchor="t">
            <a:spAutoFit/>
          </a:bodyPr>
          <a:p>
            <a:pPr marL="342900" indent="-342900" eaLnBrk="1" hangingPunct="1">
              <a:lnSpc>
                <a:spcPct val="130000"/>
              </a:lnSpc>
              <a:buFont typeface="Arial" panose="020B0604020202090204" pitchFamily="34" charset="0"/>
              <a:buChar char="•"/>
            </a:pPr>
            <a:r>
              <a:rPr lang="zh-CN" altLang="en-US" sz="2800">
                <a:sym typeface="+mn-ea"/>
              </a:rPr>
              <a:t>面向对象方法小结：</a:t>
            </a:r>
            <a:endParaRPr lang="zh-CN" altLang="en-US" sz="2800">
              <a:sym typeface="+mn-ea"/>
            </a:endParaRPr>
          </a:p>
          <a:p>
            <a:pPr marL="914400" lvl="1" indent="-457200" fontAlgn="auto">
              <a:lnSpc>
                <a:spcPct val="130000"/>
              </a:lnSpc>
              <a:spcBef>
                <a:spcPts val="600"/>
              </a:spcBef>
              <a:spcAft>
                <a:spcPts val="1200"/>
              </a:spcAft>
              <a:buSzPct val="80000"/>
              <a:buFont typeface="Wingdings" panose="05000000000000000000" charset="0"/>
              <a:buChar char=""/>
            </a:pPr>
            <a:r>
              <a:rPr lang="zh-CN" altLang="en-US" b="1" dirty="0">
                <a:sym typeface="+mn-ea"/>
              </a:rPr>
              <a:t>面向对象与面向过程以不同的方式看待世界：</a:t>
            </a:r>
            <a:endParaRPr lang="zh-CN" altLang="en-US" b="1" dirty="0">
              <a:sym typeface="+mn-ea"/>
            </a:endParaRPr>
          </a:p>
          <a:p>
            <a:pPr marL="914400" lvl="1" indent="-457200" fontAlgn="auto">
              <a:lnSpc>
                <a:spcPct val="130000"/>
              </a:lnSpc>
              <a:spcBef>
                <a:spcPts val="600"/>
              </a:spcBef>
              <a:spcAft>
                <a:spcPts val="1200"/>
              </a:spcAft>
              <a:buSzPct val="80000"/>
              <a:buFont typeface="Wingdings" panose="05000000000000000000" charset="0"/>
              <a:buChar char=""/>
            </a:pPr>
            <a:r>
              <a:rPr lang="zh-CN" altLang="en-US" b="1" dirty="0">
                <a:solidFill>
                  <a:srgbClr val="C00000"/>
                </a:solidFill>
                <a:sym typeface="+mn-ea"/>
              </a:rPr>
              <a:t>面向对象</a:t>
            </a:r>
            <a:endParaRPr lang="en-US" altLang="zh-CN" b="1" dirty="0">
              <a:solidFill>
                <a:srgbClr val="C00000"/>
              </a:solidFill>
            </a:endParaRPr>
          </a:p>
          <a:p>
            <a:pPr marL="1363345" lvl="2" indent="-424180" fontAlgn="auto">
              <a:lnSpc>
                <a:spcPct val="120000"/>
              </a:lnSpc>
              <a:spcBef>
                <a:spcPts val="600"/>
              </a:spcBef>
              <a:spcAft>
                <a:spcPts val="1200"/>
              </a:spcAft>
              <a:buFont typeface="Wingdings" panose="05000000000000000000" charset="0"/>
              <a:buChar char=""/>
            </a:pPr>
            <a:r>
              <a:rPr lang="zh-CN" altLang="en-US" dirty="0">
                <a:sym typeface="+mn-ea"/>
              </a:rPr>
              <a:t>世界本是分割开来的</a:t>
            </a:r>
            <a:endParaRPr lang="en-US" altLang="zh-CN" dirty="0"/>
          </a:p>
          <a:p>
            <a:pPr marL="1363345" lvl="2" indent="-424180" fontAlgn="auto">
              <a:lnSpc>
                <a:spcPct val="120000"/>
              </a:lnSpc>
              <a:spcBef>
                <a:spcPts val="600"/>
              </a:spcBef>
              <a:spcAft>
                <a:spcPts val="1200"/>
              </a:spcAft>
              <a:buFont typeface="Wingdings" panose="05000000000000000000" charset="0"/>
              <a:buChar char=""/>
            </a:pPr>
            <a:r>
              <a:rPr lang="zh-CN" altLang="en-US" dirty="0">
                <a:sym typeface="+mn-ea"/>
              </a:rPr>
              <a:t>只有特定的场景下，孤立对象之间进行了某些信息交互才表现出我们所看到的那样一个过程</a:t>
            </a:r>
            <a:endParaRPr lang="zh-CN" altLang="en-US" dirty="0">
              <a:sym typeface="+mn-ea"/>
            </a:endParaRPr>
          </a:p>
          <a:p>
            <a:pPr marL="1363345" lvl="2" indent="-424180" fontAlgn="auto">
              <a:lnSpc>
                <a:spcPct val="120000"/>
              </a:lnSpc>
              <a:spcBef>
                <a:spcPts val="600"/>
              </a:spcBef>
              <a:spcAft>
                <a:spcPts val="1200"/>
              </a:spcAft>
              <a:buFont typeface="Wingdings" panose="05000000000000000000" charset="0"/>
              <a:buChar char=""/>
            </a:pPr>
            <a:r>
              <a:rPr lang="zh-CN" altLang="en-US" dirty="0">
                <a:sym typeface="+mn-ea"/>
              </a:rPr>
              <a:t>建立对象的目的，不是为了完成一个步骤，而是描述事物的行为</a:t>
            </a:r>
            <a:endParaRPr lang="zh-CN" altLang="en-US" sz="2600"/>
          </a:p>
          <a:p>
            <a:pPr marL="457200" indent="-457200" eaLnBrk="1" hangingPunct="1">
              <a:lnSpc>
                <a:spcPct val="130000"/>
              </a:lnSpc>
              <a:buFont typeface="Arial" panose="020B0604020202090204" pitchFamily="34" charset="0"/>
              <a:buChar char="•"/>
            </a:pPr>
            <a:endParaRPr lang="zh-CN" altLang="en-US" sz="2600" dirty="0">
              <a:sym typeface="+mn-ea"/>
            </a:endParaRPr>
          </a:p>
        </p:txBody>
      </p:sp>
    </p:spTree>
  </p:cSld>
  <p:clrMapOvr>
    <a:masterClrMapping/>
  </p:clrMapOvr>
  <p:transition spd="slow">
    <p:random/>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3200" b="1" dirty="0" smtClean="0">
                <a:solidFill>
                  <a:srgbClr val="376092"/>
                </a:solidFill>
              </a:rPr>
              <a:t>1.1 </a:t>
            </a:r>
            <a:r>
              <a:rPr kumimoji="1" lang="zh-CN" altLang="en-US" sz="3200" b="1" dirty="0" smtClean="0">
                <a:solidFill>
                  <a:srgbClr val="376092"/>
                </a:solidFill>
              </a:rPr>
              <a:t>从素数问题看面向</a:t>
            </a:r>
            <a:r>
              <a:rPr kumimoji="1" lang="zh-CN" altLang="en-US" sz="3200" b="1" dirty="0" smtClean="0">
                <a:solidFill>
                  <a:srgbClr val="376092"/>
                </a:solidFill>
              </a:rPr>
              <a:t>对象</a:t>
            </a:r>
            <a:endParaRPr kumimoji="1" lang="zh-CN" altLang="en-US" sz="32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zh-CN" altLang="en-US" sz="3200" b="1" dirty="0">
                  <a:solidFill>
                    <a:schemeClr val="tx2">
                      <a:lumMod val="75000"/>
                    </a:schemeClr>
                  </a:solidFill>
                  <a:latin typeface="+mj-lt"/>
                  <a:ea typeface="黑体" panose="02010609060101010101" pitchFamily="49" charset="-122"/>
                  <a:cs typeface="+mj-lt"/>
                </a:rPr>
                <a:t>上升到面向</a:t>
              </a:r>
              <a:r>
                <a:rPr lang="zh-CN" altLang="en-US" sz="3200" b="1" dirty="0">
                  <a:solidFill>
                    <a:schemeClr val="tx2">
                      <a:lumMod val="75000"/>
                    </a:schemeClr>
                  </a:solidFill>
                  <a:latin typeface="+mj-lt"/>
                  <a:ea typeface="黑体" panose="02010609060101010101" pitchFamily="49" charset="-122"/>
                  <a:cs typeface="+mj-lt"/>
                </a:rPr>
                <a:t>对象</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5" name="文本框 4"/>
          <p:cNvSpPr txBox="1"/>
          <p:nvPr/>
        </p:nvSpPr>
        <p:spPr>
          <a:xfrm>
            <a:off x="622935" y="1773555"/>
            <a:ext cx="10724515" cy="5671820"/>
          </a:xfrm>
          <a:prstGeom prst="rect">
            <a:avLst/>
          </a:prstGeom>
          <a:noFill/>
        </p:spPr>
        <p:txBody>
          <a:bodyPr wrap="square" rtlCol="0" anchor="t">
            <a:spAutoFit/>
          </a:bodyPr>
          <a:p>
            <a:pPr marL="342900" indent="-342900" eaLnBrk="1" hangingPunct="1">
              <a:lnSpc>
                <a:spcPct val="130000"/>
              </a:lnSpc>
              <a:buFont typeface="Arial" panose="020B0604020202090204" pitchFamily="34" charset="0"/>
              <a:buChar char="•"/>
            </a:pPr>
            <a:r>
              <a:rPr lang="zh-CN" altLang="en-US" sz="2800" dirty="0">
                <a:sym typeface="+mn-ea"/>
              </a:rPr>
              <a:t>总结：</a:t>
            </a:r>
            <a:r>
              <a:rPr lang="zh-CN" altLang="en-US" sz="2800">
                <a:sym typeface="+mn-ea"/>
              </a:rPr>
              <a:t>结构化</a:t>
            </a:r>
            <a:r>
              <a:rPr lang="en-US" altLang="zh-CN" sz="2800">
                <a:sym typeface="+mn-ea"/>
              </a:rPr>
              <a:t>VS</a:t>
            </a:r>
            <a:r>
              <a:rPr lang="zh-CN" altLang="en-US" sz="2800">
                <a:sym typeface="+mn-ea"/>
              </a:rPr>
              <a:t>面向对象</a:t>
            </a:r>
            <a:endParaRPr lang="zh-CN" altLang="en-US" sz="2800">
              <a:sym typeface="+mn-ea"/>
            </a:endParaRPr>
          </a:p>
          <a:p>
            <a:pPr marL="342900" indent="-342900" eaLnBrk="1" hangingPunct="1">
              <a:lnSpc>
                <a:spcPct val="70000"/>
              </a:lnSpc>
              <a:buFont typeface="Arial" panose="020B0604020202090204" pitchFamily="34" charset="0"/>
              <a:buChar char="•"/>
            </a:pPr>
            <a:endParaRPr lang="zh-CN" altLang="en-US" sz="2800" dirty="0">
              <a:sym typeface="+mn-ea"/>
            </a:endParaRPr>
          </a:p>
          <a:p>
            <a:pPr marL="1066800" lvl="1" indent="-457200" eaLnBrk="1" hangingPunct="1">
              <a:lnSpc>
                <a:spcPct val="110000"/>
              </a:lnSpc>
              <a:buSzPct val="80000"/>
              <a:buFont typeface="Wingdings" panose="05000000000000000000" charset="0"/>
              <a:buChar char=""/>
            </a:pPr>
            <a:r>
              <a:rPr lang="zh-CN" altLang="en-US" sz="2600">
                <a:sym typeface="+mn-ea"/>
              </a:rPr>
              <a:t>结构化思维用过程刻画数据间关系</a:t>
            </a:r>
            <a:endParaRPr lang="zh-CN" altLang="en-US" sz="2600"/>
          </a:p>
          <a:p>
            <a:pPr marL="1066800" lvl="1" indent="-457200" eaLnBrk="1" hangingPunct="1">
              <a:lnSpc>
                <a:spcPct val="110000"/>
              </a:lnSpc>
              <a:buSzPct val="80000"/>
              <a:buFont typeface="Wingdings" panose="05000000000000000000" charset="0"/>
              <a:buChar char=""/>
            </a:pPr>
            <a:r>
              <a:rPr lang="zh-CN" altLang="en-US" sz="2600">
                <a:solidFill>
                  <a:srgbClr val="C00000"/>
                </a:solidFill>
                <a:highlight>
                  <a:srgbClr val="FFFF00"/>
                </a:highlight>
                <a:sym typeface="+mn-ea"/>
              </a:rPr>
              <a:t>对象思维直接用类表达数据间关系</a:t>
            </a:r>
            <a:endParaRPr lang="zh-CN" altLang="en-US" sz="2600">
              <a:solidFill>
                <a:srgbClr val="C00000"/>
              </a:solidFill>
              <a:highlight>
                <a:srgbClr val="FFFF00"/>
              </a:highlight>
              <a:sym typeface="+mn-ea"/>
            </a:endParaRPr>
          </a:p>
          <a:p>
            <a:pPr marL="1066800" lvl="1" indent="-457200" eaLnBrk="1" hangingPunct="1">
              <a:lnSpc>
                <a:spcPct val="70000"/>
              </a:lnSpc>
              <a:buSzPct val="80000"/>
              <a:buFont typeface="Wingdings" panose="05000000000000000000" charset="0"/>
              <a:buChar char=""/>
            </a:pPr>
            <a:endParaRPr lang="zh-CN" altLang="en-US" sz="2600">
              <a:solidFill>
                <a:srgbClr val="FF0000"/>
              </a:solidFill>
              <a:sym typeface="+mn-ea"/>
            </a:endParaRPr>
          </a:p>
          <a:p>
            <a:pPr lvl="1" indent="0" eaLnBrk="1" hangingPunct="1">
              <a:lnSpc>
                <a:spcPct val="60000"/>
              </a:lnSpc>
              <a:buSzPct val="80000"/>
              <a:buFont typeface="Wingdings" panose="05000000000000000000" charset="0"/>
              <a:buNone/>
            </a:pPr>
            <a:endParaRPr lang="zh-CN" altLang="en-US" sz="2600">
              <a:solidFill>
                <a:srgbClr val="FF0000"/>
              </a:solidFill>
            </a:endParaRPr>
          </a:p>
          <a:p>
            <a:pPr marL="1066800" lvl="1" indent="-457200" eaLnBrk="1" hangingPunct="1">
              <a:lnSpc>
                <a:spcPct val="100000"/>
              </a:lnSpc>
              <a:buSzPct val="80000"/>
              <a:buFont typeface="Wingdings" panose="05000000000000000000" charset="0"/>
              <a:buChar char=""/>
            </a:pPr>
            <a:r>
              <a:rPr lang="zh-CN" altLang="en-US" sz="2600">
                <a:sym typeface="+mn-ea"/>
              </a:rPr>
              <a:t>结构化中，数据是死的，全部依赖算法操作</a:t>
            </a:r>
            <a:endParaRPr lang="zh-CN" altLang="en-US" sz="2600"/>
          </a:p>
          <a:p>
            <a:pPr marL="1066800" lvl="1" indent="-457200" eaLnBrk="1" hangingPunct="1">
              <a:lnSpc>
                <a:spcPct val="100000"/>
              </a:lnSpc>
              <a:buSzPct val="80000"/>
              <a:buFont typeface="Wingdings" panose="05000000000000000000" charset="0"/>
              <a:buChar char=""/>
            </a:pPr>
            <a:r>
              <a:rPr lang="zh-CN" altLang="en-US" sz="2600">
                <a:solidFill>
                  <a:srgbClr val="C00000"/>
                </a:solidFill>
                <a:highlight>
                  <a:srgbClr val="FFFF00"/>
                </a:highlight>
                <a:sym typeface="+mn-ea"/>
              </a:rPr>
              <a:t>对象思维中，数据是活的，“她”知道自己的信息（属性），并能完成自己的工作（操作）</a:t>
            </a:r>
            <a:endParaRPr lang="zh-CN" altLang="en-US" sz="2600">
              <a:solidFill>
                <a:srgbClr val="C00000"/>
              </a:solidFill>
              <a:highlight>
                <a:srgbClr val="FFFF00"/>
              </a:highlight>
              <a:sym typeface="+mn-ea"/>
            </a:endParaRPr>
          </a:p>
          <a:p>
            <a:pPr marL="1066800" lvl="1" indent="-457200" eaLnBrk="1" hangingPunct="1">
              <a:lnSpc>
                <a:spcPct val="90000"/>
              </a:lnSpc>
              <a:buSzPct val="80000"/>
              <a:buFont typeface="Wingdings" panose="05000000000000000000" charset="0"/>
              <a:buChar char=""/>
            </a:pPr>
            <a:endParaRPr lang="zh-CN" altLang="en-US" sz="2600">
              <a:solidFill>
                <a:srgbClr val="FF0000"/>
              </a:solidFill>
            </a:endParaRPr>
          </a:p>
          <a:p>
            <a:pPr marL="1066800" lvl="1" indent="-457200" eaLnBrk="1" hangingPunct="1">
              <a:lnSpc>
                <a:spcPct val="100000"/>
              </a:lnSpc>
              <a:buSzPct val="80000"/>
              <a:buFont typeface="Wingdings" panose="05000000000000000000" charset="0"/>
              <a:buChar char=""/>
            </a:pPr>
            <a:r>
              <a:rPr lang="zh-CN" altLang="en-US" sz="2600">
                <a:sym typeface="+mn-ea"/>
              </a:rPr>
              <a:t>结构化思维更像是一个人在解决所有问题</a:t>
            </a:r>
            <a:endParaRPr lang="zh-CN" altLang="en-US" sz="2600"/>
          </a:p>
          <a:p>
            <a:pPr marL="1066800" lvl="1" indent="-457200" eaLnBrk="1" hangingPunct="1">
              <a:lnSpc>
                <a:spcPct val="100000"/>
              </a:lnSpc>
              <a:buSzPct val="80000"/>
              <a:buFont typeface="Wingdings" panose="05000000000000000000" charset="0"/>
              <a:buChar char=""/>
            </a:pPr>
            <a:r>
              <a:rPr lang="zh-CN" altLang="en-US" sz="2600">
                <a:solidFill>
                  <a:srgbClr val="C00000"/>
                </a:solidFill>
                <a:highlight>
                  <a:srgbClr val="FFFF00"/>
                </a:highlight>
                <a:sym typeface="+mn-ea"/>
              </a:rPr>
              <a:t>对象思维更像是一个团队的分工协作</a:t>
            </a:r>
            <a:endParaRPr lang="zh-CN" altLang="en-US" sz="2600">
              <a:solidFill>
                <a:srgbClr val="C00000"/>
              </a:solidFill>
              <a:highlight>
                <a:srgbClr val="FFFF00"/>
              </a:highlight>
            </a:endParaRPr>
          </a:p>
          <a:p>
            <a:pPr marL="1066800" lvl="1" indent="-457200" eaLnBrk="1" hangingPunct="1">
              <a:lnSpc>
                <a:spcPct val="110000"/>
              </a:lnSpc>
              <a:buFont typeface="Wingdings" panose="05000000000000000000" charset="0"/>
              <a:buChar char=""/>
              <a:defRPr/>
            </a:pPr>
            <a:endParaRPr lang="zh-CN" altLang="en-US" sz="2600"/>
          </a:p>
          <a:p>
            <a:pPr marL="457200" indent="-457200" eaLnBrk="1" hangingPunct="1">
              <a:lnSpc>
                <a:spcPct val="130000"/>
              </a:lnSpc>
              <a:buFont typeface="Arial" panose="020B0604020202090204" pitchFamily="34" charset="0"/>
              <a:buChar char="•"/>
            </a:pPr>
            <a:endParaRPr lang="zh-CN" altLang="en-US" sz="2600" dirty="0">
              <a:sym typeface="+mn-ea"/>
            </a:endParaRPr>
          </a:p>
        </p:txBody>
      </p:sp>
    </p:spTree>
  </p:cSld>
  <p:clrMapOvr>
    <a:masterClrMapping/>
  </p:clrMapOvr>
  <p:transition spd="slow">
    <p:random/>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3200" b="1" dirty="0" smtClean="0">
                <a:solidFill>
                  <a:srgbClr val="376092"/>
                </a:solidFill>
              </a:rPr>
              <a:t>1.1 </a:t>
            </a:r>
            <a:r>
              <a:rPr kumimoji="1" lang="zh-CN" altLang="en-US" sz="3200" b="1" dirty="0" smtClean="0">
                <a:solidFill>
                  <a:srgbClr val="376092"/>
                </a:solidFill>
              </a:rPr>
              <a:t>从素数问题看面向</a:t>
            </a:r>
            <a:r>
              <a:rPr kumimoji="1" lang="zh-CN" altLang="en-US" sz="3200" b="1" dirty="0" smtClean="0">
                <a:solidFill>
                  <a:srgbClr val="376092"/>
                </a:solidFill>
              </a:rPr>
              <a:t>对象</a:t>
            </a:r>
            <a:endParaRPr kumimoji="1" lang="zh-CN" altLang="en-US" sz="32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zh-CN" altLang="en-US" sz="3200" b="1" dirty="0">
                  <a:solidFill>
                    <a:schemeClr val="tx2">
                      <a:lumMod val="75000"/>
                    </a:schemeClr>
                  </a:solidFill>
                  <a:latin typeface="+mj-lt"/>
                  <a:ea typeface="黑体" panose="02010609060101010101" pitchFamily="49" charset="-122"/>
                  <a:cs typeface="+mj-lt"/>
                </a:rPr>
                <a:t>上升到面向</a:t>
              </a:r>
              <a:r>
                <a:rPr lang="zh-CN" altLang="en-US" sz="3200" b="1" dirty="0">
                  <a:solidFill>
                    <a:schemeClr val="tx2">
                      <a:lumMod val="75000"/>
                    </a:schemeClr>
                  </a:solidFill>
                  <a:latin typeface="+mj-lt"/>
                  <a:ea typeface="黑体" panose="02010609060101010101" pitchFamily="49" charset="-122"/>
                  <a:cs typeface="+mj-lt"/>
                </a:rPr>
                <a:t>对象</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5" name="文本框 4"/>
          <p:cNvSpPr txBox="1"/>
          <p:nvPr/>
        </p:nvSpPr>
        <p:spPr>
          <a:xfrm>
            <a:off x="622935" y="1773555"/>
            <a:ext cx="10724515" cy="1352550"/>
          </a:xfrm>
          <a:prstGeom prst="rect">
            <a:avLst/>
          </a:prstGeom>
          <a:noFill/>
        </p:spPr>
        <p:txBody>
          <a:bodyPr wrap="square" rtlCol="0" anchor="t">
            <a:spAutoFit/>
          </a:bodyPr>
          <a:p>
            <a:pPr marL="342900" indent="-342900" eaLnBrk="1" hangingPunct="1">
              <a:lnSpc>
                <a:spcPct val="70000"/>
              </a:lnSpc>
              <a:buFont typeface="Arial" panose="020B0604020202090204" pitchFamily="34" charset="0"/>
              <a:buChar char="•"/>
            </a:pPr>
            <a:r>
              <a:rPr lang="zh-CN" altLang="en-US" sz="2800">
                <a:sym typeface="+mn-ea"/>
              </a:rPr>
              <a:t>扬弃，非否定</a:t>
            </a:r>
            <a:endParaRPr lang="zh-CN" altLang="en-US" sz="2800" dirty="0">
              <a:sym typeface="+mn-ea"/>
            </a:endParaRPr>
          </a:p>
          <a:p>
            <a:pPr marL="1066800" lvl="1" indent="-457200" eaLnBrk="1" hangingPunct="1">
              <a:lnSpc>
                <a:spcPct val="110000"/>
              </a:lnSpc>
              <a:buFont typeface="Wingdings" panose="05000000000000000000" charset="0"/>
              <a:buChar char=""/>
              <a:defRPr/>
            </a:pPr>
            <a:endParaRPr lang="zh-CN" altLang="en-US" sz="2600"/>
          </a:p>
          <a:p>
            <a:pPr marL="457200" indent="-457200" eaLnBrk="1" hangingPunct="1">
              <a:lnSpc>
                <a:spcPct val="130000"/>
              </a:lnSpc>
              <a:buFont typeface="Arial" panose="020B0604020202090204" pitchFamily="34" charset="0"/>
              <a:buChar char="•"/>
            </a:pPr>
            <a:endParaRPr lang="zh-CN" altLang="en-US" sz="2600" dirty="0">
              <a:sym typeface="+mn-ea"/>
            </a:endParaRPr>
          </a:p>
        </p:txBody>
      </p:sp>
      <p:sp>
        <p:nvSpPr>
          <p:cNvPr id="2" name="文本框 1"/>
          <p:cNvSpPr txBox="1"/>
          <p:nvPr/>
        </p:nvSpPr>
        <p:spPr>
          <a:xfrm>
            <a:off x="8763000" y="1123315"/>
            <a:ext cx="2660015" cy="460375"/>
          </a:xfrm>
          <a:prstGeom prst="rect">
            <a:avLst/>
          </a:prstGeom>
          <a:noFill/>
        </p:spPr>
        <p:txBody>
          <a:bodyPr wrap="none" rtlCol="0" anchor="t">
            <a:spAutoFit/>
          </a:bodyPr>
          <a:p>
            <a:pPr algn="r" eaLnBrk="1" hangingPunct="1"/>
            <a:r>
              <a:rPr lang="zh-CN" altLang="en-US" b="1" i="1" dirty="0">
                <a:ea typeface="宋体" pitchFamily="2" charset="-122"/>
                <a:sym typeface="+mn-ea"/>
              </a:rPr>
              <a:t>结构化</a:t>
            </a:r>
            <a:r>
              <a:rPr lang="en-US" altLang="zh-CN" b="1" i="1" dirty="0">
                <a:ea typeface="宋体" pitchFamily="2" charset="-122"/>
                <a:sym typeface="+mn-ea"/>
              </a:rPr>
              <a:t>vs</a:t>
            </a:r>
            <a:r>
              <a:rPr lang="zh-CN" altLang="en-US" b="1" i="1" dirty="0">
                <a:ea typeface="宋体" pitchFamily="2" charset="-122"/>
                <a:sym typeface="+mn-ea"/>
              </a:rPr>
              <a:t>面向</a:t>
            </a:r>
            <a:r>
              <a:rPr lang="zh-CN" altLang="en-US" b="1" i="1" dirty="0">
                <a:ea typeface="宋体" pitchFamily="2" charset="-122"/>
                <a:sym typeface="+mn-ea"/>
              </a:rPr>
              <a:t>对象</a:t>
            </a:r>
            <a:endParaRPr lang="zh-CN" altLang="en-US" b="1" i="1" dirty="0">
              <a:ea typeface="宋体" pitchFamily="2" charset="-122"/>
              <a:sym typeface="+mn-ea"/>
            </a:endParaRPr>
          </a:p>
        </p:txBody>
      </p:sp>
      <p:graphicFrame>
        <p:nvGraphicFramePr>
          <p:cNvPr id="2050" name="Object 4"/>
          <p:cNvGraphicFramePr>
            <a:graphicFrameLocks noGrp="1" noChangeAspect="1"/>
          </p:cNvGraphicFramePr>
          <p:nvPr>
            <p:ph sz="half" idx="4294967295"/>
          </p:nvPr>
        </p:nvGraphicFramePr>
        <p:xfrm>
          <a:off x="2832100" y="5221926"/>
          <a:ext cx="2414588" cy="541337"/>
        </p:xfrm>
        <a:graphic>
          <a:graphicData uri="http://schemas.openxmlformats.org/presentationml/2006/ole">
            <mc:AlternateContent xmlns:mc="http://schemas.openxmlformats.org/markup-compatibility/2006">
              <mc:Choice xmlns:v="urn:schemas-microsoft-com:vml" Requires="v">
                <p:oleObj spid="_x0000_s2313" name="Visio" r:id="rId1" imgW="2711450" imgH="494030" progId="Visio.Drawing.6">
                  <p:embed/>
                </p:oleObj>
              </mc:Choice>
              <mc:Fallback>
                <p:oleObj name="Visio" r:id="rId1" imgW="2711450" imgH="494030" progId="Visio.Drawing.6">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2100" y="5221926"/>
                        <a:ext cx="2414588" cy="54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1" name="Object 5"/>
          <p:cNvGraphicFramePr>
            <a:graphicFrameLocks noGrp="1" noChangeAspect="1"/>
          </p:cNvGraphicFramePr>
          <p:nvPr/>
        </p:nvGraphicFramePr>
        <p:xfrm>
          <a:off x="2844168" y="2705738"/>
          <a:ext cx="2551113" cy="1654175"/>
        </p:xfrm>
        <a:graphic>
          <a:graphicData uri="http://schemas.openxmlformats.org/presentationml/2006/ole">
            <mc:AlternateContent xmlns:mc="http://schemas.openxmlformats.org/markup-compatibility/2006">
              <mc:Choice xmlns:v="urn:schemas-microsoft-com:vml" Requires="v">
                <p:oleObj spid="_x0000_s2314" name="Visio" r:id="rId3" imgW="2858770" imgH="1503045" progId="Visio.Drawing.6">
                  <p:embed/>
                </p:oleObj>
              </mc:Choice>
              <mc:Fallback>
                <p:oleObj name="Visio" r:id="rId3" imgW="2858770" imgH="1503045" progId="Visio.Drawing.6">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4168" y="2705738"/>
                        <a:ext cx="2551113" cy="165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055"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27168" y="2925128"/>
            <a:ext cx="3209925" cy="1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2057" name="AutoShape 8"/>
          <p:cNvSpPr>
            <a:spLocks noChangeArrowheads="1"/>
          </p:cNvSpPr>
          <p:nvPr/>
        </p:nvSpPr>
        <p:spPr bwMode="auto">
          <a:xfrm>
            <a:off x="5480053" y="3529651"/>
            <a:ext cx="976313" cy="485775"/>
          </a:xfrm>
          <a:prstGeom prst="rightArrow">
            <a:avLst>
              <a:gd name="adj1" fmla="val 50000"/>
              <a:gd name="adj2" fmla="val 50245"/>
            </a:avLst>
          </a:prstGeom>
          <a:solidFill>
            <a:srgbClr val="CC3300"/>
          </a:solidFill>
          <a:ln w="12700">
            <a:solidFill>
              <a:srgbClr val="CC3300"/>
            </a:solidFill>
            <a:miter lim="800000"/>
            <a:headEnd type="none" w="sm" len="sm"/>
            <a:tailEnd type="none" w="sm" len="sm"/>
          </a:ln>
        </p:spPr>
        <p:txBody>
          <a:bodyPr wrap="none" anchor="ctr"/>
          <a:p>
            <a:endParaRPr lang="zh-CN" altLang="en-US"/>
          </a:p>
        </p:txBody>
      </p:sp>
      <p:sp>
        <p:nvSpPr>
          <p:cNvPr id="2058" name="AutoShape 9"/>
          <p:cNvSpPr>
            <a:spLocks noChangeArrowheads="1"/>
          </p:cNvSpPr>
          <p:nvPr/>
        </p:nvSpPr>
        <p:spPr bwMode="auto">
          <a:xfrm>
            <a:off x="5448303" y="5133026"/>
            <a:ext cx="976313" cy="485775"/>
          </a:xfrm>
          <a:prstGeom prst="rightArrow">
            <a:avLst>
              <a:gd name="adj1" fmla="val 50000"/>
              <a:gd name="adj2" fmla="val 50245"/>
            </a:avLst>
          </a:prstGeom>
          <a:solidFill>
            <a:srgbClr val="CC3300"/>
          </a:solidFill>
          <a:ln w="12700">
            <a:solidFill>
              <a:srgbClr val="CC3300"/>
            </a:solidFill>
            <a:miter lim="800000"/>
            <a:headEnd type="none" w="sm" len="sm"/>
            <a:tailEnd type="none" w="sm" len="sm"/>
          </a:ln>
        </p:spPr>
        <p:txBody>
          <a:bodyPr wrap="none" anchor="ctr"/>
          <a:p>
            <a:endParaRPr lang="zh-CN" altLang="en-US"/>
          </a:p>
        </p:txBody>
      </p:sp>
      <p:pic>
        <p:nvPicPr>
          <p:cNvPr id="2056"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24933" y="4661853"/>
            <a:ext cx="3489325"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Tree>
  </p:cSld>
  <p:clrMapOvr>
    <a:masterClrMapping/>
  </p:clrMapOvr>
  <p:transition spd="slow">
    <p:random/>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3200" b="1" dirty="0" smtClean="0">
                <a:solidFill>
                  <a:srgbClr val="376092"/>
                </a:solidFill>
              </a:rPr>
              <a:t>1.1 </a:t>
            </a:r>
            <a:r>
              <a:rPr kumimoji="1" lang="zh-CN" altLang="en-US" sz="3200" b="1" dirty="0" smtClean="0">
                <a:solidFill>
                  <a:srgbClr val="376092"/>
                </a:solidFill>
              </a:rPr>
              <a:t>从素数问题看面向</a:t>
            </a:r>
            <a:r>
              <a:rPr kumimoji="1" lang="zh-CN" altLang="en-US" sz="3200" b="1" dirty="0" smtClean="0">
                <a:solidFill>
                  <a:srgbClr val="376092"/>
                </a:solidFill>
              </a:rPr>
              <a:t>对象</a:t>
            </a:r>
            <a:endParaRPr kumimoji="1" lang="zh-CN" altLang="en-US" sz="32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zh-CN" altLang="en-US" sz="3200" b="1" dirty="0">
                  <a:solidFill>
                    <a:schemeClr val="tx2">
                      <a:lumMod val="75000"/>
                    </a:schemeClr>
                  </a:solidFill>
                  <a:latin typeface="+mj-lt"/>
                  <a:ea typeface="黑体" panose="02010609060101010101" pitchFamily="49" charset="-122"/>
                  <a:cs typeface="+mj-lt"/>
                </a:rPr>
                <a:t>上升到面向</a:t>
              </a:r>
              <a:r>
                <a:rPr lang="zh-CN" altLang="en-US" sz="3200" b="1" dirty="0">
                  <a:solidFill>
                    <a:schemeClr val="tx2">
                      <a:lumMod val="75000"/>
                    </a:schemeClr>
                  </a:solidFill>
                  <a:latin typeface="+mj-lt"/>
                  <a:ea typeface="黑体" panose="02010609060101010101" pitchFamily="49" charset="-122"/>
                  <a:cs typeface="+mj-lt"/>
                </a:rPr>
                <a:t>对象</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5" name="文本框 4"/>
          <p:cNvSpPr txBox="1"/>
          <p:nvPr/>
        </p:nvSpPr>
        <p:spPr>
          <a:xfrm>
            <a:off x="622935" y="1773555"/>
            <a:ext cx="10724515" cy="1352550"/>
          </a:xfrm>
          <a:prstGeom prst="rect">
            <a:avLst/>
          </a:prstGeom>
          <a:noFill/>
        </p:spPr>
        <p:txBody>
          <a:bodyPr wrap="square" rtlCol="0" anchor="t">
            <a:spAutoFit/>
          </a:bodyPr>
          <a:p>
            <a:pPr marL="342900" indent="-342900" eaLnBrk="1" hangingPunct="1">
              <a:lnSpc>
                <a:spcPct val="70000"/>
              </a:lnSpc>
              <a:buFont typeface="Arial" panose="020B0604020202090204" pitchFamily="34" charset="0"/>
              <a:buChar char="•"/>
            </a:pPr>
            <a:r>
              <a:rPr lang="zh-CN" sz="2800" dirty="0">
                <a:sym typeface="+mn-ea"/>
              </a:rPr>
              <a:t>（程序）实现角度</a:t>
            </a:r>
            <a:endParaRPr lang="zh-CN" altLang="en-US" sz="2800" dirty="0">
              <a:sym typeface="+mn-ea"/>
            </a:endParaRPr>
          </a:p>
          <a:p>
            <a:pPr marL="1066800" lvl="1" indent="-457200" eaLnBrk="1" hangingPunct="1">
              <a:lnSpc>
                <a:spcPct val="110000"/>
              </a:lnSpc>
              <a:buFont typeface="Wingdings" panose="05000000000000000000" charset="0"/>
              <a:buChar char=""/>
              <a:defRPr/>
            </a:pPr>
            <a:endParaRPr lang="zh-CN" altLang="en-US" sz="2600"/>
          </a:p>
          <a:p>
            <a:pPr marL="457200" indent="-457200" eaLnBrk="1" hangingPunct="1">
              <a:lnSpc>
                <a:spcPct val="130000"/>
              </a:lnSpc>
              <a:buFont typeface="Arial" panose="020B0604020202090204" pitchFamily="34" charset="0"/>
              <a:buChar char="•"/>
            </a:pPr>
            <a:endParaRPr lang="zh-CN" altLang="en-US" sz="2600" dirty="0">
              <a:sym typeface="+mn-ea"/>
            </a:endParaRPr>
          </a:p>
        </p:txBody>
      </p:sp>
      <p:sp>
        <p:nvSpPr>
          <p:cNvPr id="2" name="文本框 1"/>
          <p:cNvSpPr txBox="1"/>
          <p:nvPr/>
        </p:nvSpPr>
        <p:spPr>
          <a:xfrm>
            <a:off x="8763000" y="1123315"/>
            <a:ext cx="2660015" cy="460375"/>
          </a:xfrm>
          <a:prstGeom prst="rect">
            <a:avLst/>
          </a:prstGeom>
          <a:noFill/>
        </p:spPr>
        <p:txBody>
          <a:bodyPr wrap="none" rtlCol="0" anchor="t">
            <a:spAutoFit/>
          </a:bodyPr>
          <a:p>
            <a:pPr algn="r" eaLnBrk="1" hangingPunct="1"/>
            <a:r>
              <a:rPr lang="zh-CN" altLang="en-US" b="1" i="1" dirty="0">
                <a:ea typeface="宋体" pitchFamily="2" charset="-122"/>
                <a:sym typeface="+mn-ea"/>
              </a:rPr>
              <a:t>结构化</a:t>
            </a:r>
            <a:r>
              <a:rPr lang="en-US" altLang="zh-CN" b="1" i="1" dirty="0">
                <a:ea typeface="宋体" pitchFamily="2" charset="-122"/>
                <a:sym typeface="+mn-ea"/>
              </a:rPr>
              <a:t>vs</a:t>
            </a:r>
            <a:r>
              <a:rPr lang="zh-CN" altLang="en-US" b="1" i="1" dirty="0">
                <a:ea typeface="宋体" pitchFamily="2" charset="-122"/>
                <a:sym typeface="+mn-ea"/>
              </a:rPr>
              <a:t>面向</a:t>
            </a:r>
            <a:r>
              <a:rPr lang="zh-CN" altLang="en-US" b="1" i="1" dirty="0">
                <a:ea typeface="宋体" pitchFamily="2" charset="-122"/>
                <a:sym typeface="+mn-ea"/>
              </a:rPr>
              <a:t>对象</a:t>
            </a:r>
            <a:endParaRPr lang="zh-CN" altLang="en-US" b="1" i="1" dirty="0">
              <a:ea typeface="宋体" pitchFamily="2" charset="-122"/>
              <a:sym typeface="+mn-ea"/>
            </a:endParaRPr>
          </a:p>
        </p:txBody>
      </p:sp>
      <p:graphicFrame>
        <p:nvGraphicFramePr>
          <p:cNvPr id="352260" name="Group 4"/>
          <p:cNvGraphicFramePr>
            <a:graphicFrameLocks noGrp="1"/>
          </p:cNvGraphicFramePr>
          <p:nvPr>
            <p:ph sz="half" idx="4294967295"/>
            <p:custDataLst>
              <p:tags r:id="rId1"/>
            </p:custDataLst>
          </p:nvPr>
        </p:nvGraphicFramePr>
        <p:xfrm>
          <a:off x="1849438" y="2446655"/>
          <a:ext cx="8064500" cy="3657600"/>
        </p:xfrm>
        <a:graphic>
          <a:graphicData uri="http://schemas.openxmlformats.org/drawingml/2006/table">
            <a:tbl>
              <a:tblPr/>
              <a:tblGrid>
                <a:gridCol w="3863975"/>
                <a:gridCol w="4200525"/>
              </a:tblGrid>
              <a:tr h="457200">
                <a:tc>
                  <a:txBody>
                    <a:bodyPr/>
                    <a:p>
                      <a:pPr marL="0" marR="0" lvl="0" indent="0" algn="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数据结构</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算法＝程序设计</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anchor="ctr" horzOverflow="overflow">
                    <a:lnL cap="flat">
                      <a:noFill/>
                    </a:lnL>
                    <a:lnR cap="flat">
                      <a:noFill/>
                    </a:lnR>
                    <a:lnT cap="flat">
                      <a:noFill/>
                    </a:lnT>
                    <a:lnB w="3175" cap="flat" cmpd="sng" algn="ctr">
                      <a:solidFill>
                        <a:srgbClr val="FF3300"/>
                      </a:solidFill>
                      <a:prstDash val="solid"/>
                      <a:round/>
                      <a:headEnd type="none" w="sm" len="sm"/>
                      <a:tailEnd type="none" w="sm" len="sm"/>
                    </a:lnB>
                    <a:lnTlToBr>
                      <a:noFill/>
                    </a:lnTlToBr>
                    <a:lnBlToTr>
                      <a:noFill/>
                    </a:lnBlToTr>
                    <a:solidFill>
                      <a:schemeClr val="accent4">
                        <a:lumMod val="40000"/>
                        <a:lumOff val="6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以</a:t>
                      </a:r>
                      <a:r>
                        <a:rPr kumimoji="1" lang="zh-CN" altLang="en-US" sz="2400" b="1" i="0" u="none" strike="noStrike" cap="none" normalizeH="0" baseline="0">
                          <a:ln>
                            <a:noFill/>
                          </a:ln>
                          <a:solidFill>
                            <a:srgbClr val="C00000"/>
                          </a:solidFill>
                          <a:effectLst/>
                          <a:latin typeface="Tahoma" panose="020B0804030504040204" pitchFamily="34" charset="0"/>
                          <a:ea typeface="宋体" pitchFamily="2" charset="-122"/>
                        </a:rPr>
                        <a:t>对象</a:t>
                      </a: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为中心组织数据与操作</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horzOverflow="overflow">
                    <a:lnL cap="flat">
                      <a:noFill/>
                    </a:lnL>
                    <a:lnR cap="flat">
                      <a:noFill/>
                    </a:lnR>
                    <a:lnT cap="flat">
                      <a:noFill/>
                    </a:lnT>
                    <a:lnB w="3175" cap="flat" cmpd="sng" algn="ctr">
                      <a:solidFill>
                        <a:srgbClr val="FF3300"/>
                      </a:solidFill>
                      <a:prstDash val="solid"/>
                      <a:round/>
                      <a:headEnd type="none" w="sm" len="sm"/>
                      <a:tailEnd type="none" w="sm" len="sm"/>
                    </a:lnB>
                    <a:lnTlToBr>
                      <a:noFill/>
                    </a:lnTlToBr>
                    <a:lnBlToTr>
                      <a:noFill/>
                    </a:lnBlToTr>
                    <a:solidFill>
                      <a:schemeClr val="accent4">
                        <a:lumMod val="40000"/>
                        <a:lumOff val="60000"/>
                      </a:schemeClr>
                    </a:solidFill>
                  </a:tcPr>
                </a:tc>
              </a:tr>
              <a:tr h="428625">
                <a:tc>
                  <a:txBody>
                    <a:bodyPr/>
                    <a:p>
                      <a:pPr marL="0" marR="0" lvl="0" indent="0" algn="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数据</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anchor="ctr" horzOverflow="overflow">
                    <a:lnL cap="flat">
                      <a:noFill/>
                    </a:lnL>
                    <a:lnR cap="flat">
                      <a:noFill/>
                    </a:lnR>
                    <a:lnT w="3175" cap="flat" cmpd="sng" algn="ctr">
                      <a:solidFill>
                        <a:srgbClr val="FF3300"/>
                      </a:solidFill>
                      <a:prstDash val="solid"/>
                      <a:round/>
                      <a:headEnd type="none" w="sm" len="sm"/>
                      <a:tailEnd type="none" w="sm" len="sm"/>
                    </a:lnT>
                    <a:lnB w="3175" cap="flat" cmpd="sng" algn="ctr">
                      <a:solidFill>
                        <a:srgbClr val="FF3300"/>
                      </a:solidFill>
                      <a:prstDash val="solid"/>
                      <a:round/>
                      <a:headEnd type="none" w="sm" len="sm"/>
                      <a:tailEnd type="none" w="sm" len="sm"/>
                    </a:lnB>
                    <a:lnTlToBr>
                      <a:noFill/>
                    </a:lnTlToBr>
                    <a:lnBlToTr>
                      <a:noFill/>
                    </a:lnBlToTr>
                    <a:solidFill>
                      <a:schemeClr val="accent4">
                        <a:lumMod val="40000"/>
                        <a:lumOff val="6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对象属性</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horzOverflow="overflow">
                    <a:lnL cap="flat">
                      <a:noFill/>
                    </a:lnL>
                    <a:lnR cap="flat">
                      <a:noFill/>
                    </a:lnR>
                    <a:lnT w="3175" cap="flat" cmpd="sng" algn="ctr">
                      <a:solidFill>
                        <a:srgbClr val="FF3300"/>
                      </a:solidFill>
                      <a:prstDash val="solid"/>
                      <a:round/>
                      <a:headEnd type="none" w="sm" len="sm"/>
                      <a:tailEnd type="none" w="sm" len="sm"/>
                    </a:lnT>
                    <a:lnB w="3175" cap="flat" cmpd="sng" algn="ctr">
                      <a:solidFill>
                        <a:srgbClr val="FF3300"/>
                      </a:solidFill>
                      <a:prstDash val="solid"/>
                      <a:round/>
                      <a:headEnd type="none" w="sm" len="sm"/>
                      <a:tailEnd type="none" w="sm" len="sm"/>
                    </a:lnB>
                    <a:lnTlToBr>
                      <a:noFill/>
                    </a:lnTlToBr>
                    <a:lnBlToTr>
                      <a:noFill/>
                    </a:lnBlToTr>
                    <a:solidFill>
                      <a:schemeClr val="accent4">
                        <a:lumMod val="40000"/>
                        <a:lumOff val="60000"/>
                      </a:schemeClr>
                    </a:solidFill>
                  </a:tcPr>
                </a:tc>
              </a:tr>
              <a:tr h="428625">
                <a:tc>
                  <a:txBody>
                    <a:bodyPr/>
                    <a:p>
                      <a:pPr marL="0" marR="0" lvl="0" indent="0" algn="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操作</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anchor="ctr" horzOverflow="overflow">
                    <a:lnL cap="flat">
                      <a:noFill/>
                    </a:lnL>
                    <a:lnR cap="flat">
                      <a:noFill/>
                    </a:lnR>
                    <a:lnT w="3175" cap="flat" cmpd="sng" algn="ctr">
                      <a:solidFill>
                        <a:srgbClr val="FF3300"/>
                      </a:solidFill>
                      <a:prstDash val="solid"/>
                      <a:round/>
                      <a:headEnd type="none" w="sm" len="sm"/>
                      <a:tailEnd type="none" w="sm" len="sm"/>
                    </a:lnT>
                    <a:lnB w="3175" cap="flat" cmpd="sng" algn="ctr">
                      <a:solidFill>
                        <a:srgbClr val="FF3300"/>
                      </a:solidFill>
                      <a:prstDash val="solid"/>
                      <a:round/>
                      <a:headEnd type="none" w="sm" len="sm"/>
                      <a:tailEnd type="none" w="sm" len="sm"/>
                    </a:lnB>
                    <a:lnTlToBr>
                      <a:noFill/>
                    </a:lnTlToBr>
                    <a:lnBlToTr>
                      <a:noFill/>
                    </a:lnBlToTr>
                    <a:solidFill>
                      <a:schemeClr val="accent4">
                        <a:lumMod val="40000"/>
                        <a:lumOff val="6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对象的行为</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horzOverflow="overflow">
                    <a:lnL cap="flat">
                      <a:noFill/>
                    </a:lnL>
                    <a:lnR cap="flat">
                      <a:noFill/>
                    </a:lnR>
                    <a:lnT w="3175" cap="flat" cmpd="sng" algn="ctr">
                      <a:solidFill>
                        <a:srgbClr val="FF3300"/>
                      </a:solidFill>
                      <a:prstDash val="solid"/>
                      <a:round/>
                      <a:headEnd type="none" w="sm" len="sm"/>
                      <a:tailEnd type="none" w="sm" len="sm"/>
                    </a:lnT>
                    <a:lnB w="3175" cap="flat" cmpd="sng" algn="ctr">
                      <a:solidFill>
                        <a:srgbClr val="FF3300"/>
                      </a:solidFill>
                      <a:prstDash val="solid"/>
                      <a:round/>
                      <a:headEnd type="none" w="sm" len="sm"/>
                      <a:tailEnd type="none" w="sm" len="sm"/>
                    </a:lnB>
                    <a:lnTlToBr>
                      <a:noFill/>
                    </a:lnTlToBr>
                    <a:lnBlToTr>
                      <a:noFill/>
                    </a:lnBlToTr>
                    <a:solidFill>
                      <a:schemeClr val="accent4">
                        <a:lumMod val="40000"/>
                        <a:lumOff val="60000"/>
                      </a:schemeClr>
                    </a:solidFill>
                  </a:tcPr>
                </a:tc>
              </a:tr>
              <a:tr h="430213">
                <a:tc>
                  <a:txBody>
                    <a:bodyPr/>
                    <a:p>
                      <a:pPr marL="0" marR="0" lvl="0" indent="0" algn="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类型与变量</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anchor="ctr" horzOverflow="overflow">
                    <a:lnL cap="flat">
                      <a:noFill/>
                    </a:lnL>
                    <a:lnR cap="flat">
                      <a:noFill/>
                    </a:lnR>
                    <a:lnT w="3175" cap="flat" cmpd="sng" algn="ctr">
                      <a:solidFill>
                        <a:srgbClr val="FF3300"/>
                      </a:solidFill>
                      <a:prstDash val="solid"/>
                      <a:round/>
                      <a:headEnd type="none" w="sm" len="sm"/>
                      <a:tailEnd type="none" w="sm" len="sm"/>
                    </a:lnT>
                    <a:lnB w="3175" cap="flat" cmpd="sng" algn="ctr">
                      <a:solidFill>
                        <a:srgbClr val="FF3300"/>
                      </a:solidFill>
                      <a:prstDash val="solid"/>
                      <a:round/>
                      <a:headEnd type="none" w="sm" len="sm"/>
                      <a:tailEnd type="none" w="sm" len="sm"/>
                    </a:lnB>
                    <a:lnTlToBr>
                      <a:noFill/>
                    </a:lnTlToBr>
                    <a:lnBlToTr>
                      <a:noFill/>
                    </a:lnBlToTr>
                    <a:solidFill>
                      <a:schemeClr val="accent4">
                        <a:lumMod val="40000"/>
                        <a:lumOff val="6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类与对象实例</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horzOverflow="overflow">
                    <a:lnL cap="flat">
                      <a:noFill/>
                    </a:lnL>
                    <a:lnR cap="flat">
                      <a:noFill/>
                    </a:lnR>
                    <a:lnT w="3175" cap="flat" cmpd="sng" algn="ctr">
                      <a:solidFill>
                        <a:srgbClr val="FF3300"/>
                      </a:solidFill>
                      <a:prstDash val="solid"/>
                      <a:round/>
                      <a:headEnd type="none" w="sm" len="sm"/>
                      <a:tailEnd type="none" w="sm" len="sm"/>
                    </a:lnT>
                    <a:lnB w="3175" cap="flat" cmpd="sng" algn="ctr">
                      <a:solidFill>
                        <a:srgbClr val="FF3300"/>
                      </a:solidFill>
                      <a:prstDash val="solid"/>
                      <a:round/>
                      <a:headEnd type="none" w="sm" len="sm"/>
                      <a:tailEnd type="none" w="sm" len="sm"/>
                    </a:lnB>
                    <a:lnTlToBr>
                      <a:noFill/>
                    </a:lnTlToBr>
                    <a:lnBlToTr>
                      <a:noFill/>
                    </a:lnBlToTr>
                    <a:solidFill>
                      <a:schemeClr val="accent4">
                        <a:lumMod val="40000"/>
                        <a:lumOff val="60000"/>
                      </a:schemeClr>
                    </a:solidFill>
                  </a:tcPr>
                </a:tc>
              </a:tr>
              <a:tr h="428625">
                <a:tc>
                  <a:txBody>
                    <a:bodyPr/>
                    <a:p>
                      <a:pPr marL="0" marR="0" lvl="0" indent="0" algn="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函数（过程）调用</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anchor="ctr" horzOverflow="overflow">
                    <a:lnL cap="flat">
                      <a:noFill/>
                    </a:lnL>
                    <a:lnR cap="flat">
                      <a:noFill/>
                    </a:lnR>
                    <a:lnT w="3175" cap="flat" cmpd="sng" algn="ctr">
                      <a:solidFill>
                        <a:srgbClr val="FF3300"/>
                      </a:solidFill>
                      <a:prstDash val="solid"/>
                      <a:round/>
                      <a:headEnd type="none" w="sm" len="sm"/>
                      <a:tailEnd type="none" w="sm" len="sm"/>
                    </a:lnT>
                    <a:lnB w="3175" cap="flat" cmpd="sng" algn="ctr">
                      <a:solidFill>
                        <a:srgbClr val="FF3300"/>
                      </a:solidFill>
                      <a:prstDash val="solid"/>
                      <a:round/>
                      <a:headEnd type="none" w="sm" len="sm"/>
                      <a:tailEnd type="none" w="sm" len="sm"/>
                    </a:lnB>
                    <a:lnTlToBr>
                      <a:noFill/>
                    </a:lnTlToBr>
                    <a:lnBlToTr>
                      <a:noFill/>
                    </a:lnBlToTr>
                    <a:solidFill>
                      <a:schemeClr val="accent4">
                        <a:lumMod val="40000"/>
                        <a:lumOff val="6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rgbClr val="C00000"/>
                          </a:solidFill>
                          <a:effectLst/>
                          <a:latin typeface="Tahoma" panose="020B0804030504040204" pitchFamily="34" charset="0"/>
                          <a:ea typeface="宋体" pitchFamily="2" charset="-122"/>
                        </a:rPr>
                        <a:t>消息传递</a:t>
                      </a:r>
                      <a:endParaRPr kumimoji="1" lang="zh-CN" altLang="en-US" sz="2400" b="1" i="0" u="none" strike="noStrike" cap="none" normalizeH="0" baseline="0">
                        <a:ln>
                          <a:noFill/>
                        </a:ln>
                        <a:solidFill>
                          <a:srgbClr val="C00000"/>
                        </a:solidFill>
                        <a:effectLst/>
                        <a:latin typeface="Tahoma" panose="020B0804030504040204" pitchFamily="34" charset="0"/>
                        <a:ea typeface="宋体" pitchFamily="2" charset="-122"/>
                      </a:endParaRPr>
                    </a:p>
                  </a:txBody>
                  <a:tcPr horzOverflow="overflow">
                    <a:lnL cap="flat">
                      <a:noFill/>
                    </a:lnL>
                    <a:lnR cap="flat">
                      <a:noFill/>
                    </a:lnR>
                    <a:lnT w="3175" cap="flat" cmpd="sng" algn="ctr">
                      <a:solidFill>
                        <a:srgbClr val="FF3300"/>
                      </a:solidFill>
                      <a:prstDash val="solid"/>
                      <a:round/>
                      <a:headEnd type="none" w="sm" len="sm"/>
                      <a:tailEnd type="none" w="sm" len="sm"/>
                    </a:lnT>
                    <a:lnB w="3175" cap="flat" cmpd="sng" algn="ctr">
                      <a:solidFill>
                        <a:srgbClr val="FF3300"/>
                      </a:solidFill>
                      <a:prstDash val="solid"/>
                      <a:round/>
                      <a:headEnd type="none" w="sm" len="sm"/>
                      <a:tailEnd type="none" w="sm" len="sm"/>
                    </a:lnB>
                    <a:lnTlToBr>
                      <a:noFill/>
                    </a:lnTlToBr>
                    <a:lnBlToTr>
                      <a:noFill/>
                    </a:lnBlToTr>
                    <a:solidFill>
                      <a:schemeClr val="accent4">
                        <a:lumMod val="40000"/>
                        <a:lumOff val="60000"/>
                      </a:schemeClr>
                    </a:solidFill>
                  </a:tcPr>
                </a:tc>
              </a:tr>
              <a:tr h="428625">
                <a:tc>
                  <a:txBody>
                    <a:bodyPr/>
                    <a:p>
                      <a:pPr marL="0" marR="0" lvl="0" indent="0" algn="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类型与子类型</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anchor="ctr" horzOverflow="overflow">
                    <a:lnL cap="flat">
                      <a:noFill/>
                    </a:lnL>
                    <a:lnR cap="flat">
                      <a:noFill/>
                    </a:lnR>
                    <a:lnT w="3175" cap="flat" cmpd="sng" algn="ctr">
                      <a:solidFill>
                        <a:srgbClr val="FF3300"/>
                      </a:solidFill>
                      <a:prstDash val="solid"/>
                      <a:round/>
                      <a:headEnd type="none" w="sm" len="sm"/>
                      <a:tailEnd type="none" w="sm" len="sm"/>
                    </a:lnT>
                    <a:lnB w="3175" cap="flat" cmpd="sng" algn="ctr">
                      <a:solidFill>
                        <a:srgbClr val="FF3300"/>
                      </a:solidFill>
                      <a:prstDash val="solid"/>
                      <a:round/>
                      <a:headEnd type="none" w="sm" len="sm"/>
                      <a:tailEnd type="none" w="sm" len="sm"/>
                    </a:lnB>
                    <a:lnTlToBr>
                      <a:noFill/>
                    </a:lnTlToBr>
                    <a:lnBlToTr>
                      <a:noFill/>
                    </a:lnBlToTr>
                    <a:solidFill>
                      <a:schemeClr val="accent4">
                        <a:lumMod val="40000"/>
                        <a:lumOff val="6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一般类与特殊类，继承</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horzOverflow="overflow">
                    <a:lnL cap="flat">
                      <a:noFill/>
                    </a:lnL>
                    <a:lnR cap="flat">
                      <a:noFill/>
                    </a:lnR>
                    <a:lnT w="3175" cap="flat" cmpd="sng" algn="ctr">
                      <a:solidFill>
                        <a:srgbClr val="FF3300"/>
                      </a:solidFill>
                      <a:prstDash val="solid"/>
                      <a:round/>
                      <a:headEnd type="none" w="sm" len="sm"/>
                      <a:tailEnd type="none" w="sm" len="sm"/>
                    </a:lnT>
                    <a:lnB w="3175" cap="flat" cmpd="sng" algn="ctr">
                      <a:solidFill>
                        <a:srgbClr val="FF3300"/>
                      </a:solidFill>
                      <a:prstDash val="solid"/>
                      <a:round/>
                      <a:headEnd type="none" w="sm" len="sm"/>
                      <a:tailEnd type="none" w="sm" len="sm"/>
                    </a:lnB>
                    <a:lnTlToBr>
                      <a:noFill/>
                    </a:lnTlToBr>
                    <a:lnBlToTr>
                      <a:noFill/>
                    </a:lnBlToTr>
                    <a:solidFill>
                      <a:schemeClr val="accent4">
                        <a:lumMod val="40000"/>
                        <a:lumOff val="60000"/>
                      </a:schemeClr>
                    </a:solidFill>
                  </a:tcPr>
                </a:tc>
              </a:tr>
              <a:tr h="428625">
                <a:tc>
                  <a:txBody>
                    <a:bodyPr/>
                    <a:p>
                      <a:pPr marL="0" marR="0" lvl="0" indent="0" algn="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构造类型</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anchor="ctr" horzOverflow="overflow">
                    <a:lnL cap="flat">
                      <a:noFill/>
                    </a:lnL>
                    <a:lnR cap="flat">
                      <a:noFill/>
                    </a:lnR>
                    <a:lnT w="3175" cap="flat" cmpd="sng" algn="ctr">
                      <a:solidFill>
                        <a:srgbClr val="FF3300"/>
                      </a:solidFill>
                      <a:prstDash val="solid"/>
                      <a:round/>
                      <a:headEnd type="none" w="sm" len="sm"/>
                      <a:tailEnd type="none" w="sm" len="sm"/>
                    </a:lnT>
                    <a:lnB w="3175" cap="flat" cmpd="sng" algn="ctr">
                      <a:solidFill>
                        <a:srgbClr val="FF3300"/>
                      </a:solidFill>
                      <a:prstDash val="solid"/>
                      <a:round/>
                      <a:headEnd type="none" w="sm" len="sm"/>
                      <a:tailEnd type="none" w="sm" len="sm"/>
                    </a:lnB>
                    <a:lnTlToBr>
                      <a:noFill/>
                    </a:lnTlToBr>
                    <a:lnBlToTr>
                      <a:noFill/>
                    </a:lnBlToTr>
                    <a:solidFill>
                      <a:schemeClr val="accent4">
                        <a:lumMod val="40000"/>
                        <a:lumOff val="6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整体－部分结构，聚合</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horzOverflow="overflow">
                    <a:lnL cap="flat">
                      <a:noFill/>
                    </a:lnL>
                    <a:lnR cap="flat">
                      <a:noFill/>
                    </a:lnR>
                    <a:lnT w="3175" cap="flat" cmpd="sng" algn="ctr">
                      <a:solidFill>
                        <a:srgbClr val="FF3300"/>
                      </a:solidFill>
                      <a:prstDash val="solid"/>
                      <a:round/>
                      <a:headEnd type="none" w="sm" len="sm"/>
                      <a:tailEnd type="none" w="sm" len="sm"/>
                    </a:lnT>
                    <a:lnB w="3175" cap="flat" cmpd="sng" algn="ctr">
                      <a:solidFill>
                        <a:srgbClr val="FF3300"/>
                      </a:solidFill>
                      <a:prstDash val="solid"/>
                      <a:round/>
                      <a:headEnd type="none" w="sm" len="sm"/>
                      <a:tailEnd type="none" w="sm" len="sm"/>
                    </a:lnB>
                    <a:lnTlToBr>
                      <a:noFill/>
                    </a:lnTlToBr>
                    <a:lnBlToTr>
                      <a:noFill/>
                    </a:lnBlToTr>
                    <a:solidFill>
                      <a:schemeClr val="accent4">
                        <a:lumMod val="40000"/>
                        <a:lumOff val="60000"/>
                      </a:schemeClr>
                    </a:solidFill>
                  </a:tcPr>
                </a:tc>
              </a:tr>
              <a:tr h="428625">
                <a:tc>
                  <a:txBody>
                    <a:bodyPr/>
                    <a:p>
                      <a:pPr marL="0" marR="0" lvl="0" indent="0" algn="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指针</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anchor="ctr" horzOverflow="overflow">
                    <a:lnL cap="flat">
                      <a:noFill/>
                    </a:lnL>
                    <a:lnR cap="flat">
                      <a:noFill/>
                    </a:lnR>
                    <a:lnT w="3175" cap="flat" cmpd="sng" algn="ctr">
                      <a:solidFill>
                        <a:srgbClr val="FF3300"/>
                      </a:solidFill>
                      <a:prstDash val="solid"/>
                      <a:round/>
                      <a:headEnd type="none" w="sm" len="sm"/>
                      <a:tailEnd type="none" w="sm" len="sm"/>
                    </a:lnT>
                    <a:lnB w="3175" cap="flat" cmpd="sng" algn="ctr">
                      <a:solidFill>
                        <a:srgbClr val="FF3300"/>
                      </a:solidFill>
                      <a:prstDash val="solid"/>
                      <a:round/>
                      <a:headEnd type="none" w="sm" len="sm"/>
                      <a:tailEnd type="none" w="sm" len="sm"/>
                    </a:lnB>
                    <a:lnTlToBr>
                      <a:noFill/>
                    </a:lnTlToBr>
                    <a:lnBlToTr>
                      <a:noFill/>
                    </a:lnBlToTr>
                    <a:solidFill>
                      <a:schemeClr val="accent4">
                        <a:lumMod val="40000"/>
                        <a:lumOff val="6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关联</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horzOverflow="overflow">
                    <a:lnL cap="flat">
                      <a:noFill/>
                    </a:lnL>
                    <a:lnR cap="flat">
                      <a:noFill/>
                    </a:lnR>
                    <a:lnT w="3175" cap="flat" cmpd="sng" algn="ctr">
                      <a:solidFill>
                        <a:srgbClr val="FF3300"/>
                      </a:solidFill>
                      <a:prstDash val="solid"/>
                      <a:round/>
                      <a:headEnd type="none" w="sm" len="sm"/>
                      <a:tailEnd type="none" w="sm" len="sm"/>
                    </a:lnT>
                    <a:lnB w="3175" cap="flat" cmpd="sng" algn="ctr">
                      <a:solidFill>
                        <a:srgbClr val="FF3300"/>
                      </a:solidFill>
                      <a:prstDash val="solid"/>
                      <a:round/>
                      <a:headEnd type="none" w="sm" len="sm"/>
                      <a:tailEnd type="none" w="sm" len="sm"/>
                    </a:lnB>
                    <a:lnTlToBr>
                      <a:noFill/>
                    </a:lnTlToBr>
                    <a:lnBlToTr>
                      <a:noFill/>
                    </a:lnBlToTr>
                    <a:solidFill>
                      <a:schemeClr val="accent4">
                        <a:lumMod val="40000"/>
                        <a:lumOff val="60000"/>
                      </a:schemeClr>
                    </a:solidFill>
                  </a:tcPr>
                </a:tc>
              </a:tr>
            </a:tbl>
          </a:graphicData>
        </a:graphic>
      </p:graphicFrame>
      <p:sp>
        <p:nvSpPr>
          <p:cNvPr id="27678" name="Rectangle 33"/>
          <p:cNvSpPr>
            <a:spLocks noChangeArrowheads="1"/>
          </p:cNvSpPr>
          <p:nvPr/>
        </p:nvSpPr>
        <p:spPr bwMode="auto">
          <a:xfrm>
            <a:off x="5663251" y="2368233"/>
            <a:ext cx="142875" cy="3663950"/>
          </a:xfrm>
          <a:prstGeom prst="rect">
            <a:avLst/>
          </a:prstGeom>
          <a:solidFill>
            <a:srgbClr val="92D05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p>
            <a:endParaRPr lang="zh-CN" altLang="en-US"/>
          </a:p>
        </p:txBody>
      </p:sp>
    </p:spTree>
  </p:cSld>
  <p:clrMapOvr>
    <a:masterClrMapping/>
  </p:clrMapOvr>
  <p:transition spd="slow">
    <p:random/>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3200" b="1" dirty="0" smtClean="0">
                <a:solidFill>
                  <a:srgbClr val="376092"/>
                </a:solidFill>
              </a:rPr>
              <a:t>1.1 </a:t>
            </a:r>
            <a:r>
              <a:rPr kumimoji="1" lang="zh-CN" altLang="en-US" sz="3200" b="1" dirty="0" smtClean="0">
                <a:solidFill>
                  <a:srgbClr val="376092"/>
                </a:solidFill>
              </a:rPr>
              <a:t>从素数问题看面向</a:t>
            </a:r>
            <a:r>
              <a:rPr kumimoji="1" lang="zh-CN" altLang="en-US" sz="3200" b="1" dirty="0" smtClean="0">
                <a:solidFill>
                  <a:srgbClr val="376092"/>
                </a:solidFill>
              </a:rPr>
              <a:t>对象</a:t>
            </a:r>
            <a:endParaRPr kumimoji="1" lang="zh-CN" altLang="en-US" sz="32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zh-CN" altLang="en-US" sz="3200" b="1" dirty="0">
                  <a:solidFill>
                    <a:schemeClr val="tx2">
                      <a:lumMod val="75000"/>
                    </a:schemeClr>
                  </a:solidFill>
                  <a:latin typeface="+mj-lt"/>
                  <a:ea typeface="黑体" panose="02010609060101010101" pitchFamily="49" charset="-122"/>
                  <a:cs typeface="+mj-lt"/>
                </a:rPr>
                <a:t>上升到面向</a:t>
              </a:r>
              <a:r>
                <a:rPr lang="zh-CN" altLang="en-US" sz="3200" b="1" dirty="0">
                  <a:solidFill>
                    <a:schemeClr val="tx2">
                      <a:lumMod val="75000"/>
                    </a:schemeClr>
                  </a:solidFill>
                  <a:latin typeface="+mj-lt"/>
                  <a:ea typeface="黑体" panose="02010609060101010101" pitchFamily="49" charset="-122"/>
                  <a:cs typeface="+mj-lt"/>
                </a:rPr>
                <a:t>对象</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5" name="文本框 4"/>
          <p:cNvSpPr txBox="1"/>
          <p:nvPr/>
        </p:nvSpPr>
        <p:spPr>
          <a:xfrm>
            <a:off x="622935" y="1773555"/>
            <a:ext cx="10724515" cy="1911985"/>
          </a:xfrm>
          <a:prstGeom prst="rect">
            <a:avLst/>
          </a:prstGeom>
          <a:noFill/>
        </p:spPr>
        <p:txBody>
          <a:bodyPr wrap="square" rtlCol="0" anchor="t">
            <a:spAutoFit/>
          </a:bodyPr>
          <a:p>
            <a:pPr marL="342900" indent="-342900" eaLnBrk="1" hangingPunct="1">
              <a:lnSpc>
                <a:spcPct val="130000"/>
              </a:lnSpc>
              <a:buFont typeface="Arial" panose="020B0604020202090204" pitchFamily="34" charset="0"/>
              <a:buChar char="•"/>
            </a:pPr>
            <a:r>
              <a:rPr lang="zh-CN" altLang="en-US" sz="2800" dirty="0">
                <a:sym typeface="+mn-ea"/>
              </a:rPr>
              <a:t>总结：</a:t>
            </a:r>
            <a:r>
              <a:rPr lang="zh-CN" altLang="en-US" sz="2800">
                <a:sym typeface="+mn-ea"/>
              </a:rPr>
              <a:t>结构化</a:t>
            </a:r>
            <a:r>
              <a:rPr lang="en-US" altLang="zh-CN" sz="2800">
                <a:sym typeface="+mn-ea"/>
              </a:rPr>
              <a:t>VS</a:t>
            </a:r>
            <a:r>
              <a:rPr lang="zh-CN" altLang="en-US" sz="2800">
                <a:sym typeface="+mn-ea"/>
              </a:rPr>
              <a:t>面向对象</a:t>
            </a:r>
            <a:endParaRPr lang="zh-CN" altLang="en-US" sz="2800">
              <a:sym typeface="+mn-ea"/>
            </a:endParaRPr>
          </a:p>
          <a:p>
            <a:pPr marL="342900" indent="-342900" eaLnBrk="1" hangingPunct="1">
              <a:lnSpc>
                <a:spcPct val="70000"/>
              </a:lnSpc>
              <a:buFont typeface="Arial" panose="020B0604020202090204" pitchFamily="34" charset="0"/>
              <a:buChar char="•"/>
            </a:pPr>
            <a:endParaRPr lang="zh-CN" altLang="en-US" sz="2800" dirty="0">
              <a:sym typeface="+mn-ea"/>
            </a:endParaRPr>
          </a:p>
          <a:p>
            <a:pPr marL="1066800" lvl="1" indent="-457200" eaLnBrk="1" hangingPunct="1">
              <a:lnSpc>
                <a:spcPct val="110000"/>
              </a:lnSpc>
              <a:buFont typeface="Wingdings" panose="05000000000000000000" charset="0"/>
              <a:buChar char=""/>
              <a:defRPr/>
            </a:pPr>
            <a:endParaRPr lang="zh-CN" altLang="en-US" sz="2600"/>
          </a:p>
          <a:p>
            <a:pPr marL="457200" indent="-457200" eaLnBrk="1" hangingPunct="1">
              <a:lnSpc>
                <a:spcPct val="130000"/>
              </a:lnSpc>
              <a:buFont typeface="Arial" panose="020B0604020202090204" pitchFamily="34" charset="0"/>
              <a:buChar char="•"/>
            </a:pPr>
            <a:endParaRPr lang="zh-CN" altLang="en-US" sz="2600" dirty="0">
              <a:sym typeface="+mn-ea"/>
            </a:endParaRPr>
          </a:p>
        </p:txBody>
      </p:sp>
      <p:graphicFrame>
        <p:nvGraphicFramePr>
          <p:cNvPr id="7" name="Group 3"/>
          <p:cNvGraphicFramePr>
            <a:graphicFrameLocks noGrp="1"/>
          </p:cNvGraphicFramePr>
          <p:nvPr>
            <p:ph idx="1"/>
            <p:custDataLst>
              <p:tags r:id="rId1"/>
            </p:custDataLst>
          </p:nvPr>
        </p:nvGraphicFramePr>
        <p:xfrm>
          <a:off x="1089660" y="1900555"/>
          <a:ext cx="9184640" cy="4827270"/>
        </p:xfrm>
        <a:graphic>
          <a:graphicData uri="http://schemas.openxmlformats.org/drawingml/2006/table">
            <a:tbl>
              <a:tblPr/>
              <a:tblGrid>
                <a:gridCol w="1205230"/>
                <a:gridCol w="3388995"/>
                <a:gridCol w="4590415"/>
              </a:tblGrid>
              <a:tr h="365760">
                <a:tc>
                  <a:txBody>
                    <a:bodyPr/>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endParaRPr kumimoji="1" lang="zh-CN" altLang="en-US" sz="1800" b="1" i="0" u="none" strike="noStrike" cap="none" normalizeH="0" baseline="0" dirty="0">
                        <a:ln>
                          <a:noFill/>
                        </a:ln>
                        <a:solidFill>
                          <a:srgbClr val="800000"/>
                        </a:solidFill>
                        <a:effectLst/>
                        <a:latin typeface="Tahoma" panose="020B0804030504040204" pitchFamily="34" charset="0"/>
                        <a:ea typeface="宋体" pitchFamily="2" charset="-122"/>
                      </a:endParaRPr>
                    </a:p>
                  </a:txBody>
                  <a:tcPr marL="109913" marR="109913" marT="45716" marB="45716"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4">
                        <a:lumMod val="40000"/>
                        <a:lumOff val="60000"/>
                      </a:schemeClr>
                    </a:solidFill>
                  </a:tcPr>
                </a:tc>
                <a:tc>
                  <a:txBody>
                    <a:bodyPr/>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1800" b="1" i="0" u="none" strike="noStrike" cap="none" normalizeH="0" baseline="0">
                          <a:ln>
                            <a:noFill/>
                          </a:ln>
                          <a:solidFill>
                            <a:srgbClr val="800000"/>
                          </a:solidFill>
                          <a:effectLst/>
                          <a:latin typeface="Tahoma" panose="020B0804030504040204" pitchFamily="34" charset="0"/>
                          <a:ea typeface="宋体" pitchFamily="2" charset="-122"/>
                        </a:rPr>
                        <a:t>传统结构化方法</a:t>
                      </a:r>
                      <a:endParaRPr kumimoji="1" lang="zh-CN" altLang="en-US" sz="1800" b="1" i="0" u="none" strike="noStrike" cap="none" normalizeH="0" baseline="0">
                        <a:ln>
                          <a:noFill/>
                        </a:ln>
                        <a:solidFill>
                          <a:srgbClr val="800000"/>
                        </a:solidFill>
                        <a:effectLst/>
                        <a:latin typeface="Tahoma" panose="020B0804030504040204" pitchFamily="34" charset="0"/>
                        <a:ea typeface="宋体" pitchFamily="2" charset="-122"/>
                      </a:endParaRPr>
                    </a:p>
                  </a:txBody>
                  <a:tcPr marL="109913" marR="109913" marT="45716" marB="45716"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4">
                        <a:lumMod val="40000"/>
                        <a:lumOff val="60000"/>
                      </a:schemeClr>
                    </a:solidFill>
                  </a:tcPr>
                </a:tc>
                <a:tc>
                  <a:txBody>
                    <a:bodyPr/>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1800" b="1" i="0" u="none" strike="noStrike" cap="none" normalizeH="0" baseline="0">
                          <a:ln>
                            <a:noFill/>
                          </a:ln>
                          <a:solidFill>
                            <a:srgbClr val="800000"/>
                          </a:solidFill>
                          <a:effectLst/>
                          <a:latin typeface="Tahoma" panose="020B0804030504040204" pitchFamily="34" charset="0"/>
                          <a:ea typeface="宋体" pitchFamily="2" charset="-122"/>
                        </a:rPr>
                        <a:t>面向对象方法</a:t>
                      </a:r>
                      <a:r>
                        <a:rPr kumimoji="1" lang="en-US" altLang="zh-CN" sz="1800" b="1" i="0" u="none" strike="noStrike" cap="none" normalizeH="0" baseline="0">
                          <a:ln>
                            <a:noFill/>
                          </a:ln>
                          <a:solidFill>
                            <a:srgbClr val="800000"/>
                          </a:solidFill>
                          <a:effectLst/>
                          <a:latin typeface="Tahoma" panose="020B0804030504040204" pitchFamily="34" charset="0"/>
                          <a:ea typeface="宋体" pitchFamily="2" charset="-122"/>
                        </a:rPr>
                        <a:t>(UML</a:t>
                      </a:r>
                      <a:r>
                        <a:rPr kumimoji="1" lang="zh-CN" altLang="en-US" sz="1800" b="1" i="0" u="none" strike="noStrike" cap="none" normalizeH="0" baseline="0">
                          <a:ln>
                            <a:noFill/>
                          </a:ln>
                          <a:solidFill>
                            <a:srgbClr val="800000"/>
                          </a:solidFill>
                          <a:effectLst/>
                          <a:latin typeface="Tahoma" panose="020B0804030504040204" pitchFamily="34" charset="0"/>
                          <a:ea typeface="宋体" pitchFamily="2" charset="-122"/>
                        </a:rPr>
                        <a:t>）</a:t>
                      </a:r>
                      <a:endParaRPr kumimoji="1" lang="zh-CN" altLang="en-US" sz="1800" b="1" i="0" u="none" strike="noStrike" cap="none" normalizeH="0" baseline="0">
                        <a:ln>
                          <a:noFill/>
                        </a:ln>
                        <a:solidFill>
                          <a:srgbClr val="800000"/>
                        </a:solidFill>
                        <a:effectLst/>
                        <a:latin typeface="Tahoma" panose="020B0804030504040204" pitchFamily="34" charset="0"/>
                        <a:ea typeface="宋体" pitchFamily="2" charset="-122"/>
                      </a:endParaRPr>
                    </a:p>
                  </a:txBody>
                  <a:tcPr marL="109913" marR="109913" marT="45716" marB="45716"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4">
                        <a:lumMod val="40000"/>
                        <a:lumOff val="60000"/>
                      </a:schemeClr>
                    </a:solidFill>
                  </a:tcPr>
                </a:tc>
              </a:tr>
              <a:tr h="1243330">
                <a:tc>
                  <a:txBody>
                    <a:bodyPr/>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1800" b="1" i="0" u="none" strike="noStrike" cap="none" normalizeH="0" baseline="0">
                          <a:ln>
                            <a:noFill/>
                          </a:ln>
                          <a:solidFill>
                            <a:srgbClr val="800000"/>
                          </a:solidFill>
                          <a:effectLst/>
                          <a:latin typeface="Tahoma" panose="020B0804030504040204" pitchFamily="34" charset="0"/>
                          <a:ea typeface="宋体" pitchFamily="2" charset="-122"/>
                        </a:rPr>
                        <a:t>需求模型</a:t>
                      </a:r>
                      <a:endParaRPr kumimoji="1" lang="zh-CN" altLang="en-US" sz="1800" b="1" i="0" u="none" strike="noStrike" cap="none" normalizeH="0" baseline="0">
                        <a:ln>
                          <a:noFill/>
                        </a:ln>
                        <a:solidFill>
                          <a:srgbClr val="800000"/>
                        </a:solidFill>
                        <a:effectLst/>
                        <a:latin typeface="Tahoma" panose="020B0804030504040204" pitchFamily="34" charset="0"/>
                        <a:ea typeface="宋体" pitchFamily="2" charset="-122"/>
                      </a:endParaRPr>
                    </a:p>
                  </a:txBody>
                  <a:tcPr marL="109913" marR="109913" marT="45716" marB="45716"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4">
                        <a:lumMod val="40000"/>
                        <a:lumOff val="6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rPr>
                        <a:t>输入</a:t>
                      </a:r>
                      <a:r>
                        <a:rPr kumimoji="1" lang="en-US" altLang="zh-CN" sz="1800" b="1" i="0" u="none" strike="noStrike" cap="none" normalizeH="0" baseline="0">
                          <a:ln>
                            <a:noFill/>
                          </a:ln>
                          <a:solidFill>
                            <a:schemeClr val="tx1"/>
                          </a:solidFill>
                          <a:effectLst/>
                          <a:latin typeface="Tahoma" panose="020B0804030504040204" pitchFamily="34" charset="0"/>
                          <a:ea typeface="宋体" pitchFamily="2" charset="-122"/>
                        </a:rPr>
                        <a:t>I</a:t>
                      </a:r>
                      <a:r>
                        <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rPr>
                        <a:t>、处理</a:t>
                      </a:r>
                      <a:r>
                        <a:rPr kumimoji="1" lang="en-US" altLang="zh-CN" sz="1800" b="1" i="0" u="none" strike="noStrike" cap="none" normalizeH="0" baseline="0">
                          <a:ln>
                            <a:noFill/>
                          </a:ln>
                          <a:solidFill>
                            <a:schemeClr val="tx1"/>
                          </a:solidFill>
                          <a:effectLst/>
                          <a:latin typeface="Tahoma" panose="020B0804030504040204" pitchFamily="34" charset="0"/>
                          <a:ea typeface="宋体" pitchFamily="2" charset="-122"/>
                        </a:rPr>
                        <a:t>P</a:t>
                      </a:r>
                      <a:r>
                        <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rPr>
                        <a:t>、输出</a:t>
                      </a:r>
                      <a:r>
                        <a:rPr kumimoji="1" lang="en-US" altLang="zh-CN" sz="1800" b="1" i="0" u="none" strike="noStrike" cap="none" normalizeH="0" baseline="0">
                          <a:ln>
                            <a:noFill/>
                          </a:ln>
                          <a:solidFill>
                            <a:schemeClr val="tx1"/>
                          </a:solidFill>
                          <a:effectLst/>
                          <a:latin typeface="Tahoma" panose="020B0804030504040204" pitchFamily="34" charset="0"/>
                          <a:ea typeface="宋体" pitchFamily="2" charset="-122"/>
                        </a:rPr>
                        <a:t>O</a:t>
                      </a:r>
                      <a:r>
                        <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rPr>
                        <a:t>的视角</a:t>
                      </a:r>
                      <a:r>
                        <a:rPr kumimoji="1" lang="en-US" altLang="zh-CN" sz="1800" b="1" i="0" u="none" strike="noStrike" cap="none" normalizeH="0" baseline="0">
                          <a:ln>
                            <a:noFill/>
                          </a:ln>
                          <a:solidFill>
                            <a:schemeClr val="tx1"/>
                          </a:solidFill>
                          <a:effectLst/>
                          <a:latin typeface="Tahoma" panose="020B0804030504040204" pitchFamily="34" charset="0"/>
                          <a:ea typeface="宋体" pitchFamily="2" charset="-122"/>
                        </a:rPr>
                        <a:t>,</a:t>
                      </a:r>
                      <a:endParaRPr kumimoji="1" lang="en-US" altLang="zh-CN" sz="1800" b="1" i="0" u="none" strike="noStrike" cap="none" normalizeH="0" baseline="0">
                        <a:ln>
                          <a:noFill/>
                        </a:ln>
                        <a:solidFill>
                          <a:schemeClr val="tx1"/>
                        </a:solidFill>
                        <a:effectLst/>
                        <a:latin typeface="Tahoma" panose="020B0804030504040204" pitchFamily="34" charset="0"/>
                        <a:ea typeface="宋体" pitchFamily="2" charset="-122"/>
                      </a:endParaRPr>
                    </a:p>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rPr>
                        <a:t>面向功能的文档</a:t>
                      </a:r>
                      <a:r>
                        <a:rPr kumimoji="1" lang="en-US" altLang="zh-CN" sz="18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rPr>
                        <a:t>用户需求规格说明书</a:t>
                      </a:r>
                      <a:r>
                        <a:rPr kumimoji="1" lang="en-US" altLang="zh-CN" sz="18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rPr>
                        <a:t>需求变化，其功能变化，所以系统的基础不稳固</a:t>
                      </a:r>
                      <a:endPar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endParaRPr>
                    </a:p>
                  </a:txBody>
                  <a:tcPr marL="109913" marR="109913" marT="45716" marB="4571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4">
                        <a:lumMod val="40000"/>
                        <a:lumOff val="6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rPr>
                        <a:t>从用户和整体角度出发</a:t>
                      </a:r>
                      <a:endPar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endParaRPr>
                    </a:p>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rPr>
                        <a:t>使用系统抽象出</a:t>
                      </a:r>
                      <a:r>
                        <a:rPr kumimoji="1" lang="zh-CN" altLang="en-US" sz="1800" b="1" i="0" u="none" strike="noStrike" cap="none" normalizeH="0" baseline="0">
                          <a:ln>
                            <a:noFill/>
                          </a:ln>
                          <a:solidFill>
                            <a:srgbClr val="FF6600"/>
                          </a:solidFill>
                          <a:effectLst/>
                          <a:latin typeface="Tahoma" panose="020B0804030504040204" pitchFamily="34" charset="0"/>
                          <a:ea typeface="宋体" pitchFamily="2" charset="-122"/>
                        </a:rPr>
                        <a:t>用例图、活动图</a:t>
                      </a:r>
                      <a:r>
                        <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rPr>
                        <a:t>，获取需求；如需求变化，对象的性质相对功能稳定，系统基础稳定</a:t>
                      </a:r>
                      <a:endPar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endParaRPr>
                    </a:p>
                  </a:txBody>
                  <a:tcPr marL="109913" marR="109913"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4">
                        <a:lumMod val="40000"/>
                        <a:lumOff val="60000"/>
                      </a:schemeClr>
                    </a:solidFill>
                  </a:tcPr>
                </a:tc>
              </a:tr>
              <a:tr h="1572260">
                <a:tc>
                  <a:txBody>
                    <a:bodyPr/>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1800" b="1" i="0" u="none" strike="noStrike" cap="none" normalizeH="0" baseline="0">
                          <a:ln>
                            <a:noFill/>
                          </a:ln>
                          <a:solidFill>
                            <a:srgbClr val="800000"/>
                          </a:solidFill>
                          <a:effectLst/>
                          <a:latin typeface="Tahoma" panose="020B0804030504040204" pitchFamily="34" charset="0"/>
                          <a:ea typeface="宋体" pitchFamily="2" charset="-122"/>
                        </a:rPr>
                        <a:t>分析模型</a:t>
                      </a:r>
                      <a:endParaRPr kumimoji="1" lang="zh-CN" altLang="en-US" sz="1800" b="1" i="0" u="none" strike="noStrike" cap="none" normalizeH="0" baseline="0">
                        <a:ln>
                          <a:noFill/>
                        </a:ln>
                        <a:solidFill>
                          <a:srgbClr val="800000"/>
                        </a:solidFill>
                        <a:effectLst/>
                        <a:latin typeface="Tahoma" panose="020B0804030504040204" pitchFamily="34" charset="0"/>
                        <a:ea typeface="宋体" pitchFamily="2" charset="-122"/>
                      </a:endParaRPr>
                    </a:p>
                  </a:txBody>
                  <a:tcPr marL="109913" marR="109913" marT="45716" marB="45716"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4">
                        <a:lumMod val="40000"/>
                        <a:lumOff val="6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Tahoma" panose="020B0804030504040204" pitchFamily="34" charset="0"/>
                          <a:ea typeface="宋体" pitchFamily="2" charset="-122"/>
                        </a:rPr>
                        <a:t>面向过程的</a:t>
                      </a:r>
                      <a:r>
                        <a:rPr kumimoji="1" lang="zh-CN" altLang="en-US" sz="1800" b="1" i="0" u="none" strike="noStrike" cap="none" normalizeH="0" baseline="0" dirty="0">
                          <a:ln>
                            <a:noFill/>
                          </a:ln>
                          <a:solidFill>
                            <a:srgbClr val="FF6600"/>
                          </a:solidFill>
                          <a:effectLst/>
                          <a:latin typeface="Tahoma" panose="020B0804030504040204" pitchFamily="34" charset="0"/>
                          <a:ea typeface="宋体" pitchFamily="2" charset="-122"/>
                        </a:rPr>
                        <a:t>数据流图</a:t>
                      </a:r>
                      <a:r>
                        <a:rPr kumimoji="1" lang="en-US" altLang="zh-CN" sz="1800" b="1" i="0" u="none" strike="noStrike" cap="none" normalizeH="0" baseline="0" dirty="0">
                          <a:ln>
                            <a:noFill/>
                          </a:ln>
                          <a:solidFill>
                            <a:srgbClr val="FF6600"/>
                          </a:solidFill>
                          <a:effectLst/>
                          <a:latin typeface="Tahoma" panose="020B0804030504040204" pitchFamily="34" charset="0"/>
                          <a:ea typeface="宋体" pitchFamily="2" charset="-122"/>
                        </a:rPr>
                        <a:t>DFD</a:t>
                      </a:r>
                      <a:r>
                        <a:rPr kumimoji="1" lang="zh-CN" altLang="en-US" sz="1800" b="1" i="0" u="none" strike="noStrike" cap="none" normalizeH="0" baseline="0" dirty="0">
                          <a:ln>
                            <a:noFill/>
                          </a:ln>
                          <a:solidFill>
                            <a:srgbClr val="FF6600"/>
                          </a:solidFill>
                          <a:effectLst/>
                          <a:latin typeface="Tahoma" panose="020B0804030504040204" pitchFamily="34" charset="0"/>
                          <a:ea typeface="宋体" pitchFamily="2" charset="-122"/>
                        </a:rPr>
                        <a:t>、 实体</a:t>
                      </a:r>
                      <a:r>
                        <a:rPr kumimoji="1" lang="en-US" altLang="zh-CN" sz="1800" b="1" i="0" u="none" strike="noStrike" cap="none" normalizeH="0" baseline="0" dirty="0">
                          <a:ln>
                            <a:noFill/>
                          </a:ln>
                          <a:solidFill>
                            <a:srgbClr val="FF6600"/>
                          </a:solidFill>
                          <a:effectLst/>
                          <a:latin typeface="Tahoma" panose="020B0804030504040204" pitchFamily="34" charset="0"/>
                          <a:ea typeface="宋体" pitchFamily="2" charset="-122"/>
                        </a:rPr>
                        <a:t>—</a:t>
                      </a:r>
                      <a:r>
                        <a:rPr kumimoji="1" lang="zh-CN" altLang="en-US" sz="1800" b="1" i="0" u="none" strike="noStrike" cap="none" normalizeH="0" baseline="0" dirty="0">
                          <a:ln>
                            <a:noFill/>
                          </a:ln>
                          <a:solidFill>
                            <a:srgbClr val="FF6600"/>
                          </a:solidFill>
                          <a:effectLst/>
                          <a:latin typeface="Tahoma" panose="020B0804030504040204" pitchFamily="34" charset="0"/>
                          <a:ea typeface="宋体" pitchFamily="2" charset="-122"/>
                        </a:rPr>
                        <a:t>关系图</a:t>
                      </a:r>
                      <a:r>
                        <a:rPr kumimoji="1" lang="en-US" altLang="zh-CN" sz="1800" b="1" i="0" u="none" strike="noStrike" cap="none" normalizeH="0" baseline="0" dirty="0">
                          <a:ln>
                            <a:noFill/>
                          </a:ln>
                          <a:solidFill>
                            <a:srgbClr val="FF6600"/>
                          </a:solidFill>
                          <a:effectLst/>
                          <a:latin typeface="Tahoma" panose="020B0804030504040204" pitchFamily="34" charset="0"/>
                          <a:ea typeface="宋体" pitchFamily="2" charset="-122"/>
                        </a:rPr>
                        <a:t>ERD</a:t>
                      </a:r>
                      <a:r>
                        <a:rPr kumimoji="1" lang="zh-CN" altLang="en-US" sz="1800" b="1" i="0" u="none" strike="noStrike" cap="none" normalizeH="0" baseline="0" dirty="0">
                          <a:ln>
                            <a:noFill/>
                          </a:ln>
                          <a:solidFill>
                            <a:srgbClr val="FF6600"/>
                          </a:solidFill>
                          <a:effectLst/>
                          <a:latin typeface="Tahoma" panose="020B0804030504040204" pitchFamily="34" charset="0"/>
                          <a:ea typeface="宋体" pitchFamily="2" charset="-122"/>
                        </a:rPr>
                        <a:t>、数据字典</a:t>
                      </a:r>
                      <a:r>
                        <a:rPr kumimoji="1" lang="en-US" altLang="zh-CN" sz="1800" b="1" i="0" u="none" strike="noStrike" cap="none" normalizeH="0" baseline="0" dirty="0">
                          <a:ln>
                            <a:noFill/>
                          </a:ln>
                          <a:solidFill>
                            <a:srgbClr val="FF6600"/>
                          </a:solidFill>
                          <a:effectLst/>
                          <a:latin typeface="Tahoma" panose="020B0804030504040204" pitchFamily="34" charset="0"/>
                          <a:ea typeface="宋体" pitchFamily="2" charset="-122"/>
                        </a:rPr>
                        <a:t>DD</a:t>
                      </a:r>
                      <a:r>
                        <a:rPr kumimoji="1" lang="zh-CN" altLang="en-US" sz="1800" b="1" i="0" u="none" strike="noStrike" cap="none" normalizeH="0" baseline="0" dirty="0">
                          <a:ln>
                            <a:noFill/>
                          </a:ln>
                          <a:solidFill>
                            <a:schemeClr val="tx1"/>
                          </a:solidFill>
                          <a:effectLst/>
                          <a:latin typeface="Tahoma" panose="020B0804030504040204" pitchFamily="34" charset="0"/>
                          <a:ea typeface="宋体" pitchFamily="2" charset="-122"/>
                        </a:rPr>
                        <a:t>表示分析模型</a:t>
                      </a:r>
                      <a:endParaRPr kumimoji="1" lang="zh-CN" altLang="en-US" sz="1800" b="1" i="0" u="none" strike="noStrike" cap="none" normalizeH="0" baseline="0" dirty="0">
                        <a:ln>
                          <a:noFill/>
                        </a:ln>
                        <a:solidFill>
                          <a:schemeClr val="tx1"/>
                        </a:solidFill>
                        <a:effectLst/>
                        <a:latin typeface="Tahoma" panose="020B0804030504040204" pitchFamily="34" charset="0"/>
                        <a:ea typeface="宋体" pitchFamily="2" charset="-122"/>
                      </a:endParaRPr>
                    </a:p>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Tahoma" panose="020B0804030504040204" pitchFamily="34" charset="0"/>
                          <a:ea typeface="宋体" pitchFamily="2" charset="-122"/>
                        </a:rPr>
                        <a:t>功能分解</a:t>
                      </a:r>
                      <a:r>
                        <a:rPr kumimoji="1" lang="en-US" altLang="zh-CN" sz="1800" b="1" i="0" u="none" strike="noStrike" cap="none" normalizeH="0" baseline="0" dirty="0">
                          <a:ln>
                            <a:noFill/>
                          </a:ln>
                          <a:solidFill>
                            <a:schemeClr val="tx1"/>
                          </a:solidFill>
                          <a:effectLst/>
                          <a:latin typeface="Tahoma" panose="020B0804030504040204" pitchFamily="34" charset="0"/>
                          <a:ea typeface="宋体" pitchFamily="2" charset="-122"/>
                        </a:rPr>
                        <a:t>,</a:t>
                      </a:r>
                      <a:r>
                        <a:rPr kumimoji="1" lang="zh-CN" altLang="en-US" sz="1800" b="1" i="0" u="none" strike="noStrike" cap="none" normalizeH="0" baseline="0" dirty="0">
                          <a:ln>
                            <a:noFill/>
                          </a:ln>
                          <a:solidFill>
                            <a:schemeClr val="tx1"/>
                          </a:solidFill>
                          <a:effectLst/>
                          <a:latin typeface="Tahoma" panose="020B0804030504040204" pitchFamily="34" charset="0"/>
                          <a:ea typeface="宋体" pitchFamily="2" charset="-122"/>
                        </a:rPr>
                        <a:t>数据和功能</a:t>
                      </a:r>
                      <a:r>
                        <a:rPr kumimoji="1" lang="en-US" altLang="zh-CN" sz="1800" b="1" i="0" u="none" strike="noStrike" cap="none" normalizeH="0" baseline="0" dirty="0">
                          <a:ln>
                            <a:noFill/>
                          </a:ln>
                          <a:solidFill>
                            <a:schemeClr val="tx1"/>
                          </a:solidFill>
                          <a:effectLst/>
                          <a:latin typeface="Tahoma" panose="020B0804030504040204" pitchFamily="34" charset="0"/>
                          <a:ea typeface="宋体" pitchFamily="2" charset="-122"/>
                        </a:rPr>
                        <a:t>/</a:t>
                      </a:r>
                      <a:r>
                        <a:rPr kumimoji="1" lang="zh-CN" altLang="en-US" sz="1800" b="1" i="0" u="none" strike="noStrike" cap="none" normalizeH="0" baseline="0" dirty="0">
                          <a:ln>
                            <a:noFill/>
                          </a:ln>
                          <a:solidFill>
                            <a:schemeClr val="tx1"/>
                          </a:solidFill>
                          <a:effectLst/>
                          <a:latin typeface="Tahoma" panose="020B0804030504040204" pitchFamily="34" charset="0"/>
                          <a:ea typeface="宋体" pitchFamily="2" charset="-122"/>
                        </a:rPr>
                        <a:t>过程分开</a:t>
                      </a:r>
                      <a:endParaRPr kumimoji="1" lang="zh-CN" altLang="en-US" sz="1800" b="1" i="0" u="none" strike="noStrike" cap="none" normalizeH="0" baseline="0" dirty="0">
                        <a:ln>
                          <a:noFill/>
                        </a:ln>
                        <a:solidFill>
                          <a:schemeClr val="tx1"/>
                        </a:solidFill>
                        <a:effectLst/>
                        <a:latin typeface="Tahoma" panose="020B0804030504040204" pitchFamily="34" charset="0"/>
                        <a:ea typeface="宋体" pitchFamily="2" charset="-122"/>
                      </a:endParaRPr>
                    </a:p>
                  </a:txBody>
                  <a:tcPr marL="109913" marR="109913" marT="45716" marB="4571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4">
                        <a:lumMod val="40000"/>
                        <a:lumOff val="6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rPr>
                        <a:t>把问题作为一组相互作用的实体，显式表示实体间的关系</a:t>
                      </a:r>
                      <a:endPar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endParaRPr>
                    </a:p>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rPr>
                        <a:t>数据模型和功能模型一致</a:t>
                      </a:r>
                      <a:endPar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endParaRPr>
                    </a:p>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1800" b="1" i="0" u="none" strike="noStrike" cap="none" normalizeH="0" baseline="0">
                          <a:ln>
                            <a:noFill/>
                          </a:ln>
                          <a:solidFill>
                            <a:srgbClr val="FF6600"/>
                          </a:solidFill>
                          <a:effectLst/>
                          <a:latin typeface="Tahoma" panose="020B0804030504040204" pitchFamily="34" charset="0"/>
                          <a:ea typeface="宋体" pitchFamily="2" charset="-122"/>
                        </a:rPr>
                        <a:t>类、对象图</a:t>
                      </a:r>
                      <a:r>
                        <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rPr>
                        <a:t>表示分析模型，</a:t>
                      </a:r>
                      <a:r>
                        <a:rPr kumimoji="1" lang="zh-CN" altLang="en-US" sz="1800" b="1" i="0" u="none" strike="noStrike" cap="none" normalizeH="0" baseline="0">
                          <a:ln>
                            <a:noFill/>
                          </a:ln>
                          <a:solidFill>
                            <a:srgbClr val="FF6600"/>
                          </a:solidFill>
                          <a:effectLst/>
                          <a:latin typeface="Tahoma" panose="020B0804030504040204" pitchFamily="34" charset="0"/>
                          <a:ea typeface="宋体" pitchFamily="2" charset="-122"/>
                        </a:rPr>
                        <a:t>状态、顺序、通信、活动图</a:t>
                      </a:r>
                      <a:r>
                        <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rPr>
                        <a:t>细化说明</a:t>
                      </a:r>
                      <a:endPar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endParaRPr>
                    </a:p>
                  </a:txBody>
                  <a:tcPr marL="109913" marR="109913"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4">
                        <a:lumMod val="40000"/>
                        <a:lumOff val="60000"/>
                      </a:schemeClr>
                    </a:solidFill>
                  </a:tcPr>
                </a:tc>
              </a:tr>
              <a:tr h="640080">
                <a:tc>
                  <a:txBody>
                    <a:bodyPr/>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1800" b="1" i="0" u="none" strike="noStrike" cap="none" normalizeH="0" baseline="0">
                          <a:ln>
                            <a:noFill/>
                          </a:ln>
                          <a:solidFill>
                            <a:srgbClr val="800000"/>
                          </a:solidFill>
                          <a:effectLst/>
                          <a:latin typeface="Tahoma" panose="020B0804030504040204" pitchFamily="34" charset="0"/>
                          <a:ea typeface="宋体" pitchFamily="2" charset="-122"/>
                        </a:rPr>
                        <a:t>设计模型</a:t>
                      </a:r>
                      <a:endParaRPr kumimoji="1" lang="zh-CN" altLang="en-US" sz="1800" b="1" i="0" u="none" strike="noStrike" cap="none" normalizeH="0" baseline="0">
                        <a:ln>
                          <a:noFill/>
                        </a:ln>
                        <a:solidFill>
                          <a:srgbClr val="800000"/>
                        </a:solidFill>
                        <a:effectLst/>
                        <a:latin typeface="Tahoma" panose="020B0804030504040204" pitchFamily="34" charset="0"/>
                        <a:ea typeface="宋体" pitchFamily="2" charset="-122"/>
                      </a:endParaRPr>
                    </a:p>
                  </a:txBody>
                  <a:tcPr marL="109913" marR="109913" marT="45716" marB="45716"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4">
                        <a:lumMod val="40000"/>
                        <a:lumOff val="6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rPr>
                        <a:t>功能模块</a:t>
                      </a:r>
                      <a:r>
                        <a:rPr kumimoji="1" lang="en-US" altLang="zh-CN" sz="1800" b="1" i="0" u="none" strike="noStrike" cap="none" normalizeH="0" baseline="0">
                          <a:ln>
                            <a:noFill/>
                          </a:ln>
                          <a:solidFill>
                            <a:schemeClr val="tx1"/>
                          </a:solidFill>
                          <a:effectLst/>
                          <a:latin typeface="Tahoma" panose="020B0804030504040204" pitchFamily="34" charset="0"/>
                          <a:ea typeface="宋体" pitchFamily="2" charset="-122"/>
                        </a:rPr>
                        <a:t>(</a:t>
                      </a:r>
                      <a:r>
                        <a:rPr kumimoji="1" lang="en-US" altLang="zh-CN" sz="1800" b="1" i="0" u="none" strike="noStrike" cap="none" normalizeH="0" baseline="0">
                          <a:ln>
                            <a:noFill/>
                          </a:ln>
                          <a:solidFill>
                            <a:srgbClr val="FF6600"/>
                          </a:solidFill>
                          <a:effectLst/>
                          <a:latin typeface="Tahoma" panose="020B0804030504040204" pitchFamily="34" charset="0"/>
                          <a:ea typeface="宋体" pitchFamily="2" charset="-122"/>
                        </a:rPr>
                        <a:t>SC</a:t>
                      </a:r>
                      <a:r>
                        <a:rPr kumimoji="1" lang="zh-CN" altLang="en-US" sz="1800" b="1" i="0" u="none" strike="noStrike" cap="none" normalizeH="0" baseline="0">
                          <a:ln>
                            <a:noFill/>
                          </a:ln>
                          <a:solidFill>
                            <a:srgbClr val="FF6600"/>
                          </a:solidFill>
                          <a:effectLst/>
                          <a:latin typeface="Tahoma" panose="020B0804030504040204" pitchFamily="34" charset="0"/>
                          <a:ea typeface="宋体" pitchFamily="2" charset="-122"/>
                        </a:rPr>
                        <a:t>图</a:t>
                      </a:r>
                      <a:r>
                        <a:rPr kumimoji="1" lang="en-US" altLang="zh-CN" sz="18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rPr>
                        <a:t>，模块之间的连接</a:t>
                      </a:r>
                      <a:r>
                        <a:rPr kumimoji="1" lang="en-US" altLang="zh-CN" sz="18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rPr>
                        <a:t>调用是模块的附属形式</a:t>
                      </a:r>
                      <a:endPar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endParaRPr>
                    </a:p>
                  </a:txBody>
                  <a:tcPr marL="109913" marR="109913" marT="45716" marB="4571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4">
                        <a:lumMod val="40000"/>
                        <a:lumOff val="6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rPr>
                        <a:t>类和对象实现</a:t>
                      </a:r>
                      <a:r>
                        <a:rPr kumimoji="1" lang="en-US" altLang="zh-CN" sz="1800" b="1" i="0" u="none" strike="noStrike" cap="none" normalizeH="0" baseline="0">
                          <a:ln>
                            <a:noFill/>
                          </a:ln>
                          <a:solidFill>
                            <a:schemeClr val="tx1"/>
                          </a:solidFill>
                          <a:effectLst/>
                          <a:latin typeface="Tahoma" panose="020B0804030504040204" pitchFamily="34" charset="0"/>
                          <a:ea typeface="宋体" pitchFamily="2" charset="-122"/>
                        </a:rPr>
                        <a:t>, </a:t>
                      </a:r>
                      <a:r>
                        <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rPr>
                        <a:t>类</a:t>
                      </a:r>
                      <a:r>
                        <a:rPr kumimoji="1" lang="en-US" altLang="zh-CN" sz="18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rPr>
                        <a:t>对象的关联、聚集、继承等连接、连接规范和约束作为显式定义</a:t>
                      </a:r>
                      <a:endPar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endParaRPr>
                    </a:p>
                  </a:txBody>
                  <a:tcPr marL="109913" marR="109913"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4">
                        <a:lumMod val="40000"/>
                        <a:lumOff val="60000"/>
                      </a:schemeClr>
                    </a:solidFill>
                  </a:tcPr>
                </a:tc>
              </a:tr>
              <a:tr h="365760">
                <a:tc>
                  <a:txBody>
                    <a:bodyPr/>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1800" b="1" i="0" u="none" strike="noStrike" cap="none" normalizeH="0" baseline="0" dirty="0">
                          <a:ln>
                            <a:noFill/>
                          </a:ln>
                          <a:solidFill>
                            <a:srgbClr val="800000"/>
                          </a:solidFill>
                          <a:effectLst/>
                          <a:latin typeface="Tahoma" panose="020B0804030504040204" pitchFamily="34" charset="0"/>
                          <a:ea typeface="宋体" pitchFamily="2" charset="-122"/>
                        </a:rPr>
                        <a:t>实现模型</a:t>
                      </a:r>
                      <a:endParaRPr kumimoji="1" lang="zh-CN" altLang="en-US" sz="1800" b="1" i="0" u="none" strike="noStrike" cap="none" normalizeH="0" baseline="0" dirty="0">
                        <a:ln>
                          <a:noFill/>
                        </a:ln>
                        <a:solidFill>
                          <a:srgbClr val="800000"/>
                        </a:solidFill>
                        <a:effectLst/>
                        <a:latin typeface="Tahoma" panose="020B0804030504040204" pitchFamily="34" charset="0"/>
                        <a:ea typeface="宋体" pitchFamily="2" charset="-122"/>
                      </a:endParaRPr>
                    </a:p>
                  </a:txBody>
                  <a:tcPr marL="109913" marR="109913" marT="45716" marB="45716"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4">
                        <a:lumMod val="40000"/>
                        <a:lumOff val="6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Tahoma" panose="020B0804030504040204" pitchFamily="34" charset="0"/>
                          <a:ea typeface="宋体" pitchFamily="2" charset="-122"/>
                        </a:rPr>
                        <a:t>伪代码、算法等</a:t>
                      </a:r>
                      <a:endParaRPr kumimoji="1" lang="zh-CN" altLang="en-US" sz="1800" b="1" i="0" u="none" strike="noStrike" cap="none" normalizeH="0" baseline="0" dirty="0">
                        <a:ln>
                          <a:noFill/>
                        </a:ln>
                        <a:solidFill>
                          <a:schemeClr val="tx1"/>
                        </a:solidFill>
                        <a:effectLst/>
                        <a:latin typeface="Tahoma" panose="020B0804030504040204" pitchFamily="34" charset="0"/>
                        <a:ea typeface="宋体" pitchFamily="2" charset="-122"/>
                      </a:endParaRPr>
                    </a:p>
                  </a:txBody>
                  <a:tcPr marL="109913" marR="109913" marT="45716" marB="4571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4">
                        <a:lumMod val="40000"/>
                        <a:lumOff val="6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1800" b="1" i="0" u="none" strike="noStrike" cap="none" normalizeH="0" baseline="0">
                          <a:ln>
                            <a:noFill/>
                          </a:ln>
                          <a:solidFill>
                            <a:srgbClr val="FF6600"/>
                          </a:solidFill>
                          <a:effectLst/>
                          <a:latin typeface="Tahoma" panose="020B0804030504040204" pitchFamily="34" charset="0"/>
                          <a:ea typeface="宋体" pitchFamily="2" charset="-122"/>
                        </a:rPr>
                        <a:t>构件图，部署图</a:t>
                      </a:r>
                      <a:endParaRPr kumimoji="1" lang="zh-CN" altLang="en-US" sz="1800" b="1" i="0" u="none" strike="noStrike" cap="none" normalizeH="0" baseline="0">
                        <a:ln>
                          <a:noFill/>
                        </a:ln>
                        <a:solidFill>
                          <a:srgbClr val="FF6600"/>
                        </a:solidFill>
                        <a:effectLst/>
                        <a:latin typeface="Tahoma" panose="020B0804030504040204" pitchFamily="34" charset="0"/>
                        <a:ea typeface="宋体" pitchFamily="2" charset="-122"/>
                      </a:endParaRPr>
                    </a:p>
                  </a:txBody>
                  <a:tcPr marL="109913" marR="109913"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4">
                        <a:lumMod val="40000"/>
                        <a:lumOff val="60000"/>
                      </a:schemeClr>
                    </a:solidFill>
                  </a:tcPr>
                </a:tc>
              </a:tr>
              <a:tr h="640080">
                <a:tc>
                  <a:txBody>
                    <a:bodyPr/>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1800" b="1" i="0" u="none" strike="noStrike" cap="none" normalizeH="0" baseline="0">
                          <a:ln>
                            <a:noFill/>
                          </a:ln>
                          <a:solidFill>
                            <a:srgbClr val="800000"/>
                          </a:solidFill>
                          <a:effectLst/>
                          <a:latin typeface="Tahoma" panose="020B0804030504040204" pitchFamily="34" charset="0"/>
                          <a:ea typeface="宋体" pitchFamily="2" charset="-122"/>
                        </a:rPr>
                        <a:t>测试模型</a:t>
                      </a:r>
                      <a:endParaRPr kumimoji="1" lang="zh-CN" altLang="en-US" sz="1800" b="1" i="0" u="none" strike="noStrike" cap="none" normalizeH="0" baseline="0">
                        <a:ln>
                          <a:noFill/>
                        </a:ln>
                        <a:solidFill>
                          <a:srgbClr val="800000"/>
                        </a:solidFill>
                        <a:effectLst/>
                        <a:latin typeface="Tahoma" panose="020B0804030504040204" pitchFamily="34" charset="0"/>
                        <a:ea typeface="宋体" pitchFamily="2" charset="-122"/>
                      </a:endParaRPr>
                    </a:p>
                  </a:txBody>
                  <a:tcPr marL="109913" marR="109913" marT="45716" marB="45716"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4">
                        <a:lumMod val="40000"/>
                        <a:lumOff val="6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rPr>
                        <a:t>根据文档进行单元测试，集成测试</a:t>
                      </a:r>
                      <a:r>
                        <a:rPr kumimoji="1" lang="en-US" altLang="zh-CN" sz="18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rPr>
                        <a:t>确认测试</a:t>
                      </a:r>
                      <a:endParaRPr kumimoji="1" lang="zh-CN" altLang="en-US" sz="1800" b="1" i="0" u="none" strike="noStrike" cap="none" normalizeH="0" baseline="0">
                        <a:ln>
                          <a:noFill/>
                        </a:ln>
                        <a:solidFill>
                          <a:schemeClr val="tx1"/>
                        </a:solidFill>
                        <a:effectLst/>
                        <a:latin typeface="Tahoma" panose="020B0804030504040204" pitchFamily="34" charset="0"/>
                        <a:ea typeface="宋体" pitchFamily="2" charset="-122"/>
                      </a:endParaRPr>
                    </a:p>
                  </a:txBody>
                  <a:tcPr marL="109913" marR="109913" marT="45716" marB="4571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4">
                        <a:lumMod val="40000"/>
                        <a:lumOff val="6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Tahoma" panose="020B0804030504040204" pitchFamily="34" charset="0"/>
                          <a:ea typeface="宋体" pitchFamily="2" charset="-122"/>
                        </a:rPr>
                        <a:t>单元测试采用类图，集成测试用实现图和交互图，确认测试采用用例图</a:t>
                      </a:r>
                      <a:endParaRPr kumimoji="1" lang="zh-CN" altLang="en-US" sz="1800" b="1" i="0" u="none" strike="noStrike" cap="none" normalizeH="0" baseline="0" dirty="0">
                        <a:ln>
                          <a:noFill/>
                        </a:ln>
                        <a:solidFill>
                          <a:schemeClr val="tx1"/>
                        </a:solidFill>
                        <a:effectLst/>
                        <a:latin typeface="Tahoma" panose="020B0804030504040204" pitchFamily="34" charset="0"/>
                        <a:ea typeface="宋体" pitchFamily="2" charset="-122"/>
                      </a:endParaRPr>
                    </a:p>
                  </a:txBody>
                  <a:tcPr marL="109913" marR="109913"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4">
                        <a:lumMod val="40000"/>
                        <a:lumOff val="60000"/>
                      </a:schemeClr>
                    </a:solidFill>
                  </a:tcPr>
                </a:tc>
              </a:tr>
            </a:tbl>
          </a:graphicData>
        </a:graphic>
      </p:graphicFrame>
      <p:sp>
        <p:nvSpPr>
          <p:cNvPr id="2" name="文本框 1"/>
          <p:cNvSpPr txBox="1"/>
          <p:nvPr/>
        </p:nvSpPr>
        <p:spPr>
          <a:xfrm>
            <a:off x="8763000" y="1123315"/>
            <a:ext cx="2660015" cy="460375"/>
          </a:xfrm>
          <a:prstGeom prst="rect">
            <a:avLst/>
          </a:prstGeom>
          <a:noFill/>
        </p:spPr>
        <p:txBody>
          <a:bodyPr wrap="none" rtlCol="0" anchor="t">
            <a:spAutoFit/>
          </a:bodyPr>
          <a:p>
            <a:pPr algn="r" eaLnBrk="1" hangingPunct="1"/>
            <a:r>
              <a:rPr lang="zh-CN" altLang="en-US" b="1" i="1" dirty="0">
                <a:ea typeface="宋体" pitchFamily="2" charset="-122"/>
                <a:sym typeface="+mn-ea"/>
              </a:rPr>
              <a:t>结构化</a:t>
            </a:r>
            <a:r>
              <a:rPr lang="en-US" altLang="zh-CN" b="1" i="1" dirty="0">
                <a:ea typeface="宋体" pitchFamily="2" charset="-122"/>
                <a:sym typeface="+mn-ea"/>
              </a:rPr>
              <a:t>vs</a:t>
            </a:r>
            <a:r>
              <a:rPr lang="zh-CN" altLang="en-US" b="1" i="1" dirty="0">
                <a:ea typeface="宋体" pitchFamily="2" charset="-122"/>
                <a:sym typeface="+mn-ea"/>
              </a:rPr>
              <a:t>面向</a:t>
            </a:r>
            <a:r>
              <a:rPr lang="zh-CN" altLang="en-US" b="1" i="1" dirty="0">
                <a:ea typeface="宋体" pitchFamily="2" charset="-122"/>
                <a:sym typeface="+mn-ea"/>
              </a:rPr>
              <a:t>对象</a:t>
            </a:r>
            <a:endParaRPr lang="zh-CN" altLang="en-US" b="1" i="1" dirty="0">
              <a:ea typeface="宋体" pitchFamily="2" charset="-122"/>
              <a:sym typeface="+mn-ea"/>
            </a:endParaRPr>
          </a:p>
        </p:txBody>
      </p:sp>
    </p:spTree>
  </p:cSld>
  <p:clrMapOvr>
    <a:masterClrMapping/>
  </p:clrMapOvr>
  <p:transition spd="slow">
    <p:random/>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3200" b="1" dirty="0" smtClean="0">
                <a:solidFill>
                  <a:srgbClr val="376092"/>
                </a:solidFill>
              </a:rPr>
              <a:t>课程</a:t>
            </a:r>
            <a:r>
              <a:rPr kumimoji="1" lang="zh-CN" altLang="en-US" sz="3200" b="1" dirty="0" smtClean="0">
                <a:solidFill>
                  <a:srgbClr val="376092"/>
                </a:solidFill>
              </a:rPr>
              <a:t>目标</a:t>
            </a:r>
            <a:endParaRPr kumimoji="1" lang="zh-CN" altLang="en-US" sz="32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zh-CN" altLang="en-US" sz="3200" b="1" dirty="0">
                  <a:solidFill>
                    <a:schemeClr val="tx2">
                      <a:lumMod val="75000"/>
                    </a:schemeClr>
                  </a:solidFill>
                  <a:latin typeface="+mj-lt"/>
                  <a:ea typeface="黑体" panose="02010609060101010101" pitchFamily="49" charset="-122"/>
                  <a:cs typeface="+mj-lt"/>
                </a:rPr>
                <a:t>课程</a:t>
              </a:r>
              <a:r>
                <a:rPr lang="zh-CN" altLang="en-US" sz="3200" b="1" dirty="0">
                  <a:solidFill>
                    <a:schemeClr val="tx2">
                      <a:lumMod val="75000"/>
                    </a:schemeClr>
                  </a:solidFill>
                  <a:latin typeface="+mj-lt"/>
                  <a:ea typeface="黑体" panose="02010609060101010101" pitchFamily="49" charset="-122"/>
                  <a:cs typeface="+mj-lt"/>
                </a:rPr>
                <a:t>目标</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5" name="文本框 4"/>
          <p:cNvSpPr txBox="1"/>
          <p:nvPr/>
        </p:nvSpPr>
        <p:spPr>
          <a:xfrm>
            <a:off x="622935" y="1835785"/>
            <a:ext cx="10952480" cy="5358765"/>
          </a:xfrm>
          <a:prstGeom prst="rect">
            <a:avLst/>
          </a:prstGeom>
          <a:noFill/>
        </p:spPr>
        <p:txBody>
          <a:bodyPr wrap="square" rtlCol="0" anchor="t">
            <a:spAutoFit/>
          </a:bodyPr>
          <a:p>
            <a:pPr lvl="1" indent="-598805" eaLnBrk="1" hangingPunct="1">
              <a:lnSpc>
                <a:spcPct val="100000"/>
              </a:lnSpc>
              <a:buFont typeface="Arial" panose="020B0604020202090204" pitchFamily="34" charset="0"/>
              <a:buChar char="•"/>
              <a:defRPr/>
            </a:pPr>
            <a:r>
              <a:rPr lang="en-US" altLang="zh-CN" sz="2800">
                <a:sym typeface="+mn-ea"/>
              </a:rPr>
              <a:t>OO</a:t>
            </a:r>
            <a:r>
              <a:rPr lang="zh-CN" altLang="en-US" sz="2800">
                <a:sym typeface="+mn-ea"/>
              </a:rPr>
              <a:t>（</a:t>
            </a:r>
            <a:r>
              <a:rPr lang="en-US" altLang="zh-CN" sz="2800">
                <a:sym typeface="+mn-ea"/>
              </a:rPr>
              <a:t>Object-oriented</a:t>
            </a:r>
            <a:r>
              <a:rPr lang="zh-CN" altLang="en-US" sz="2800">
                <a:sym typeface="+mn-ea"/>
              </a:rPr>
              <a:t>）：建立</a:t>
            </a:r>
            <a:r>
              <a:rPr lang="zh-CN" altLang="en-US" sz="2800">
                <a:solidFill>
                  <a:srgbClr val="2104FA"/>
                </a:solidFill>
                <a:effectLst>
                  <a:outerShdw blurRad="38100" dist="38100" dir="2700000" algn="tl">
                    <a:srgbClr val="C0C0C0"/>
                  </a:outerShdw>
                </a:effectLst>
                <a:sym typeface="+mn-ea"/>
              </a:rPr>
              <a:t>对象的思维</a:t>
            </a:r>
            <a:r>
              <a:rPr lang="zh-CN" altLang="en-US" sz="2800">
                <a:sym typeface="+mn-ea"/>
              </a:rPr>
              <a:t>方式，对</a:t>
            </a:r>
            <a:r>
              <a:rPr lang="zh-CN" altLang="en-US" sz="2800">
                <a:solidFill>
                  <a:srgbClr val="2104FA"/>
                </a:solidFill>
                <a:effectLst>
                  <a:outerShdw blurRad="38100" dist="38100" dir="2700000" algn="tl">
                    <a:srgbClr val="C0C0C0"/>
                  </a:outerShdw>
                </a:effectLst>
                <a:sym typeface="+mn-ea"/>
              </a:rPr>
              <a:t>面向对象思想和理论</a:t>
            </a:r>
            <a:r>
              <a:rPr lang="zh-CN" altLang="en-US" sz="2800">
                <a:sym typeface="+mn-ea"/>
              </a:rPr>
              <a:t>有进一步的理解</a:t>
            </a:r>
            <a:endParaRPr lang="zh-CN" altLang="en-US" sz="2800">
              <a:sym typeface="+mn-ea"/>
            </a:endParaRPr>
          </a:p>
          <a:p>
            <a:pPr lvl="1" indent="-598805" eaLnBrk="1" hangingPunct="1">
              <a:lnSpc>
                <a:spcPct val="100000"/>
              </a:lnSpc>
              <a:buFont typeface="Arial" panose="020B0604020202090204" pitchFamily="34" charset="0"/>
              <a:buChar char="•"/>
              <a:defRPr/>
            </a:pPr>
            <a:endParaRPr lang="en-US" altLang="zh-CN" sz="2800"/>
          </a:p>
          <a:p>
            <a:pPr lvl="1" indent="-598805" eaLnBrk="1" hangingPunct="1">
              <a:lnSpc>
                <a:spcPct val="150000"/>
              </a:lnSpc>
              <a:buFont typeface="Arial" panose="020B0604020202090204" pitchFamily="34" charset="0"/>
              <a:buChar char="•"/>
              <a:defRPr/>
            </a:pPr>
            <a:r>
              <a:rPr lang="en-US" altLang="zh-CN" sz="2800">
                <a:sym typeface="+mn-ea"/>
              </a:rPr>
              <a:t>UML</a:t>
            </a:r>
            <a:r>
              <a:rPr lang="zh-CN" altLang="en-US" sz="2800">
                <a:sym typeface="+mn-ea"/>
              </a:rPr>
              <a:t>（</a:t>
            </a:r>
            <a:r>
              <a:rPr lang="en-US" altLang="zh-CN" sz="2800">
                <a:sym typeface="+mn-ea"/>
              </a:rPr>
              <a:t>Unified Modeling Language</a:t>
            </a:r>
            <a:r>
              <a:rPr lang="zh-CN" altLang="en-US" sz="2800">
                <a:sym typeface="+mn-ea"/>
              </a:rPr>
              <a:t>）：能够熟练地</a:t>
            </a:r>
            <a:r>
              <a:rPr lang="zh-CN" altLang="en-US" sz="2800">
                <a:solidFill>
                  <a:srgbClr val="2104FA"/>
                </a:solidFill>
                <a:effectLst>
                  <a:outerShdw blurRad="38100" dist="38100" dir="2700000" algn="tl">
                    <a:srgbClr val="C0C0C0"/>
                  </a:outerShdw>
                </a:effectLst>
                <a:sym typeface="+mn-ea"/>
              </a:rPr>
              <a:t>使用</a:t>
            </a:r>
            <a:r>
              <a:rPr lang="en-US" altLang="zh-CN" sz="2800">
                <a:solidFill>
                  <a:srgbClr val="2104FA"/>
                </a:solidFill>
                <a:effectLst>
                  <a:outerShdw blurRad="38100" dist="38100" dir="2700000" algn="tl">
                    <a:srgbClr val="C0C0C0"/>
                  </a:outerShdw>
                </a:effectLst>
                <a:sym typeface="+mn-ea"/>
              </a:rPr>
              <a:t>UML</a:t>
            </a:r>
            <a:r>
              <a:rPr lang="zh-CN" altLang="en-US" sz="2800">
                <a:solidFill>
                  <a:srgbClr val="2104FA"/>
                </a:solidFill>
                <a:effectLst>
                  <a:outerShdw blurRad="38100" dist="38100" dir="2700000" algn="tl">
                    <a:srgbClr val="C0C0C0"/>
                  </a:outerShdw>
                </a:effectLst>
                <a:sym typeface="+mn-ea"/>
              </a:rPr>
              <a:t>表达面向对象的设计思想</a:t>
            </a:r>
            <a:endParaRPr lang="zh-CN" altLang="en-US" sz="2800">
              <a:solidFill>
                <a:schemeClr val="hlink"/>
              </a:solidFill>
              <a:effectLst>
                <a:outerShdw blurRad="38100" dist="38100" dir="2700000" algn="tl">
                  <a:srgbClr val="C0C0C0"/>
                </a:outerShdw>
              </a:effectLst>
              <a:sym typeface="+mn-ea"/>
            </a:endParaRPr>
          </a:p>
          <a:p>
            <a:pPr lvl="1" indent="-598805" eaLnBrk="1" hangingPunct="1">
              <a:lnSpc>
                <a:spcPct val="150000"/>
              </a:lnSpc>
              <a:buFont typeface="Arial" panose="020B0604020202090204" pitchFamily="34" charset="0"/>
              <a:buChar char="•"/>
              <a:defRPr/>
            </a:pPr>
            <a:endParaRPr lang="zh-CN" altLang="en-US" sz="2800">
              <a:solidFill>
                <a:schemeClr val="hlink"/>
              </a:solidFill>
              <a:effectLst>
                <a:outerShdw blurRad="38100" dist="38100" dir="2700000" algn="tl">
                  <a:srgbClr val="C0C0C0"/>
                </a:outerShdw>
              </a:effectLst>
            </a:endParaRPr>
          </a:p>
          <a:p>
            <a:pPr lvl="1" indent="-598805" eaLnBrk="1" hangingPunct="1">
              <a:lnSpc>
                <a:spcPct val="90000"/>
              </a:lnSpc>
              <a:buFont typeface="Arial" panose="020B0604020202090204" pitchFamily="34" charset="0"/>
              <a:buChar char="•"/>
              <a:defRPr/>
            </a:pPr>
            <a:r>
              <a:rPr lang="en-US" altLang="zh-CN" sz="2800">
                <a:sym typeface="+mn-ea"/>
              </a:rPr>
              <a:t>Model</a:t>
            </a:r>
            <a:r>
              <a:rPr lang="zh-CN" altLang="en-US" sz="2800">
                <a:sym typeface="+mn-ea"/>
              </a:rPr>
              <a:t>：运用</a:t>
            </a:r>
            <a:r>
              <a:rPr lang="zh-CN" altLang="en-US" sz="2800">
                <a:solidFill>
                  <a:srgbClr val="2104FA"/>
                </a:solidFill>
                <a:effectLst>
                  <a:outerShdw blurRad="38100" dist="38100" dir="2700000" algn="tl">
                    <a:srgbClr val="C0C0C0"/>
                  </a:outerShdw>
                </a:effectLst>
                <a:sym typeface="+mn-ea"/>
              </a:rPr>
              <a:t>对象技术的一般原则和模式进行应用系统的分析和设计建模</a:t>
            </a:r>
            <a:endParaRPr lang="zh-CN" altLang="en-US" sz="2800">
              <a:solidFill>
                <a:srgbClr val="2104FA"/>
              </a:solidFill>
              <a:effectLst>
                <a:outerShdw blurRad="38100" dist="38100" dir="2700000" algn="tl">
                  <a:srgbClr val="C0C0C0"/>
                </a:outerShdw>
              </a:effectLst>
            </a:endParaRPr>
          </a:p>
          <a:p>
            <a:pPr marL="457200" indent="-457200" eaLnBrk="1" hangingPunct="1">
              <a:lnSpc>
                <a:spcPct val="70000"/>
              </a:lnSpc>
              <a:buFont typeface="Arial" panose="020B0604020202090204" pitchFamily="34" charset="0"/>
              <a:buChar char="•"/>
            </a:pPr>
            <a:endParaRPr lang="zh-CN" altLang="en-US" sz="2800" dirty="0">
              <a:sym typeface="+mn-ea"/>
            </a:endParaRPr>
          </a:p>
          <a:p>
            <a:pPr marL="1066800" lvl="1" indent="-457200" eaLnBrk="1" hangingPunct="1">
              <a:lnSpc>
                <a:spcPct val="110000"/>
              </a:lnSpc>
              <a:buFont typeface="Wingdings" panose="05000000000000000000" charset="0"/>
              <a:buChar char=""/>
              <a:defRPr/>
            </a:pPr>
            <a:endParaRPr lang="zh-CN" altLang="en-US" sz="2600"/>
          </a:p>
          <a:p>
            <a:pPr marL="457200" indent="-457200" eaLnBrk="1" hangingPunct="1">
              <a:lnSpc>
                <a:spcPct val="130000"/>
              </a:lnSpc>
              <a:buFont typeface="Arial" panose="020B0604020202090204" pitchFamily="34" charset="0"/>
              <a:buChar char="•"/>
            </a:pPr>
            <a:endParaRPr lang="zh-CN" altLang="en-US" sz="2600" dirty="0">
              <a:sym typeface="+mn-ea"/>
            </a:endParaRPr>
          </a:p>
        </p:txBody>
      </p:sp>
    </p:spTree>
  </p:cSld>
  <p:clrMapOvr>
    <a:masterClrMapping/>
  </p:clrMapOvr>
  <p:transition spd="slow">
    <p:random/>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3200" b="1" dirty="0" smtClean="0">
                <a:solidFill>
                  <a:srgbClr val="376092"/>
                </a:solidFill>
              </a:rPr>
              <a:t>三大目标间</a:t>
            </a:r>
            <a:r>
              <a:rPr kumimoji="1" lang="zh-CN" altLang="en-US" sz="3200" b="1" dirty="0" smtClean="0">
                <a:solidFill>
                  <a:srgbClr val="376092"/>
                </a:solidFill>
              </a:rPr>
              <a:t>关系</a:t>
            </a:r>
            <a:endParaRPr kumimoji="1" lang="zh-CN" altLang="en-US" sz="32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zh-CN" altLang="en-US" sz="3200" b="1" dirty="0">
                  <a:solidFill>
                    <a:schemeClr val="tx2">
                      <a:lumMod val="75000"/>
                    </a:schemeClr>
                  </a:solidFill>
                  <a:latin typeface="+mj-lt"/>
                  <a:ea typeface="黑体" panose="02010609060101010101" pitchFamily="49" charset="-122"/>
                  <a:cs typeface="+mj-lt"/>
                  <a:sym typeface="+mn-ea"/>
                </a:rPr>
                <a:t>课程目标</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5" name="文本框 4"/>
          <p:cNvSpPr txBox="1"/>
          <p:nvPr/>
        </p:nvSpPr>
        <p:spPr>
          <a:xfrm>
            <a:off x="622935" y="1835785"/>
            <a:ext cx="10724515" cy="3937635"/>
          </a:xfrm>
          <a:prstGeom prst="rect">
            <a:avLst/>
          </a:prstGeom>
          <a:noFill/>
        </p:spPr>
        <p:txBody>
          <a:bodyPr wrap="square" rtlCol="0" anchor="t">
            <a:spAutoFit/>
          </a:bodyPr>
          <a:p>
            <a:pPr marL="648335" lvl="1" indent="-554355" eaLnBrk="1" hangingPunct="1">
              <a:buFont typeface="Arial" panose="020B0604020202090204" pitchFamily="34" charset="0"/>
              <a:buChar char="•"/>
            </a:pPr>
            <a:r>
              <a:rPr lang="en-US" altLang="zh-CN" sz="2800">
                <a:sym typeface="+mn-ea"/>
              </a:rPr>
              <a:t>Model</a:t>
            </a:r>
            <a:r>
              <a:rPr lang="zh-CN" altLang="en-US" sz="2800">
                <a:sym typeface="+mn-ea"/>
              </a:rPr>
              <a:t>：</a:t>
            </a:r>
            <a:r>
              <a:rPr lang="zh-CN" altLang="en-US" sz="2800">
                <a:solidFill>
                  <a:srgbClr val="C00000"/>
                </a:solidFill>
                <a:sym typeface="+mn-ea"/>
              </a:rPr>
              <a:t>建模</a:t>
            </a:r>
            <a:r>
              <a:rPr lang="zh-CN" altLang="en-US" sz="2800">
                <a:sym typeface="+mn-ea"/>
              </a:rPr>
              <a:t>是最终目的</a:t>
            </a:r>
            <a:endParaRPr lang="zh-CN" altLang="en-US" sz="2800">
              <a:sym typeface="+mn-ea"/>
            </a:endParaRPr>
          </a:p>
          <a:p>
            <a:pPr marL="648335" lvl="1" indent="-554355" eaLnBrk="1" hangingPunct="1">
              <a:buFont typeface="Arial" panose="020B0604020202090204" pitchFamily="34" charset="0"/>
              <a:buChar char="•"/>
            </a:pPr>
            <a:endParaRPr lang="zh-CN" altLang="en-US" sz="2800"/>
          </a:p>
          <a:p>
            <a:pPr marL="648335" lvl="1" indent="-554355" eaLnBrk="1" hangingPunct="1">
              <a:buFont typeface="Arial" panose="020B0604020202090204" pitchFamily="34" charset="0"/>
              <a:buChar char="•"/>
            </a:pPr>
            <a:r>
              <a:rPr lang="en-US" altLang="zh-CN" sz="2800">
                <a:sym typeface="+mn-ea"/>
              </a:rPr>
              <a:t>OO</a:t>
            </a:r>
            <a:r>
              <a:rPr lang="zh-CN" altLang="en-US" sz="2800">
                <a:sym typeface="+mn-ea"/>
              </a:rPr>
              <a:t>：面向对象技术是一种建模</a:t>
            </a:r>
            <a:r>
              <a:rPr lang="zh-CN" altLang="en-US" sz="2800">
                <a:solidFill>
                  <a:srgbClr val="C00000"/>
                </a:solidFill>
                <a:sym typeface="+mn-ea"/>
              </a:rPr>
              <a:t>理论</a:t>
            </a:r>
            <a:endParaRPr lang="zh-CN" altLang="en-US" sz="2800">
              <a:sym typeface="+mn-ea"/>
            </a:endParaRPr>
          </a:p>
          <a:p>
            <a:pPr marL="648335" lvl="1" indent="-554355" eaLnBrk="1" hangingPunct="1">
              <a:buFont typeface="Arial" panose="020B0604020202090204" pitchFamily="34" charset="0"/>
              <a:buChar char="•"/>
            </a:pPr>
            <a:endParaRPr lang="zh-CN" altLang="en-US" sz="2800">
              <a:sym typeface="+mn-ea"/>
            </a:endParaRPr>
          </a:p>
          <a:p>
            <a:pPr marL="648335" lvl="1" indent="-554355" eaLnBrk="1" hangingPunct="1">
              <a:buFont typeface="Arial" panose="020B0604020202090204" pitchFamily="34" charset="0"/>
              <a:buChar char="•"/>
            </a:pPr>
            <a:r>
              <a:rPr lang="en-US" altLang="zh-CN" sz="2800">
                <a:sym typeface="+mn-ea"/>
              </a:rPr>
              <a:t>UML</a:t>
            </a:r>
            <a:r>
              <a:rPr lang="zh-CN" altLang="en-US" sz="2800">
                <a:sym typeface="+mn-ea"/>
              </a:rPr>
              <a:t>：统一建模语言是一种体现</a:t>
            </a:r>
            <a:r>
              <a:rPr lang="en-US" altLang="zh-CN" sz="2800">
                <a:sym typeface="+mn-ea"/>
              </a:rPr>
              <a:t>OO</a:t>
            </a:r>
            <a:r>
              <a:rPr lang="zh-CN" altLang="en-US" sz="2800">
                <a:sym typeface="+mn-ea"/>
              </a:rPr>
              <a:t>的建模语言，是将</a:t>
            </a:r>
            <a:r>
              <a:rPr lang="en-US" altLang="zh-CN" sz="2800">
                <a:sym typeface="+mn-ea"/>
              </a:rPr>
              <a:t>OO</a:t>
            </a:r>
            <a:r>
              <a:rPr lang="zh-CN" altLang="en-US" sz="2800">
                <a:sym typeface="+mn-ea"/>
              </a:rPr>
              <a:t>理论转化为实践的</a:t>
            </a:r>
            <a:r>
              <a:rPr lang="zh-CN" altLang="en-US" sz="2800">
                <a:solidFill>
                  <a:srgbClr val="C00000"/>
                </a:solidFill>
                <a:sym typeface="+mn-ea"/>
              </a:rPr>
              <a:t>工具</a:t>
            </a:r>
            <a:endParaRPr lang="zh-CN" altLang="en-US" sz="2800"/>
          </a:p>
          <a:p>
            <a:pPr marL="457200" indent="-457200" eaLnBrk="1" hangingPunct="1">
              <a:lnSpc>
                <a:spcPct val="70000"/>
              </a:lnSpc>
              <a:buFont typeface="Arial" panose="020B0604020202090204" pitchFamily="34" charset="0"/>
              <a:buChar char="•"/>
            </a:pPr>
            <a:endParaRPr lang="zh-CN" altLang="en-US" sz="2800" dirty="0">
              <a:sym typeface="+mn-ea"/>
            </a:endParaRPr>
          </a:p>
          <a:p>
            <a:pPr marL="1066800" lvl="1" indent="-457200" eaLnBrk="1" hangingPunct="1">
              <a:lnSpc>
                <a:spcPct val="110000"/>
              </a:lnSpc>
              <a:buFont typeface="Wingdings" panose="05000000000000000000" charset="0"/>
              <a:buChar char=""/>
              <a:defRPr/>
            </a:pPr>
            <a:endParaRPr lang="zh-CN" altLang="en-US" sz="2600"/>
          </a:p>
          <a:p>
            <a:pPr marL="457200" indent="-457200" eaLnBrk="1" hangingPunct="1">
              <a:lnSpc>
                <a:spcPct val="130000"/>
              </a:lnSpc>
              <a:buFont typeface="Arial" panose="020B0604020202090204" pitchFamily="34" charset="0"/>
              <a:buChar char="•"/>
            </a:pPr>
            <a:endParaRPr lang="zh-CN" altLang="en-US" sz="2600" dirty="0">
              <a:sym typeface="+mn-ea"/>
            </a:endParaRPr>
          </a:p>
        </p:txBody>
      </p:sp>
    </p:spTree>
  </p:cSld>
  <p:clrMapOvr>
    <a:masterClrMapping/>
  </p:clrMapOvr>
  <p:transition spd="slow">
    <p:random/>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1.2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技术</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849630" y="142811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694131" y="1341121"/>
            <a:ext cx="10872184" cy="5400675"/>
          </a:xfrm>
        </p:spPr>
        <p:txBody>
          <a:bodyPr/>
          <a:p>
            <a:pPr eaLnBrk="1" hangingPunct="1"/>
            <a:r>
              <a:rPr lang="zh-CN" altLang="en-US" sz="2800" b="1" dirty="0">
                <a:sym typeface="+mn-ea"/>
              </a:rPr>
              <a:t>面向对象技术</a:t>
            </a:r>
            <a:endParaRPr lang="zh-CN" altLang="en-US" sz="2800" b="1" dirty="0">
              <a:sym typeface="+mn-ea"/>
            </a:endParaRPr>
          </a:p>
          <a:p>
            <a:pPr marL="970280" lvl="1" indent="-512445" eaLnBrk="1" hangingPunct="1">
              <a:buSzPct val="80000"/>
              <a:buFont typeface="Wingdings" panose="05000000000000000000" charset="0"/>
              <a:buChar char=""/>
            </a:pPr>
            <a:r>
              <a:rPr lang="zh-CN" altLang="en-US" sz="2600" dirty="0">
                <a:sym typeface="+mn-ea"/>
              </a:rPr>
              <a:t>是一种看待计算机软件系统的观点</a:t>
            </a:r>
            <a:endParaRPr lang="zh-CN" altLang="en-US" sz="2600" dirty="0"/>
          </a:p>
          <a:p>
            <a:pPr marL="970280" lvl="1" indent="-512445" eaLnBrk="1" hangingPunct="1">
              <a:buSzPct val="80000"/>
              <a:buFont typeface="Wingdings" panose="05000000000000000000" charset="0"/>
              <a:buChar char=""/>
            </a:pPr>
            <a:r>
              <a:rPr lang="zh-CN" altLang="en-US" sz="2600" dirty="0">
                <a:sym typeface="+mn-ea"/>
              </a:rPr>
              <a:t>是一种系统</a:t>
            </a:r>
            <a:r>
              <a:rPr lang="zh-CN" altLang="en-US" sz="2600" dirty="0">
                <a:solidFill>
                  <a:srgbClr val="C00000"/>
                </a:solidFill>
                <a:sym typeface="+mn-ea"/>
              </a:rPr>
              <a:t>分析和设计</a:t>
            </a:r>
            <a:r>
              <a:rPr lang="zh-CN" altLang="en-US" sz="2600" dirty="0">
                <a:sym typeface="+mn-ea"/>
              </a:rPr>
              <a:t>的思想</a:t>
            </a:r>
            <a:endParaRPr lang="zh-CN" altLang="en-US" sz="2600" dirty="0"/>
          </a:p>
          <a:p>
            <a:pPr marL="970280" lvl="1" indent="-512445" eaLnBrk="1" hangingPunct="1">
              <a:buSzPct val="80000"/>
              <a:buFont typeface="Wingdings" panose="05000000000000000000" charset="0"/>
              <a:buChar char=""/>
            </a:pPr>
            <a:r>
              <a:rPr lang="zh-CN" altLang="en-US" sz="2600" dirty="0">
                <a:sym typeface="+mn-ea"/>
              </a:rPr>
              <a:t>是一种编程方法</a:t>
            </a:r>
            <a:endParaRPr lang="zh-CN" altLang="en-US" sz="2600" dirty="0"/>
          </a:p>
          <a:p>
            <a:pPr marL="970280" lvl="1" indent="-512445" eaLnBrk="1" hangingPunct="1">
              <a:buSzPct val="80000"/>
              <a:buFont typeface="Wingdings" panose="05000000000000000000" charset="0"/>
              <a:buChar char=""/>
            </a:pPr>
            <a:r>
              <a:rPr lang="zh-CN" altLang="en-US" sz="2600" dirty="0">
                <a:sym typeface="+mn-ea"/>
              </a:rPr>
              <a:t>是一组设计原则和模式</a:t>
            </a:r>
            <a:endParaRPr lang="zh-CN" altLang="en-US" sz="2600" dirty="0"/>
          </a:p>
          <a:p>
            <a:pPr marL="970280" lvl="1" indent="-512445" eaLnBrk="1" hangingPunct="1">
              <a:buSzPct val="80000"/>
              <a:buFont typeface="Wingdings" panose="05000000000000000000" charset="0"/>
              <a:buChar char=""/>
            </a:pPr>
            <a:r>
              <a:rPr lang="zh-CN" altLang="en-US" sz="2600" dirty="0">
                <a:sym typeface="+mn-ea"/>
              </a:rPr>
              <a:t>是实践者的日常工作</a:t>
            </a:r>
            <a:endParaRPr lang="zh-CN" altLang="en-US" sz="2600" dirty="0"/>
          </a:p>
          <a:p>
            <a:pPr marL="970280" lvl="1" indent="-512445" eaLnBrk="1" hangingPunct="1">
              <a:buSzPct val="80000"/>
              <a:buFont typeface="Wingdings" panose="05000000000000000000" charset="0"/>
              <a:buChar char=""/>
            </a:pPr>
            <a:r>
              <a:rPr lang="zh-CN" altLang="en-US" sz="2600" dirty="0">
                <a:sym typeface="+mn-ea"/>
              </a:rPr>
              <a:t>是吹鼓手、骗子和市场人员口中的“万灵丹”</a:t>
            </a:r>
            <a:endParaRPr lang="zh-CN" altLang="en-US" sz="2600" dirty="0"/>
          </a:p>
          <a:p>
            <a:pPr lvl="1" eaLnBrk="1" hangingPunct="1"/>
            <a:endParaRPr lang="en-US" altLang="zh-CN" sz="2000" dirty="0"/>
          </a:p>
          <a:p>
            <a:pPr lvl="1" eaLnBrk="1" hangingPunct="1"/>
            <a:endParaRPr lang="zh-CN" altLang="en-US" sz="2400" dirty="0"/>
          </a:p>
        </p:txBody>
      </p:sp>
      <p:sp>
        <p:nvSpPr>
          <p:cNvPr id="2" name="文本框 1"/>
          <p:cNvSpPr txBox="1"/>
          <p:nvPr/>
        </p:nvSpPr>
        <p:spPr>
          <a:xfrm>
            <a:off x="9406890" y="1125220"/>
            <a:ext cx="2421890" cy="460375"/>
          </a:xfrm>
          <a:prstGeom prst="rect">
            <a:avLst/>
          </a:prstGeom>
          <a:noFill/>
        </p:spPr>
        <p:txBody>
          <a:bodyPr wrap="none" rtlCol="0" anchor="t">
            <a:spAutoFit/>
          </a:bodyPr>
          <a:p>
            <a:r>
              <a:rPr lang="en-US" altLang="zh-CN" b="1" i="1" dirty="0">
                <a:solidFill>
                  <a:schemeClr val="tx2"/>
                </a:solidFill>
                <a:latin typeface="+mj-lt"/>
                <a:ea typeface="宋体" pitchFamily="2" charset="-122"/>
                <a:cs typeface="+mj-cs"/>
                <a:sym typeface="+mn-ea"/>
              </a:rPr>
              <a:t>----</a:t>
            </a:r>
            <a:r>
              <a:rPr lang="zh-CN" altLang="en-US" b="1" i="1" dirty="0">
                <a:solidFill>
                  <a:schemeClr val="tx2"/>
                </a:solidFill>
                <a:latin typeface="+mj-lt"/>
                <a:ea typeface="宋体" pitchFamily="2" charset="-122"/>
                <a:cs typeface="+mj-cs"/>
                <a:sym typeface="+mn-ea"/>
              </a:rPr>
              <a:t>基本概念回顾</a:t>
            </a:r>
            <a:endParaRPr lang="zh-CN" altLang="en-US"/>
          </a:p>
        </p:txBody>
      </p:sp>
    </p:spTree>
  </p:cSld>
  <p:clrMapOvr>
    <a:masterClrMapping/>
  </p:clrMapOvr>
  <p:transition spd="slow">
    <p:random/>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1.2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技术</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849630" y="142811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694131" y="1628141"/>
            <a:ext cx="10872184" cy="5400675"/>
          </a:xfrm>
        </p:spPr>
        <p:txBody>
          <a:bodyPr/>
          <a:p>
            <a:pPr eaLnBrk="1" hangingPunct="1">
              <a:defRPr/>
            </a:pPr>
            <a:r>
              <a:rPr lang="zh-CN" altLang="en-US" sz="2800" dirty="0">
                <a:sym typeface="+mn-ea"/>
              </a:rPr>
              <a:t>面向对象技术是</a:t>
            </a:r>
            <a:r>
              <a:rPr lang="zh-CN" altLang="en-US" sz="2800" dirty="0">
                <a:solidFill>
                  <a:srgbClr val="FF0000"/>
                </a:solidFill>
                <a:sym typeface="+mn-ea"/>
              </a:rPr>
              <a:t>一系列指导软件构造的原则</a:t>
            </a:r>
            <a:r>
              <a:rPr lang="zh-CN" altLang="en-US" sz="2800" dirty="0">
                <a:sym typeface="+mn-ea"/>
              </a:rPr>
              <a:t>（如抽象、封装、多态等），并通过语言、数据库和其它工具来支持这些原则</a:t>
            </a:r>
            <a:endParaRPr lang="en-US" altLang="zh-CN" sz="2800" dirty="0"/>
          </a:p>
          <a:p>
            <a:pPr marL="951230" lvl="1" indent="-493395" eaLnBrk="1" hangingPunct="1">
              <a:buSzPct val="80000"/>
              <a:buFont typeface="Wingdings" panose="05000000000000000000" charset="0"/>
              <a:buChar char=""/>
              <a:defRPr/>
            </a:pPr>
            <a:r>
              <a:rPr lang="zh-CN" altLang="en-US" sz="2600" dirty="0">
                <a:sym typeface="+mn-ea"/>
              </a:rPr>
              <a:t>从本质上讲，对象技术对一系列相关原则的应用</a:t>
            </a:r>
            <a:endParaRPr lang="en-US" altLang="zh-CN" sz="2600" dirty="0"/>
          </a:p>
          <a:p>
            <a:pPr marL="951230" lvl="1" indent="-493395" eaLnBrk="1" hangingPunct="1">
              <a:buSzPct val="80000"/>
              <a:buFont typeface="Wingdings" panose="05000000000000000000" charset="0"/>
              <a:buChar char=""/>
              <a:defRPr/>
            </a:pPr>
            <a:r>
              <a:rPr lang="zh-CN" altLang="en-US" sz="2600" dirty="0">
                <a:highlight>
                  <a:srgbClr val="FFFF00"/>
                </a:highlight>
                <a:sym typeface="+mn-ea"/>
              </a:rPr>
              <a:t>面向对象技术 </a:t>
            </a:r>
            <a:r>
              <a:rPr lang="en-US" altLang="zh-CN" sz="2600" dirty="0">
                <a:highlight>
                  <a:srgbClr val="FFFF00"/>
                </a:highlight>
                <a:sym typeface="+mn-ea"/>
              </a:rPr>
              <a:t>= </a:t>
            </a:r>
            <a:r>
              <a:rPr lang="zh-CN" altLang="en-US" sz="2600" dirty="0">
                <a:highlight>
                  <a:srgbClr val="FFFF00"/>
                </a:highlight>
                <a:sym typeface="+mn-ea"/>
              </a:rPr>
              <a:t>类</a:t>
            </a:r>
            <a:r>
              <a:rPr lang="en-US" altLang="zh-CN" sz="2600" dirty="0">
                <a:highlight>
                  <a:srgbClr val="FFFF00"/>
                </a:highlight>
                <a:sym typeface="+mn-ea"/>
              </a:rPr>
              <a:t>+</a:t>
            </a:r>
            <a:r>
              <a:rPr lang="zh-CN" altLang="en-US" sz="2600" dirty="0">
                <a:highlight>
                  <a:srgbClr val="FFFF00"/>
                </a:highlight>
                <a:sym typeface="+mn-ea"/>
              </a:rPr>
              <a:t>对象</a:t>
            </a:r>
            <a:r>
              <a:rPr lang="en-US" altLang="zh-CN" sz="2600" dirty="0">
                <a:highlight>
                  <a:srgbClr val="FFFF00"/>
                </a:highlight>
                <a:sym typeface="+mn-ea"/>
              </a:rPr>
              <a:t>+</a:t>
            </a:r>
            <a:r>
              <a:rPr lang="zh-CN" altLang="en-US" sz="2600" dirty="0">
                <a:highlight>
                  <a:srgbClr val="FFFF00"/>
                </a:highlight>
                <a:sym typeface="+mn-ea"/>
              </a:rPr>
              <a:t>抽象</a:t>
            </a:r>
            <a:r>
              <a:rPr lang="en-US" altLang="zh-CN" sz="2600" dirty="0">
                <a:highlight>
                  <a:srgbClr val="FFFF00"/>
                </a:highlight>
                <a:sym typeface="+mn-ea"/>
              </a:rPr>
              <a:t>+</a:t>
            </a:r>
            <a:r>
              <a:rPr lang="zh-CN" altLang="en-US" sz="2600" dirty="0">
                <a:highlight>
                  <a:srgbClr val="FFFF00"/>
                </a:highlight>
                <a:sym typeface="+mn-ea"/>
              </a:rPr>
              <a:t>封装</a:t>
            </a:r>
            <a:r>
              <a:rPr lang="en-US" altLang="zh-CN" sz="2600" dirty="0">
                <a:highlight>
                  <a:srgbClr val="FFFF00"/>
                </a:highlight>
                <a:sym typeface="+mn-ea"/>
              </a:rPr>
              <a:t>+</a:t>
            </a:r>
            <a:r>
              <a:rPr lang="zh-CN" altLang="en-US" sz="2600" dirty="0">
                <a:highlight>
                  <a:srgbClr val="FFFF00"/>
                </a:highlight>
                <a:sym typeface="+mn-ea"/>
              </a:rPr>
              <a:t>继承</a:t>
            </a:r>
            <a:r>
              <a:rPr lang="en-US" altLang="zh-CN" sz="2600" dirty="0">
                <a:highlight>
                  <a:srgbClr val="FFFF00"/>
                </a:highlight>
                <a:sym typeface="+mn-ea"/>
              </a:rPr>
              <a:t>+</a:t>
            </a:r>
            <a:r>
              <a:rPr lang="zh-CN" altLang="en-US" sz="2600" dirty="0">
                <a:highlight>
                  <a:srgbClr val="FFFF00"/>
                </a:highlight>
                <a:sym typeface="+mn-ea"/>
              </a:rPr>
              <a:t>多态</a:t>
            </a:r>
            <a:r>
              <a:rPr lang="en-US" altLang="zh-CN" sz="2600" dirty="0">
                <a:highlight>
                  <a:srgbClr val="FFFF00"/>
                </a:highlight>
                <a:sym typeface="+mn-ea"/>
              </a:rPr>
              <a:t>+</a:t>
            </a:r>
            <a:r>
              <a:rPr lang="zh-CN" altLang="en-US" sz="2600" dirty="0">
                <a:highlight>
                  <a:srgbClr val="FFFF00"/>
                </a:highlight>
                <a:sym typeface="+mn-ea"/>
              </a:rPr>
              <a:t>消息</a:t>
            </a:r>
            <a:r>
              <a:rPr lang="en-US" altLang="zh-CN" sz="2600" dirty="0">
                <a:highlight>
                  <a:srgbClr val="FFFF00"/>
                </a:highlight>
                <a:sym typeface="+mn-ea"/>
              </a:rPr>
              <a:t>…</a:t>
            </a:r>
            <a:endParaRPr lang="en-US" altLang="zh-CN" sz="2600" dirty="0">
              <a:highlight>
                <a:srgbClr val="FFFF00"/>
              </a:highlight>
            </a:endParaRPr>
          </a:p>
          <a:p>
            <a:pPr lvl="1" eaLnBrk="1" hangingPunct="1"/>
            <a:endParaRPr lang="en-US" altLang="zh-CN" sz="2000" dirty="0"/>
          </a:p>
          <a:p>
            <a:pPr lvl="1" eaLnBrk="1" hangingPunct="1"/>
            <a:endParaRPr lang="zh-CN" altLang="en-US" sz="2400" dirty="0"/>
          </a:p>
        </p:txBody>
      </p:sp>
      <p:sp>
        <p:nvSpPr>
          <p:cNvPr id="2" name="文本框 1"/>
          <p:cNvSpPr txBox="1"/>
          <p:nvPr/>
        </p:nvSpPr>
        <p:spPr>
          <a:xfrm>
            <a:off x="9406890" y="1125220"/>
            <a:ext cx="2421890" cy="460375"/>
          </a:xfrm>
          <a:prstGeom prst="rect">
            <a:avLst/>
          </a:prstGeom>
          <a:noFill/>
        </p:spPr>
        <p:txBody>
          <a:bodyPr wrap="none" rtlCol="0" anchor="t">
            <a:spAutoFit/>
          </a:bodyPr>
          <a:p>
            <a:r>
              <a:rPr lang="en-US" altLang="zh-CN" b="1" i="1" dirty="0">
                <a:solidFill>
                  <a:schemeClr val="tx2"/>
                </a:solidFill>
                <a:latin typeface="+mj-lt"/>
                <a:ea typeface="宋体" pitchFamily="2" charset="-122"/>
                <a:cs typeface="+mj-cs"/>
                <a:sym typeface="+mn-ea"/>
              </a:rPr>
              <a:t>----</a:t>
            </a:r>
            <a:r>
              <a:rPr lang="zh-CN" altLang="en-US" b="1" i="1" dirty="0">
                <a:solidFill>
                  <a:schemeClr val="tx2"/>
                </a:solidFill>
                <a:latin typeface="+mj-lt"/>
                <a:ea typeface="宋体" pitchFamily="2" charset="-122"/>
                <a:cs typeface="+mj-cs"/>
                <a:sym typeface="+mn-ea"/>
              </a:rPr>
              <a:t>基本概念回顾</a:t>
            </a:r>
            <a:endParaRPr lang="zh-CN" altLang="en-US"/>
          </a:p>
        </p:txBody>
      </p:sp>
    </p:spTree>
  </p:cSld>
  <p:clrMapOvr>
    <a:masterClrMapping/>
  </p:clrMapOvr>
  <p:transition spd="slow">
    <p:random/>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1.2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技术</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849630" y="142811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25856"/>
            <a:ext cx="10872184" cy="5400675"/>
          </a:xfrm>
        </p:spPr>
        <p:txBody>
          <a:bodyPr/>
          <a:p>
            <a:pPr eaLnBrk="1" hangingPunct="1">
              <a:defRPr/>
            </a:pPr>
            <a:r>
              <a:rPr lang="zh-CN" altLang="en-US" sz="2800" dirty="0">
                <a:sym typeface="+mn-ea"/>
              </a:rPr>
              <a:t>面向对象技术的发展</a:t>
            </a:r>
            <a:r>
              <a:rPr lang="zh-CN" altLang="en-US" sz="2800" dirty="0">
                <a:sym typeface="+mn-ea"/>
              </a:rPr>
              <a:t>历史</a:t>
            </a:r>
            <a:endParaRPr lang="en-US" altLang="zh-CN" sz="2000" dirty="0"/>
          </a:p>
          <a:p>
            <a:pPr lvl="1" eaLnBrk="1" hangingPunct="1"/>
            <a:endParaRPr lang="zh-CN" altLang="en-US" sz="2400" dirty="0"/>
          </a:p>
        </p:txBody>
      </p:sp>
      <p:sp>
        <p:nvSpPr>
          <p:cNvPr id="51204" name="Line 3"/>
          <p:cNvSpPr>
            <a:spLocks noChangeShapeType="1"/>
          </p:cNvSpPr>
          <p:nvPr/>
        </p:nvSpPr>
        <p:spPr bwMode="auto">
          <a:xfrm>
            <a:off x="2135188" y="3924300"/>
            <a:ext cx="7848600" cy="0"/>
          </a:xfrm>
          <a:prstGeom prst="line">
            <a:avLst/>
          </a:prstGeom>
          <a:noFill/>
          <a:ln w="76200">
            <a:solidFill>
              <a:schemeClr val="tx1"/>
            </a:solidFill>
            <a:miter lim="800000"/>
            <a:tailEnd type="arrow" w="med" len="med"/>
          </a:ln>
          <a:extLst>
            <a:ext uri="{909E8E84-426E-40DD-AFC4-6F175D3DCCD1}">
              <a14:hiddenFill xmlns:a14="http://schemas.microsoft.com/office/drawing/2010/main">
                <a:noFill/>
              </a14:hiddenFill>
            </a:ext>
          </a:extLst>
        </p:spPr>
        <p:txBody>
          <a:bodyPr wrap="none"/>
          <a:p>
            <a:endParaRPr lang="zh-CN" altLang="en-US"/>
          </a:p>
        </p:txBody>
      </p:sp>
      <p:sp>
        <p:nvSpPr>
          <p:cNvPr id="51205" name="AutoShape 4"/>
          <p:cNvSpPr>
            <a:spLocks noChangeArrowheads="1"/>
          </p:cNvSpPr>
          <p:nvPr/>
        </p:nvSpPr>
        <p:spPr bwMode="auto">
          <a:xfrm>
            <a:off x="2208213" y="2987678"/>
            <a:ext cx="576262" cy="504825"/>
          </a:xfrm>
          <a:prstGeom prst="triangle">
            <a:avLst>
              <a:gd name="adj" fmla="val 50000"/>
            </a:avLst>
          </a:prstGeom>
          <a:solidFill>
            <a:srgbClr val="333333"/>
          </a:solidFill>
          <a:ln w="9525">
            <a:solidFill>
              <a:schemeClr val="tx1"/>
            </a:solidFill>
            <a:miter lim="800000"/>
          </a:ln>
        </p:spPr>
        <p:txBody>
          <a:bodyPr wrap="none" anchor="ctr"/>
          <a:p>
            <a:endParaRPr lang="zh-CN" altLang="en-US">
              <a:solidFill>
                <a:schemeClr val="tx1"/>
              </a:solidFill>
            </a:endParaRPr>
          </a:p>
        </p:txBody>
      </p:sp>
      <p:sp>
        <p:nvSpPr>
          <p:cNvPr id="394245" name="Text Box 5"/>
          <p:cNvSpPr txBox="1">
            <a:spLocks noChangeArrowheads="1"/>
          </p:cNvSpPr>
          <p:nvPr/>
        </p:nvSpPr>
        <p:spPr bwMode="auto">
          <a:xfrm>
            <a:off x="1774825" y="2268541"/>
            <a:ext cx="1511300" cy="830997"/>
          </a:xfrm>
          <a:prstGeom prst="rect">
            <a:avLst/>
          </a:prstGeom>
          <a:noFill/>
          <a:ln w="9525">
            <a:noFill/>
            <a:miter lim="800000"/>
          </a:ln>
          <a:effectLst/>
        </p:spPr>
        <p:txBody>
          <a:bodyPr>
            <a:spAutoFit/>
          </a:bodyPr>
          <a:p>
            <a:pPr algn="ctr">
              <a:spcBef>
                <a:spcPct val="50000"/>
              </a:spcBef>
              <a:defRPr/>
            </a:pPr>
            <a:r>
              <a:rPr lang="en-US" altLang="zh-CN">
                <a:solidFill>
                  <a:schemeClr val="tx1"/>
                </a:solidFill>
                <a:effectLst>
                  <a:outerShdw blurRad="38100" dist="38100" dir="2700000" algn="tl">
                    <a:srgbClr val="C0C0C0"/>
                  </a:outerShdw>
                </a:effectLst>
              </a:rPr>
              <a:t>Simula</a:t>
            </a:r>
            <a:r>
              <a:rPr lang="zh-CN" altLang="en-US">
                <a:solidFill>
                  <a:schemeClr val="tx1"/>
                </a:solidFill>
                <a:effectLst>
                  <a:outerShdw blurRad="38100" dist="38100" dir="2700000" algn="tl">
                    <a:srgbClr val="C0C0C0"/>
                  </a:outerShdw>
                </a:effectLst>
              </a:rPr>
              <a:t>基本思想</a:t>
            </a:r>
            <a:endParaRPr lang="zh-CN" altLang="en-US">
              <a:solidFill>
                <a:schemeClr val="tx1"/>
              </a:solidFill>
              <a:effectLst>
                <a:outerShdw blurRad="38100" dist="38100" dir="2700000" algn="tl">
                  <a:srgbClr val="C0C0C0"/>
                </a:outerShdw>
              </a:effectLst>
            </a:endParaRPr>
          </a:p>
        </p:txBody>
      </p:sp>
      <p:sp>
        <p:nvSpPr>
          <p:cNvPr id="394246" name="Text Box 6"/>
          <p:cNvSpPr txBox="1">
            <a:spLocks noChangeArrowheads="1"/>
          </p:cNvSpPr>
          <p:nvPr/>
        </p:nvSpPr>
        <p:spPr bwMode="auto">
          <a:xfrm>
            <a:off x="1847850" y="3467103"/>
            <a:ext cx="1295400" cy="396875"/>
          </a:xfrm>
          <a:prstGeom prst="rect">
            <a:avLst/>
          </a:prstGeom>
          <a:noFill/>
          <a:ln w="9525">
            <a:noFill/>
            <a:miter lim="800000"/>
          </a:ln>
          <a:effectLst/>
        </p:spPr>
        <p:txBody>
          <a:bodyPr>
            <a:spAutoFit/>
          </a:bodyPr>
          <a:p>
            <a:pPr algn="ctr">
              <a:spcBef>
                <a:spcPct val="50000"/>
              </a:spcBef>
              <a:defRPr/>
            </a:pPr>
            <a:r>
              <a:rPr lang="en-US" altLang="zh-CN" sz="2000">
                <a:solidFill>
                  <a:schemeClr val="tx1"/>
                </a:solidFill>
                <a:effectLst>
                  <a:outerShdw blurRad="38100" dist="38100" dir="2700000" algn="tl">
                    <a:srgbClr val="C0C0C0"/>
                  </a:outerShdw>
                </a:effectLst>
              </a:rPr>
              <a:t>1967</a:t>
            </a:r>
            <a:endParaRPr lang="en-US" altLang="zh-CN" sz="2000">
              <a:solidFill>
                <a:schemeClr val="tx1"/>
              </a:solidFill>
              <a:effectLst>
                <a:outerShdw blurRad="38100" dist="38100" dir="2700000" algn="tl">
                  <a:srgbClr val="C0C0C0"/>
                </a:outerShdw>
              </a:effectLst>
            </a:endParaRPr>
          </a:p>
        </p:txBody>
      </p:sp>
      <p:sp>
        <p:nvSpPr>
          <p:cNvPr id="51208" name="AutoShape 7"/>
          <p:cNvSpPr>
            <a:spLocks noChangeArrowheads="1"/>
          </p:cNvSpPr>
          <p:nvPr/>
        </p:nvSpPr>
        <p:spPr bwMode="auto">
          <a:xfrm rot="10800000">
            <a:off x="3432178" y="4429128"/>
            <a:ext cx="576263" cy="504825"/>
          </a:xfrm>
          <a:prstGeom prst="triangle">
            <a:avLst>
              <a:gd name="adj" fmla="val 50000"/>
            </a:avLst>
          </a:prstGeom>
          <a:solidFill>
            <a:srgbClr val="333333"/>
          </a:solidFill>
          <a:ln w="9525">
            <a:solidFill>
              <a:schemeClr val="tx1"/>
            </a:solidFill>
            <a:miter lim="800000"/>
          </a:ln>
        </p:spPr>
        <p:txBody>
          <a:bodyPr wrap="none" anchor="ctr"/>
          <a:p>
            <a:endParaRPr lang="zh-CN" altLang="en-US">
              <a:solidFill>
                <a:schemeClr val="tx1"/>
              </a:solidFill>
            </a:endParaRPr>
          </a:p>
        </p:txBody>
      </p:sp>
      <p:sp>
        <p:nvSpPr>
          <p:cNvPr id="394248" name="Text Box 8"/>
          <p:cNvSpPr txBox="1">
            <a:spLocks noChangeArrowheads="1"/>
          </p:cNvSpPr>
          <p:nvPr/>
        </p:nvSpPr>
        <p:spPr bwMode="auto">
          <a:xfrm>
            <a:off x="3071813" y="3995741"/>
            <a:ext cx="1295400" cy="396875"/>
          </a:xfrm>
          <a:prstGeom prst="rect">
            <a:avLst/>
          </a:prstGeom>
          <a:noFill/>
          <a:ln w="9525">
            <a:noFill/>
            <a:miter lim="800000"/>
          </a:ln>
          <a:effectLst/>
        </p:spPr>
        <p:txBody>
          <a:bodyPr>
            <a:spAutoFit/>
          </a:bodyPr>
          <a:p>
            <a:pPr algn="ctr">
              <a:spcBef>
                <a:spcPct val="50000"/>
              </a:spcBef>
              <a:defRPr/>
            </a:pPr>
            <a:r>
              <a:rPr lang="en-US" altLang="zh-CN" sz="2000">
                <a:solidFill>
                  <a:schemeClr val="tx1"/>
                </a:solidFill>
                <a:effectLst>
                  <a:outerShdw blurRad="38100" dist="38100" dir="2700000" algn="tl">
                    <a:srgbClr val="C0C0C0"/>
                  </a:outerShdw>
                </a:effectLst>
              </a:rPr>
              <a:t>1972</a:t>
            </a:r>
            <a:endParaRPr lang="en-US" altLang="zh-CN" sz="2000">
              <a:solidFill>
                <a:schemeClr val="tx1"/>
              </a:solidFill>
              <a:effectLst>
                <a:outerShdw blurRad="38100" dist="38100" dir="2700000" algn="tl">
                  <a:srgbClr val="C0C0C0"/>
                </a:outerShdw>
              </a:effectLst>
            </a:endParaRPr>
          </a:p>
        </p:txBody>
      </p:sp>
      <p:sp>
        <p:nvSpPr>
          <p:cNvPr id="394249" name="Text Box 9"/>
          <p:cNvSpPr txBox="1">
            <a:spLocks noChangeArrowheads="1"/>
          </p:cNvSpPr>
          <p:nvPr/>
        </p:nvSpPr>
        <p:spPr bwMode="auto">
          <a:xfrm>
            <a:off x="2855913" y="4979991"/>
            <a:ext cx="1655762" cy="830997"/>
          </a:xfrm>
          <a:prstGeom prst="rect">
            <a:avLst/>
          </a:prstGeom>
          <a:noFill/>
          <a:ln w="9525">
            <a:noFill/>
            <a:miter lim="800000"/>
          </a:ln>
          <a:effectLst/>
        </p:spPr>
        <p:txBody>
          <a:bodyPr>
            <a:spAutoFit/>
          </a:bodyPr>
          <a:p>
            <a:pPr algn="ctr">
              <a:spcBef>
                <a:spcPct val="50000"/>
              </a:spcBef>
              <a:defRPr/>
            </a:pPr>
            <a:r>
              <a:rPr lang="en-US" altLang="zh-CN">
                <a:solidFill>
                  <a:schemeClr val="tx1"/>
                </a:solidFill>
                <a:effectLst>
                  <a:outerShdw blurRad="38100" dist="38100" dir="2700000" algn="tl">
                    <a:srgbClr val="C0C0C0"/>
                  </a:outerShdw>
                </a:effectLst>
              </a:rPr>
              <a:t>Smalltalk</a:t>
            </a:r>
            <a:r>
              <a:rPr lang="zh-CN" altLang="en-US">
                <a:solidFill>
                  <a:schemeClr val="tx1"/>
                </a:solidFill>
                <a:effectLst>
                  <a:outerShdw blurRad="38100" dist="38100" dir="2700000" algn="tl">
                    <a:srgbClr val="C0C0C0"/>
                  </a:outerShdw>
                </a:effectLst>
              </a:rPr>
              <a:t>实用化</a:t>
            </a:r>
            <a:endParaRPr lang="zh-CN" altLang="en-US">
              <a:solidFill>
                <a:schemeClr val="tx1"/>
              </a:solidFill>
              <a:effectLst>
                <a:outerShdw blurRad="38100" dist="38100" dir="2700000" algn="tl">
                  <a:srgbClr val="C0C0C0"/>
                </a:outerShdw>
              </a:effectLst>
            </a:endParaRPr>
          </a:p>
        </p:txBody>
      </p:sp>
      <p:sp>
        <p:nvSpPr>
          <p:cNvPr id="51211" name="AutoShape 10"/>
          <p:cNvSpPr>
            <a:spLocks noChangeArrowheads="1"/>
          </p:cNvSpPr>
          <p:nvPr/>
        </p:nvSpPr>
        <p:spPr bwMode="auto">
          <a:xfrm>
            <a:off x="4945063" y="2987678"/>
            <a:ext cx="576262" cy="504825"/>
          </a:xfrm>
          <a:prstGeom prst="triangle">
            <a:avLst>
              <a:gd name="adj" fmla="val 50000"/>
            </a:avLst>
          </a:prstGeom>
          <a:solidFill>
            <a:srgbClr val="333333"/>
          </a:solidFill>
          <a:ln w="9525">
            <a:solidFill>
              <a:schemeClr val="tx1"/>
            </a:solidFill>
            <a:miter lim="800000"/>
          </a:ln>
        </p:spPr>
        <p:txBody>
          <a:bodyPr wrap="none" anchor="ctr"/>
          <a:p>
            <a:endParaRPr lang="zh-CN" altLang="en-US">
              <a:solidFill>
                <a:schemeClr val="tx1"/>
              </a:solidFill>
            </a:endParaRPr>
          </a:p>
        </p:txBody>
      </p:sp>
      <p:sp>
        <p:nvSpPr>
          <p:cNvPr id="394251" name="Text Box 11"/>
          <p:cNvSpPr txBox="1">
            <a:spLocks noChangeArrowheads="1"/>
          </p:cNvSpPr>
          <p:nvPr/>
        </p:nvSpPr>
        <p:spPr bwMode="auto">
          <a:xfrm>
            <a:off x="4584700" y="2238378"/>
            <a:ext cx="1295400" cy="830997"/>
          </a:xfrm>
          <a:prstGeom prst="rect">
            <a:avLst/>
          </a:prstGeom>
          <a:noFill/>
          <a:ln w="9525">
            <a:noFill/>
            <a:miter lim="800000"/>
          </a:ln>
          <a:effectLst/>
        </p:spPr>
        <p:txBody>
          <a:bodyPr>
            <a:spAutoFit/>
          </a:bodyPr>
          <a:p>
            <a:pPr algn="ctr">
              <a:spcBef>
                <a:spcPct val="50000"/>
              </a:spcBef>
              <a:defRPr/>
            </a:pPr>
            <a:r>
              <a:rPr lang="en-US" altLang="zh-CN">
                <a:solidFill>
                  <a:schemeClr val="tx1"/>
                </a:solidFill>
                <a:effectLst>
                  <a:outerShdw blurRad="38100" dist="38100" dir="2700000" algn="tl">
                    <a:srgbClr val="C0C0C0"/>
                  </a:outerShdw>
                </a:effectLst>
              </a:rPr>
              <a:t>C++</a:t>
            </a:r>
            <a:br>
              <a:rPr lang="en-US" altLang="zh-CN">
                <a:solidFill>
                  <a:schemeClr val="tx1"/>
                </a:solidFill>
                <a:effectLst>
                  <a:outerShdw blurRad="38100" dist="38100" dir="2700000" algn="tl">
                    <a:srgbClr val="C0C0C0"/>
                  </a:outerShdw>
                </a:effectLst>
              </a:rPr>
            </a:br>
            <a:r>
              <a:rPr lang="zh-CN" altLang="en-US">
                <a:solidFill>
                  <a:schemeClr val="tx1"/>
                </a:solidFill>
                <a:effectLst>
                  <a:outerShdw blurRad="38100" dist="38100" dir="2700000" algn="tl">
                    <a:srgbClr val="C0C0C0"/>
                  </a:outerShdw>
                </a:effectLst>
              </a:rPr>
              <a:t>商业化</a:t>
            </a:r>
            <a:endParaRPr lang="zh-CN" altLang="en-US">
              <a:solidFill>
                <a:schemeClr val="tx1"/>
              </a:solidFill>
              <a:effectLst>
                <a:outerShdw blurRad="38100" dist="38100" dir="2700000" algn="tl">
                  <a:srgbClr val="C0C0C0"/>
                </a:outerShdw>
              </a:effectLst>
            </a:endParaRPr>
          </a:p>
        </p:txBody>
      </p:sp>
      <p:sp>
        <p:nvSpPr>
          <p:cNvPr id="394252" name="Text Box 12"/>
          <p:cNvSpPr txBox="1">
            <a:spLocks noChangeArrowheads="1"/>
          </p:cNvSpPr>
          <p:nvPr/>
        </p:nvSpPr>
        <p:spPr bwMode="auto">
          <a:xfrm>
            <a:off x="4584700" y="3467103"/>
            <a:ext cx="1295400" cy="396875"/>
          </a:xfrm>
          <a:prstGeom prst="rect">
            <a:avLst/>
          </a:prstGeom>
          <a:noFill/>
          <a:ln w="9525">
            <a:noFill/>
            <a:miter lim="800000"/>
          </a:ln>
          <a:effectLst/>
        </p:spPr>
        <p:txBody>
          <a:bodyPr>
            <a:spAutoFit/>
          </a:bodyPr>
          <a:p>
            <a:pPr algn="ctr">
              <a:spcBef>
                <a:spcPct val="50000"/>
              </a:spcBef>
              <a:defRPr/>
            </a:pPr>
            <a:r>
              <a:rPr lang="en-US" altLang="zh-CN" sz="2000">
                <a:solidFill>
                  <a:schemeClr val="tx1"/>
                </a:solidFill>
                <a:effectLst>
                  <a:outerShdw blurRad="38100" dist="38100" dir="2700000" algn="tl">
                    <a:srgbClr val="C0C0C0"/>
                  </a:outerShdw>
                </a:effectLst>
              </a:rPr>
              <a:t>1980s</a:t>
            </a:r>
            <a:endParaRPr lang="en-US" altLang="zh-CN" sz="2000">
              <a:solidFill>
                <a:schemeClr val="tx1"/>
              </a:solidFill>
              <a:effectLst>
                <a:outerShdw blurRad="38100" dist="38100" dir="2700000" algn="tl">
                  <a:srgbClr val="C0C0C0"/>
                </a:outerShdw>
              </a:effectLst>
            </a:endParaRPr>
          </a:p>
        </p:txBody>
      </p:sp>
      <p:sp>
        <p:nvSpPr>
          <p:cNvPr id="51214" name="AutoShape 13"/>
          <p:cNvSpPr>
            <a:spLocks noChangeArrowheads="1"/>
          </p:cNvSpPr>
          <p:nvPr/>
        </p:nvSpPr>
        <p:spPr bwMode="auto">
          <a:xfrm rot="10800000">
            <a:off x="6529388" y="4429128"/>
            <a:ext cx="576262" cy="504825"/>
          </a:xfrm>
          <a:prstGeom prst="triangle">
            <a:avLst>
              <a:gd name="adj" fmla="val 50000"/>
            </a:avLst>
          </a:prstGeom>
          <a:solidFill>
            <a:srgbClr val="333333"/>
          </a:solidFill>
          <a:ln w="9525">
            <a:solidFill>
              <a:schemeClr val="tx1"/>
            </a:solidFill>
            <a:miter lim="800000"/>
          </a:ln>
        </p:spPr>
        <p:txBody>
          <a:bodyPr wrap="none" anchor="ctr"/>
          <a:p>
            <a:endParaRPr lang="zh-CN" altLang="en-US">
              <a:solidFill>
                <a:schemeClr val="tx1"/>
              </a:solidFill>
            </a:endParaRPr>
          </a:p>
        </p:txBody>
      </p:sp>
      <p:sp>
        <p:nvSpPr>
          <p:cNvPr id="394254" name="Text Box 14"/>
          <p:cNvSpPr txBox="1">
            <a:spLocks noChangeArrowheads="1"/>
          </p:cNvSpPr>
          <p:nvPr/>
        </p:nvSpPr>
        <p:spPr bwMode="auto">
          <a:xfrm>
            <a:off x="6169025" y="3995741"/>
            <a:ext cx="1295400" cy="396875"/>
          </a:xfrm>
          <a:prstGeom prst="rect">
            <a:avLst/>
          </a:prstGeom>
          <a:noFill/>
          <a:ln w="9525">
            <a:noFill/>
            <a:miter lim="800000"/>
          </a:ln>
          <a:effectLst/>
        </p:spPr>
        <p:txBody>
          <a:bodyPr>
            <a:spAutoFit/>
          </a:bodyPr>
          <a:p>
            <a:pPr algn="ctr">
              <a:spcBef>
                <a:spcPct val="50000"/>
              </a:spcBef>
              <a:defRPr/>
            </a:pPr>
            <a:r>
              <a:rPr lang="en-US" altLang="zh-CN" sz="2000">
                <a:solidFill>
                  <a:schemeClr val="tx1"/>
                </a:solidFill>
                <a:effectLst>
                  <a:outerShdw blurRad="38100" dist="38100" dir="2700000" algn="tl">
                    <a:srgbClr val="C0C0C0"/>
                  </a:outerShdw>
                </a:effectLst>
              </a:rPr>
              <a:t>1995</a:t>
            </a:r>
            <a:endParaRPr lang="en-US" altLang="zh-CN" sz="2000">
              <a:solidFill>
                <a:schemeClr val="tx1"/>
              </a:solidFill>
              <a:effectLst>
                <a:outerShdw blurRad="38100" dist="38100" dir="2700000" algn="tl">
                  <a:srgbClr val="C0C0C0"/>
                </a:outerShdw>
              </a:effectLst>
            </a:endParaRPr>
          </a:p>
        </p:txBody>
      </p:sp>
      <p:sp>
        <p:nvSpPr>
          <p:cNvPr id="394255" name="Text Box 15"/>
          <p:cNvSpPr txBox="1">
            <a:spLocks noChangeArrowheads="1"/>
          </p:cNvSpPr>
          <p:nvPr/>
        </p:nvSpPr>
        <p:spPr bwMode="auto">
          <a:xfrm>
            <a:off x="5664200" y="4979991"/>
            <a:ext cx="2374900" cy="830997"/>
          </a:xfrm>
          <a:prstGeom prst="rect">
            <a:avLst/>
          </a:prstGeom>
          <a:noFill/>
          <a:ln w="9525">
            <a:noFill/>
            <a:miter lim="800000"/>
          </a:ln>
          <a:effectLst/>
        </p:spPr>
        <p:txBody>
          <a:bodyPr>
            <a:spAutoFit/>
          </a:bodyPr>
          <a:p>
            <a:pPr algn="ctr">
              <a:spcBef>
                <a:spcPct val="50000"/>
              </a:spcBef>
              <a:defRPr/>
            </a:pPr>
            <a:r>
              <a:rPr lang="en-US" altLang="zh-CN">
                <a:solidFill>
                  <a:schemeClr val="tx1"/>
                </a:solidFill>
                <a:effectLst>
                  <a:outerShdw blurRad="38100" dist="38100" dir="2700000" algn="tl">
                    <a:srgbClr val="C0C0C0"/>
                  </a:outerShdw>
                </a:effectLst>
              </a:rPr>
              <a:t>Java</a:t>
            </a:r>
            <a:br>
              <a:rPr lang="en-US" altLang="zh-CN">
                <a:solidFill>
                  <a:schemeClr val="tx1"/>
                </a:solidFill>
                <a:effectLst>
                  <a:outerShdw blurRad="38100" dist="38100" dir="2700000" algn="tl">
                    <a:srgbClr val="C0C0C0"/>
                  </a:outerShdw>
                </a:effectLst>
              </a:rPr>
            </a:br>
            <a:r>
              <a:rPr lang="zh-CN" altLang="en-US">
                <a:solidFill>
                  <a:schemeClr val="tx1"/>
                </a:solidFill>
                <a:effectLst>
                  <a:outerShdw blurRad="38100" dist="38100" dir="2700000" algn="tl">
                    <a:srgbClr val="C0C0C0"/>
                  </a:outerShdw>
                </a:effectLst>
              </a:rPr>
              <a:t>编程方法的成熟</a:t>
            </a:r>
            <a:endParaRPr lang="zh-CN" altLang="en-US">
              <a:solidFill>
                <a:schemeClr val="tx1"/>
              </a:solidFill>
              <a:effectLst>
                <a:outerShdw blurRad="38100" dist="38100" dir="2700000" algn="tl">
                  <a:srgbClr val="C0C0C0"/>
                </a:outerShdw>
              </a:effectLst>
            </a:endParaRPr>
          </a:p>
        </p:txBody>
      </p:sp>
      <p:sp>
        <p:nvSpPr>
          <p:cNvPr id="51217" name="AutoShape 16"/>
          <p:cNvSpPr>
            <a:spLocks noChangeArrowheads="1"/>
          </p:cNvSpPr>
          <p:nvPr/>
        </p:nvSpPr>
        <p:spPr bwMode="auto">
          <a:xfrm>
            <a:off x="7897813" y="2987678"/>
            <a:ext cx="576262" cy="504825"/>
          </a:xfrm>
          <a:prstGeom prst="triangle">
            <a:avLst>
              <a:gd name="adj" fmla="val 50000"/>
            </a:avLst>
          </a:prstGeom>
          <a:solidFill>
            <a:srgbClr val="333333"/>
          </a:solidFill>
          <a:ln w="9525">
            <a:solidFill>
              <a:schemeClr val="tx1"/>
            </a:solidFill>
            <a:miter lim="800000"/>
          </a:ln>
        </p:spPr>
        <p:txBody>
          <a:bodyPr wrap="none" anchor="ctr"/>
          <a:p>
            <a:endParaRPr lang="zh-CN" altLang="en-US">
              <a:solidFill>
                <a:schemeClr val="tx1"/>
              </a:solidFill>
            </a:endParaRPr>
          </a:p>
        </p:txBody>
      </p:sp>
      <p:sp>
        <p:nvSpPr>
          <p:cNvPr id="394257" name="Text Box 17"/>
          <p:cNvSpPr txBox="1">
            <a:spLocks noChangeArrowheads="1"/>
          </p:cNvSpPr>
          <p:nvPr/>
        </p:nvSpPr>
        <p:spPr bwMode="auto">
          <a:xfrm>
            <a:off x="7248528" y="2201866"/>
            <a:ext cx="1871663" cy="830997"/>
          </a:xfrm>
          <a:prstGeom prst="rect">
            <a:avLst/>
          </a:prstGeom>
          <a:noFill/>
          <a:ln w="9525">
            <a:noFill/>
            <a:miter lim="800000"/>
          </a:ln>
          <a:effectLst/>
        </p:spPr>
        <p:txBody>
          <a:bodyPr>
            <a:spAutoFit/>
          </a:bodyPr>
          <a:p>
            <a:pPr algn="ctr">
              <a:spcBef>
                <a:spcPct val="50000"/>
              </a:spcBef>
              <a:defRPr/>
            </a:pPr>
            <a:r>
              <a:rPr lang="en-US" altLang="zh-CN">
                <a:solidFill>
                  <a:schemeClr val="tx1"/>
                </a:solidFill>
                <a:effectLst>
                  <a:outerShdw blurRad="38100" dist="38100" dir="2700000" algn="tl">
                    <a:srgbClr val="C0C0C0"/>
                  </a:outerShdw>
                </a:effectLst>
              </a:rPr>
              <a:t>UML</a:t>
            </a:r>
            <a:br>
              <a:rPr lang="en-US" altLang="zh-CN">
                <a:solidFill>
                  <a:schemeClr val="tx1"/>
                </a:solidFill>
                <a:effectLst>
                  <a:outerShdw blurRad="38100" dist="38100" dir="2700000" algn="tl">
                    <a:srgbClr val="C0C0C0"/>
                  </a:outerShdw>
                </a:effectLst>
              </a:rPr>
            </a:br>
            <a:r>
              <a:rPr lang="zh-CN" altLang="en-US">
                <a:solidFill>
                  <a:schemeClr val="tx1"/>
                </a:solidFill>
                <a:effectLst>
                  <a:outerShdw blurRad="38100" dist="38100" dir="2700000" algn="tl">
                    <a:srgbClr val="C0C0C0"/>
                  </a:outerShdw>
                </a:effectLst>
              </a:rPr>
              <a:t>统一方法学</a:t>
            </a:r>
            <a:endParaRPr lang="zh-CN" altLang="en-US">
              <a:solidFill>
                <a:schemeClr val="tx1"/>
              </a:solidFill>
              <a:effectLst>
                <a:outerShdw blurRad="38100" dist="38100" dir="2700000" algn="tl">
                  <a:srgbClr val="C0C0C0"/>
                </a:outerShdw>
              </a:effectLst>
            </a:endParaRPr>
          </a:p>
        </p:txBody>
      </p:sp>
      <p:sp>
        <p:nvSpPr>
          <p:cNvPr id="394258" name="Text Box 18"/>
          <p:cNvSpPr txBox="1">
            <a:spLocks noChangeArrowheads="1"/>
          </p:cNvSpPr>
          <p:nvPr/>
        </p:nvSpPr>
        <p:spPr bwMode="auto">
          <a:xfrm>
            <a:off x="7537450" y="3467103"/>
            <a:ext cx="1295400" cy="396875"/>
          </a:xfrm>
          <a:prstGeom prst="rect">
            <a:avLst/>
          </a:prstGeom>
          <a:noFill/>
          <a:ln w="9525">
            <a:noFill/>
            <a:miter lim="800000"/>
          </a:ln>
          <a:effectLst/>
        </p:spPr>
        <p:txBody>
          <a:bodyPr>
            <a:spAutoFit/>
          </a:bodyPr>
          <a:p>
            <a:pPr algn="ctr">
              <a:spcBef>
                <a:spcPct val="50000"/>
              </a:spcBef>
              <a:defRPr/>
            </a:pPr>
            <a:r>
              <a:rPr lang="en-US" altLang="zh-CN" sz="2000">
                <a:solidFill>
                  <a:schemeClr val="tx1"/>
                </a:solidFill>
                <a:effectLst>
                  <a:outerShdw blurRad="38100" dist="38100" dir="2700000" algn="tl">
                    <a:srgbClr val="C0C0C0"/>
                  </a:outerShdw>
                </a:effectLst>
              </a:rPr>
              <a:t>1997</a:t>
            </a:r>
            <a:endParaRPr lang="en-US" altLang="zh-CN" sz="2000">
              <a:solidFill>
                <a:schemeClr val="tx1"/>
              </a:solidFill>
              <a:effectLst>
                <a:outerShdw blurRad="38100" dist="38100" dir="2700000" algn="tl">
                  <a:srgbClr val="C0C0C0"/>
                </a:outerShdw>
              </a:effectLst>
            </a:endParaRPr>
          </a:p>
        </p:txBody>
      </p:sp>
      <p:sp>
        <p:nvSpPr>
          <p:cNvPr id="51220" name="AutoShape 19"/>
          <p:cNvSpPr>
            <a:spLocks noChangeArrowheads="1"/>
          </p:cNvSpPr>
          <p:nvPr/>
        </p:nvSpPr>
        <p:spPr bwMode="auto">
          <a:xfrm rot="10800000">
            <a:off x="9337678" y="4429128"/>
            <a:ext cx="576263" cy="504825"/>
          </a:xfrm>
          <a:prstGeom prst="triangle">
            <a:avLst>
              <a:gd name="adj" fmla="val 50000"/>
            </a:avLst>
          </a:prstGeom>
          <a:solidFill>
            <a:srgbClr val="333333"/>
          </a:solidFill>
          <a:ln w="9525">
            <a:solidFill>
              <a:schemeClr val="tx1"/>
            </a:solidFill>
            <a:miter lim="800000"/>
          </a:ln>
        </p:spPr>
        <p:txBody>
          <a:bodyPr wrap="none" anchor="ctr"/>
          <a:p>
            <a:endParaRPr lang="zh-CN" altLang="en-US">
              <a:solidFill>
                <a:schemeClr val="tx1"/>
              </a:solidFill>
            </a:endParaRPr>
          </a:p>
        </p:txBody>
      </p:sp>
      <p:sp>
        <p:nvSpPr>
          <p:cNvPr id="394260" name="Text Box 20"/>
          <p:cNvSpPr txBox="1">
            <a:spLocks noChangeArrowheads="1"/>
          </p:cNvSpPr>
          <p:nvPr/>
        </p:nvSpPr>
        <p:spPr bwMode="auto">
          <a:xfrm>
            <a:off x="8977313" y="3995741"/>
            <a:ext cx="1295400" cy="396875"/>
          </a:xfrm>
          <a:prstGeom prst="rect">
            <a:avLst/>
          </a:prstGeom>
          <a:noFill/>
          <a:ln w="9525">
            <a:noFill/>
            <a:miter lim="800000"/>
          </a:ln>
          <a:effectLst/>
        </p:spPr>
        <p:txBody>
          <a:bodyPr>
            <a:spAutoFit/>
          </a:bodyPr>
          <a:p>
            <a:pPr algn="ctr">
              <a:spcBef>
                <a:spcPct val="50000"/>
              </a:spcBef>
              <a:defRPr/>
            </a:pPr>
            <a:r>
              <a:rPr lang="en-US" altLang="zh-CN" sz="2000" dirty="0">
                <a:solidFill>
                  <a:schemeClr val="tx1"/>
                </a:solidFill>
                <a:effectLst>
                  <a:outerShdw blurRad="38100" dist="38100" dir="2700000" algn="tl">
                    <a:srgbClr val="C0C0C0"/>
                  </a:outerShdw>
                </a:effectLst>
              </a:rPr>
              <a:t>2010+</a:t>
            </a:r>
            <a:endParaRPr lang="en-US" altLang="zh-CN" sz="2000" dirty="0">
              <a:solidFill>
                <a:schemeClr val="tx1"/>
              </a:solidFill>
              <a:effectLst>
                <a:outerShdw blurRad="38100" dist="38100" dir="2700000" algn="tl">
                  <a:srgbClr val="C0C0C0"/>
                </a:outerShdw>
              </a:effectLst>
            </a:endParaRPr>
          </a:p>
        </p:txBody>
      </p:sp>
      <p:sp>
        <p:nvSpPr>
          <p:cNvPr id="394261" name="Text Box 21"/>
          <p:cNvSpPr txBox="1">
            <a:spLocks noChangeArrowheads="1"/>
          </p:cNvSpPr>
          <p:nvPr/>
        </p:nvSpPr>
        <p:spPr bwMode="auto">
          <a:xfrm>
            <a:off x="8474075" y="4979988"/>
            <a:ext cx="1943100" cy="1569660"/>
          </a:xfrm>
          <a:prstGeom prst="rect">
            <a:avLst/>
          </a:prstGeom>
          <a:noFill/>
          <a:ln w="9525">
            <a:noFill/>
            <a:miter lim="800000"/>
          </a:ln>
          <a:effectLst/>
        </p:spPr>
        <p:txBody>
          <a:bodyPr wrap="square">
            <a:spAutoFit/>
          </a:bodyPr>
          <a:p>
            <a:pPr algn="ctr">
              <a:spcBef>
                <a:spcPct val="50000"/>
              </a:spcBef>
              <a:defRPr/>
            </a:pPr>
            <a:r>
              <a:rPr lang="zh-CN" altLang="en-US" dirty="0">
                <a:solidFill>
                  <a:schemeClr val="tx1"/>
                </a:solidFill>
                <a:effectLst>
                  <a:outerShdw blurRad="38100" dist="38100" dir="2700000" algn="tl">
                    <a:srgbClr val="C0C0C0"/>
                  </a:outerShdw>
                </a:effectLst>
              </a:rPr>
              <a:t>构件</a:t>
            </a:r>
            <a:br>
              <a:rPr lang="zh-CN" altLang="en-US" dirty="0">
                <a:solidFill>
                  <a:schemeClr val="tx1"/>
                </a:solidFill>
                <a:effectLst>
                  <a:outerShdw blurRad="38100" dist="38100" dir="2700000" algn="tl">
                    <a:srgbClr val="C0C0C0"/>
                  </a:outerShdw>
                </a:effectLst>
              </a:rPr>
            </a:br>
            <a:r>
              <a:rPr lang="zh-CN" altLang="en-US" dirty="0">
                <a:solidFill>
                  <a:schemeClr val="tx1"/>
                </a:solidFill>
                <a:effectLst>
                  <a:outerShdw blurRad="38100" dist="38100" dir="2700000" algn="tl">
                    <a:srgbClr val="C0C0C0"/>
                  </a:outerShdw>
                </a:effectLst>
              </a:rPr>
              <a:t>服务</a:t>
            </a:r>
            <a:br>
              <a:rPr lang="zh-CN" altLang="en-US" dirty="0">
                <a:solidFill>
                  <a:schemeClr val="tx1"/>
                </a:solidFill>
                <a:effectLst>
                  <a:outerShdw blurRad="38100" dist="38100" dir="2700000" algn="tl">
                    <a:srgbClr val="C0C0C0"/>
                  </a:outerShdw>
                </a:effectLst>
              </a:rPr>
            </a:br>
            <a:r>
              <a:rPr lang="zh-CN" altLang="en-US" dirty="0">
                <a:solidFill>
                  <a:schemeClr val="tx1"/>
                </a:solidFill>
                <a:effectLst>
                  <a:outerShdw blurRad="38100" dist="38100" dir="2700000" algn="tl">
                    <a:srgbClr val="C0C0C0"/>
                  </a:outerShdw>
                </a:effectLst>
              </a:rPr>
              <a:t>云计算</a:t>
            </a:r>
            <a:br>
              <a:rPr lang="en-US" altLang="zh-CN" dirty="0">
                <a:solidFill>
                  <a:schemeClr val="tx1"/>
                </a:solidFill>
                <a:effectLst>
                  <a:outerShdw blurRad="38100" dist="38100" dir="2700000" algn="tl">
                    <a:srgbClr val="C0C0C0"/>
                  </a:outerShdw>
                </a:effectLst>
              </a:rPr>
            </a:br>
            <a:r>
              <a:rPr lang="zh-CN" altLang="en-US" dirty="0">
                <a:solidFill>
                  <a:schemeClr val="tx1"/>
                </a:solidFill>
                <a:effectLst>
                  <a:outerShdw blurRad="38100" dist="38100" dir="2700000" algn="tl">
                    <a:srgbClr val="C0C0C0"/>
                  </a:outerShdw>
                </a:effectLst>
              </a:rPr>
              <a:t>（纵深发展）</a:t>
            </a:r>
            <a:endParaRPr lang="zh-CN" altLang="en-US" dirty="0">
              <a:solidFill>
                <a:schemeClr val="tx1"/>
              </a:solidFill>
              <a:effectLst>
                <a:outerShdw blurRad="38100" dist="38100" dir="2700000" algn="tl">
                  <a:srgbClr val="C0C0C0"/>
                </a:outerShdw>
              </a:effectLst>
            </a:endParaRPr>
          </a:p>
        </p:txBody>
      </p:sp>
    </p:spTree>
  </p:cSld>
  <p:clrMapOvr>
    <a:masterClrMapping/>
  </p:clrMapOvr>
  <p:transition spd="slow">
    <p:random/>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1.2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技术</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849630" y="142811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445" y="1125855"/>
            <a:ext cx="10498455" cy="5400675"/>
          </a:xfrm>
        </p:spPr>
        <p:txBody>
          <a:bodyPr/>
          <a:p>
            <a:pPr eaLnBrk="1" hangingPunct="1">
              <a:defRPr/>
            </a:pPr>
            <a:r>
              <a:rPr lang="zh-CN" altLang="en-US" sz="2800" dirty="0">
                <a:sym typeface="+mn-ea"/>
              </a:rPr>
              <a:t>面向对象技术的优势</a:t>
            </a:r>
            <a:r>
              <a:rPr lang="en-US" altLang="zh-CN" sz="2800" dirty="0">
                <a:sym typeface="+mn-ea"/>
              </a:rPr>
              <a:t>1</a:t>
            </a:r>
            <a:endParaRPr lang="en-US" altLang="zh-CN" sz="2000" dirty="0"/>
          </a:p>
          <a:p>
            <a:pPr lvl="1" eaLnBrk="1" hangingPunct="1">
              <a:lnSpc>
                <a:spcPct val="100000"/>
              </a:lnSpc>
              <a:buSzPct val="80000"/>
              <a:buFont typeface="Wingdings" panose="05000000000000000000" charset="0"/>
              <a:buChar char=""/>
            </a:pPr>
            <a:r>
              <a:rPr lang="zh-CN" altLang="en-US" sz="2600" b="1">
                <a:solidFill>
                  <a:srgbClr val="C00000"/>
                </a:solidFill>
                <a:sym typeface="+mn-ea"/>
              </a:rPr>
              <a:t>沟通</a:t>
            </a:r>
            <a:endParaRPr lang="zh-CN" altLang="en-US" sz="2600" b="1">
              <a:solidFill>
                <a:srgbClr val="C00000"/>
              </a:solidFill>
            </a:endParaRPr>
          </a:p>
          <a:p>
            <a:pPr lvl="2" eaLnBrk="1" hangingPunct="1">
              <a:lnSpc>
                <a:spcPct val="110000"/>
              </a:lnSpc>
              <a:buFont typeface="Wingdings" panose="05000000000000000000" charset="0"/>
              <a:buChar char=""/>
            </a:pPr>
            <a:r>
              <a:rPr lang="zh-CN" altLang="en-US" sz="2600">
                <a:sym typeface="+mn-ea"/>
              </a:rPr>
              <a:t>顺应人类思维习惯，让软件开发人员在</a:t>
            </a:r>
            <a:r>
              <a:rPr lang="zh-CN" altLang="en-US" sz="2600">
                <a:solidFill>
                  <a:srgbClr val="FF3300"/>
                </a:solidFill>
                <a:sym typeface="+mn-ea"/>
              </a:rPr>
              <a:t>解空间</a:t>
            </a:r>
            <a:r>
              <a:rPr lang="zh-CN" altLang="en-US" sz="2600">
                <a:sym typeface="+mn-ea"/>
              </a:rPr>
              <a:t>中直接模拟</a:t>
            </a:r>
            <a:r>
              <a:rPr lang="zh-CN" altLang="en-US" sz="2600">
                <a:solidFill>
                  <a:srgbClr val="FF3300"/>
                </a:solidFill>
                <a:sym typeface="+mn-ea"/>
              </a:rPr>
              <a:t>问题空间</a:t>
            </a:r>
            <a:r>
              <a:rPr lang="zh-CN" altLang="en-US" sz="2600">
                <a:sym typeface="+mn-ea"/>
              </a:rPr>
              <a:t>中的</a:t>
            </a:r>
            <a:r>
              <a:rPr lang="zh-CN" altLang="en-US" sz="2600">
                <a:highlight>
                  <a:srgbClr val="FFFF00"/>
                </a:highlight>
                <a:sym typeface="+mn-ea"/>
              </a:rPr>
              <a:t>对象及其行为</a:t>
            </a:r>
            <a:endParaRPr lang="zh-CN" altLang="en-US" sz="2600"/>
          </a:p>
          <a:p>
            <a:pPr lvl="1" eaLnBrk="1" hangingPunct="1"/>
            <a:endParaRPr lang="zh-CN" altLang="en-US" sz="2600" dirty="0"/>
          </a:p>
        </p:txBody>
      </p:sp>
      <p:sp>
        <p:nvSpPr>
          <p:cNvPr id="386052" name="AutoShape 4"/>
          <p:cNvSpPr>
            <a:spLocks noChangeArrowheads="1"/>
          </p:cNvSpPr>
          <p:nvPr/>
        </p:nvSpPr>
        <p:spPr bwMode="auto">
          <a:xfrm>
            <a:off x="2641603" y="3571878"/>
            <a:ext cx="2881313" cy="1800225"/>
          </a:xfrm>
          <a:prstGeom prst="cloudCallout">
            <a:avLst>
              <a:gd name="adj1" fmla="val -45921"/>
              <a:gd name="adj2" fmla="val 30069"/>
            </a:avLst>
          </a:prstGeom>
          <a:solidFill>
            <a:srgbClr val="C0C0C0"/>
          </a:solidFill>
          <a:ln w="12700">
            <a:solidFill>
              <a:schemeClr val="tx1"/>
            </a:solidFill>
            <a:round/>
            <a:headEnd type="none" w="sm" len="sm"/>
            <a:tailEnd type="none" w="sm" len="sm"/>
          </a:ln>
          <a:effectLst/>
        </p:spPr>
        <p:txBody>
          <a:bodyPr/>
          <a:p>
            <a:pPr eaLnBrk="0" hangingPunct="0">
              <a:defRPr/>
            </a:pPr>
            <a:r>
              <a:rPr kumimoji="0" lang="en-US" altLang="zh-CN" sz="1600">
                <a:effectLst>
                  <a:outerShdw blurRad="38100" dist="38100" dir="2700000" algn="tl">
                    <a:srgbClr val="FFFFFF"/>
                  </a:outerShdw>
                </a:effectLst>
                <a:latin typeface="Arial" panose="020B0604020202090204" pitchFamily="34" charset="0"/>
              </a:rPr>
              <a:t>PUSH EBX</a:t>
            </a:r>
            <a:endParaRPr kumimoji="0" lang="en-US" altLang="zh-CN" sz="1600">
              <a:effectLst>
                <a:outerShdw blurRad="38100" dist="38100" dir="2700000" algn="tl">
                  <a:srgbClr val="FFFFFF"/>
                </a:outerShdw>
              </a:effectLst>
              <a:latin typeface="Arial" panose="020B0604020202090204" pitchFamily="34" charset="0"/>
            </a:endParaRPr>
          </a:p>
          <a:p>
            <a:pPr eaLnBrk="0" hangingPunct="0">
              <a:defRPr/>
            </a:pPr>
            <a:r>
              <a:rPr kumimoji="0" lang="en-US" altLang="zh-CN" sz="1600">
                <a:effectLst>
                  <a:outerShdw blurRad="38100" dist="38100" dir="2700000" algn="tl">
                    <a:srgbClr val="FFFFFF"/>
                  </a:outerShdw>
                </a:effectLst>
                <a:latin typeface="Arial" panose="020B0604020202090204" pitchFamily="34" charset="0"/>
              </a:rPr>
              <a:t>MOV EBX,EDX</a:t>
            </a:r>
            <a:endParaRPr kumimoji="0" lang="en-US" altLang="zh-CN" sz="1600">
              <a:effectLst>
                <a:outerShdw blurRad="38100" dist="38100" dir="2700000" algn="tl">
                  <a:srgbClr val="FFFFFF"/>
                </a:outerShdw>
              </a:effectLst>
              <a:latin typeface="Arial" panose="020B0604020202090204" pitchFamily="34" charset="0"/>
            </a:endParaRPr>
          </a:p>
          <a:p>
            <a:pPr eaLnBrk="0" hangingPunct="0">
              <a:defRPr/>
            </a:pPr>
            <a:r>
              <a:rPr kumimoji="0" lang="en-US" altLang="zh-CN" sz="1600">
                <a:effectLst>
                  <a:outerShdw blurRad="38100" dist="38100" dir="2700000" algn="tl">
                    <a:srgbClr val="FFFFFF"/>
                  </a:outerShdw>
                </a:effectLst>
                <a:latin typeface="Arial" panose="020B0604020202090204" pitchFamily="34" charset="0"/>
              </a:rPr>
              <a:t>MOV EDX,EAX</a:t>
            </a:r>
            <a:endParaRPr kumimoji="0" lang="en-US" altLang="zh-CN" sz="1600">
              <a:effectLst>
                <a:outerShdw blurRad="38100" dist="38100" dir="2700000" algn="tl">
                  <a:srgbClr val="FFFFFF"/>
                </a:outerShdw>
              </a:effectLst>
              <a:latin typeface="Arial" panose="020B0604020202090204" pitchFamily="34" charset="0"/>
            </a:endParaRPr>
          </a:p>
          <a:p>
            <a:pPr eaLnBrk="0" hangingPunct="0">
              <a:defRPr/>
            </a:pPr>
            <a:r>
              <a:rPr kumimoji="0" lang="en-US" altLang="zh-CN" sz="1600">
                <a:effectLst>
                  <a:outerShdw blurRad="38100" dist="38100" dir="2700000" algn="tl">
                    <a:srgbClr val="FFFFFF"/>
                  </a:outerShdw>
                </a:effectLst>
                <a:latin typeface="Arial" panose="020B0604020202090204" pitchFamily="34" charset="0"/>
              </a:rPr>
              <a:t>SHR EDX,16</a:t>
            </a:r>
            <a:endParaRPr kumimoji="0" lang="en-US" altLang="zh-CN" sz="1600">
              <a:effectLst>
                <a:outerShdw blurRad="38100" dist="38100" dir="2700000" algn="tl">
                  <a:srgbClr val="FFFFFF"/>
                </a:outerShdw>
              </a:effectLst>
              <a:latin typeface="Arial" panose="020B0604020202090204" pitchFamily="34" charset="0"/>
            </a:endParaRPr>
          </a:p>
          <a:p>
            <a:pPr eaLnBrk="0" hangingPunct="0">
              <a:defRPr/>
            </a:pPr>
            <a:r>
              <a:rPr kumimoji="0" lang="en-US" altLang="zh-CN" sz="1600">
                <a:effectLst>
                  <a:outerShdw blurRad="38100" dist="38100" dir="2700000" algn="tl">
                    <a:srgbClr val="FFFFFF"/>
                  </a:outerShdw>
                </a:effectLst>
                <a:latin typeface="Arial" panose="020B0604020202090204" pitchFamily="34" charset="0"/>
              </a:rPr>
              <a:t>DIV BX</a:t>
            </a:r>
            <a:endParaRPr kumimoji="0" lang="en-US" altLang="zh-CN" sz="1600">
              <a:effectLst>
                <a:outerShdw blurRad="38100" dist="38100" dir="2700000" algn="tl">
                  <a:srgbClr val="FFFFFF"/>
                </a:outerShdw>
              </a:effectLst>
              <a:latin typeface="Arial" panose="020B0604020202090204" pitchFamily="34" charset="0"/>
            </a:endParaRPr>
          </a:p>
        </p:txBody>
      </p:sp>
      <p:sp>
        <p:nvSpPr>
          <p:cNvPr id="386053" name="AutoShape 5"/>
          <p:cNvSpPr>
            <a:spLocks noChangeArrowheads="1"/>
          </p:cNvSpPr>
          <p:nvPr/>
        </p:nvSpPr>
        <p:spPr bwMode="auto">
          <a:xfrm>
            <a:off x="5953125" y="3500441"/>
            <a:ext cx="3456508" cy="2160587"/>
          </a:xfrm>
          <a:prstGeom prst="cloudCallout">
            <a:avLst>
              <a:gd name="adj1" fmla="val -46500"/>
              <a:gd name="adj2" fmla="val 30236"/>
            </a:avLst>
          </a:prstGeom>
          <a:solidFill>
            <a:srgbClr val="C0C0C0"/>
          </a:solidFill>
          <a:ln w="12700">
            <a:solidFill>
              <a:schemeClr val="tx1"/>
            </a:solidFill>
            <a:round/>
            <a:headEnd type="none" w="sm" len="sm"/>
            <a:tailEnd type="none" w="sm" len="sm"/>
          </a:ln>
          <a:effectLst/>
        </p:spPr>
        <p:txBody>
          <a:bodyPr/>
          <a:p>
            <a:pPr eaLnBrk="0" hangingPunct="0">
              <a:defRPr/>
            </a:pPr>
            <a:r>
              <a:rPr kumimoji="0" lang="en-US" altLang="zh-CN" sz="1600">
                <a:effectLst>
                  <a:outerShdw blurRad="38100" dist="38100" dir="2700000" algn="tl">
                    <a:srgbClr val="FFFFFF"/>
                  </a:outerShdw>
                </a:effectLst>
                <a:latin typeface="Arial" panose="020B0604020202090204" pitchFamily="34" charset="0"/>
              </a:rPr>
              <a:t>AHare.Run;</a:t>
            </a:r>
            <a:endParaRPr kumimoji="0" lang="en-US" altLang="zh-CN" sz="1600">
              <a:effectLst>
                <a:outerShdw blurRad="38100" dist="38100" dir="2700000" algn="tl">
                  <a:srgbClr val="FFFFFF"/>
                </a:outerShdw>
              </a:effectLst>
              <a:latin typeface="Arial" panose="020B0604020202090204" pitchFamily="34" charset="0"/>
            </a:endParaRPr>
          </a:p>
          <a:p>
            <a:pPr eaLnBrk="0" hangingPunct="0">
              <a:defRPr/>
            </a:pPr>
            <a:r>
              <a:rPr kumimoji="0" lang="en-US" altLang="zh-CN" sz="1600">
                <a:effectLst>
                  <a:outerShdw blurRad="38100" dist="38100" dir="2700000" algn="tl">
                    <a:srgbClr val="FFFFFF"/>
                  </a:outerShdw>
                </a:effectLst>
                <a:latin typeface="Arial" panose="020B0604020202090204" pitchFamily="34" charset="0"/>
              </a:rPr>
              <a:t>ALion.Catch(AHare);</a:t>
            </a:r>
            <a:endParaRPr kumimoji="0" lang="en-US" altLang="zh-CN" sz="1600">
              <a:effectLst>
                <a:outerShdw blurRad="38100" dist="38100" dir="2700000" algn="tl">
                  <a:srgbClr val="FFFFFF"/>
                </a:outerShdw>
              </a:effectLst>
              <a:latin typeface="Arial" panose="020B0604020202090204" pitchFamily="34" charset="0"/>
            </a:endParaRPr>
          </a:p>
          <a:p>
            <a:pPr eaLnBrk="0" hangingPunct="0">
              <a:defRPr/>
            </a:pPr>
            <a:r>
              <a:rPr kumimoji="0" lang="en-US" altLang="zh-CN" sz="1600">
                <a:effectLst>
                  <a:outerShdw blurRad="38100" dist="38100" dir="2700000" algn="tl">
                    <a:srgbClr val="FFFFFF"/>
                  </a:outerShdw>
                </a:effectLst>
                <a:latin typeface="Arial" panose="020B0604020202090204" pitchFamily="34" charset="0"/>
              </a:rPr>
              <a:t>ALion.Kill(AHare);</a:t>
            </a:r>
            <a:endParaRPr kumimoji="0" lang="en-US" altLang="zh-CN" sz="1600">
              <a:effectLst>
                <a:outerShdw blurRad="38100" dist="38100" dir="2700000" algn="tl">
                  <a:srgbClr val="FFFFFF"/>
                </a:outerShdw>
              </a:effectLst>
              <a:latin typeface="Arial" panose="020B0604020202090204" pitchFamily="34" charset="0"/>
            </a:endParaRPr>
          </a:p>
          <a:p>
            <a:pPr eaLnBrk="0" hangingPunct="0">
              <a:defRPr/>
            </a:pPr>
            <a:r>
              <a:rPr kumimoji="0" lang="en-US" altLang="zh-CN" sz="1600">
                <a:effectLst>
                  <a:outerShdw blurRad="38100" dist="38100" dir="2700000" algn="tl">
                    <a:srgbClr val="FFFFFF"/>
                  </a:outerShdw>
                </a:effectLst>
                <a:latin typeface="Arial" panose="020B0604020202090204" pitchFamily="34" charset="0"/>
              </a:rPr>
              <a:t>AHare.Dead;</a:t>
            </a:r>
            <a:endParaRPr kumimoji="0" lang="en-US" altLang="zh-CN" sz="1600">
              <a:effectLst>
                <a:outerShdw blurRad="38100" dist="38100" dir="2700000" algn="tl">
                  <a:srgbClr val="FFFFFF"/>
                </a:outerShdw>
              </a:effectLst>
              <a:latin typeface="Arial" panose="020B0604020202090204" pitchFamily="34" charset="0"/>
            </a:endParaRPr>
          </a:p>
          <a:p>
            <a:pPr eaLnBrk="0" hangingPunct="0">
              <a:defRPr/>
            </a:pPr>
            <a:r>
              <a:rPr kumimoji="0" lang="en-US" altLang="zh-CN" sz="1600">
                <a:effectLst>
                  <a:outerShdw blurRad="38100" dist="38100" dir="2700000" algn="tl">
                    <a:srgbClr val="FFFFFF"/>
                  </a:outerShdw>
                </a:effectLst>
                <a:latin typeface="Arial" panose="020B0604020202090204" pitchFamily="34" charset="0"/>
              </a:rPr>
              <a:t>ALion.Eat;</a:t>
            </a:r>
            <a:endParaRPr kumimoji="0" lang="en-US" altLang="zh-CN" sz="1600">
              <a:effectLst>
                <a:outerShdw blurRad="38100" dist="38100" dir="2700000" algn="tl">
                  <a:srgbClr val="FFFFFF"/>
                </a:outerShdw>
              </a:effectLst>
              <a:latin typeface="Arial" panose="020B0604020202090204" pitchFamily="34" charset="0"/>
            </a:endParaRPr>
          </a:p>
          <a:p>
            <a:pPr eaLnBrk="0" hangingPunct="0">
              <a:defRPr/>
            </a:pPr>
            <a:r>
              <a:rPr kumimoji="0" lang="en-US" altLang="zh-CN" sz="1600">
                <a:effectLst>
                  <a:outerShdw blurRad="38100" dist="38100" dir="2700000" algn="tl">
                    <a:srgbClr val="FFFFFF"/>
                  </a:outerShdw>
                </a:effectLst>
                <a:latin typeface="Arial" panose="020B0604020202090204" pitchFamily="34" charset="0"/>
              </a:rPr>
              <a:t>ALion.Happy;</a:t>
            </a:r>
            <a:endParaRPr kumimoji="0" lang="en-US" altLang="zh-CN" sz="1600">
              <a:effectLst>
                <a:outerShdw blurRad="38100" dist="38100" dir="2700000" algn="tl">
                  <a:srgbClr val="FFFFFF"/>
                </a:outerShdw>
              </a:effectLst>
              <a:latin typeface="Arial" panose="020B0604020202090204" pitchFamily="34" charset="0"/>
            </a:endParaRPr>
          </a:p>
        </p:txBody>
      </p:sp>
      <p:sp>
        <p:nvSpPr>
          <p:cNvPr id="386054" name="Text Box 6"/>
          <p:cNvSpPr txBox="1">
            <a:spLocks noChangeArrowheads="1"/>
          </p:cNvSpPr>
          <p:nvPr/>
        </p:nvSpPr>
        <p:spPr bwMode="auto">
          <a:xfrm>
            <a:off x="1776416" y="5661663"/>
            <a:ext cx="7921625" cy="521970"/>
          </a:xfrm>
          <a:prstGeom prst="rect">
            <a:avLst/>
          </a:prstGeom>
          <a:solidFill>
            <a:schemeClr val="accent4">
              <a:lumMod val="40000"/>
              <a:lumOff val="60000"/>
            </a:schemeClr>
          </a:solidFill>
          <a:ln w="12700">
            <a:noFill/>
            <a:miter lim="800000"/>
            <a:headEnd type="none" w="sm" len="sm"/>
            <a:tailEnd type="none" w="sm" len="sm"/>
          </a:ln>
          <a:effectLst/>
        </p:spPr>
        <p:txBody>
          <a:bodyPr>
            <a:spAutoFit/>
          </a:bodyPr>
          <a:p>
            <a:pPr algn="ctr" eaLnBrk="0" hangingPunct="0">
              <a:spcBef>
                <a:spcPct val="50000"/>
              </a:spcBef>
              <a:defRPr/>
            </a:pPr>
            <a:r>
              <a:rPr kumimoji="0" lang="zh-CN" altLang="en-US" sz="2800">
                <a:solidFill>
                  <a:srgbClr val="FF3300"/>
                </a:solidFill>
                <a:effectLst>
                  <a:outerShdw blurRad="38100" dist="38100" dir="2700000" algn="tl">
                    <a:srgbClr val="C0C0C0"/>
                  </a:outerShdw>
                </a:effectLst>
                <a:latin typeface="Arial" panose="020B0604020202090204" pitchFamily="34" charset="0"/>
              </a:rPr>
              <a:t>在计算机中模拟现实世界的事和物</a:t>
            </a:r>
            <a:endParaRPr kumimoji="0" lang="zh-CN" altLang="en-US" sz="2800">
              <a:solidFill>
                <a:srgbClr val="FF3300"/>
              </a:solidFill>
              <a:effectLst>
                <a:outerShdw blurRad="38100" dist="38100" dir="2700000" algn="tl">
                  <a:srgbClr val="C0C0C0"/>
                </a:outerShdw>
              </a:effectLst>
              <a:latin typeface="Arial" panose="020B0604020202090204" pitchFamily="34" charset="0"/>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86052"/>
                                        </p:tgtEl>
                                        <p:attrNameLst>
                                          <p:attrName>style.visibility</p:attrName>
                                        </p:attrNameLst>
                                      </p:cBhvr>
                                      <p:to>
                                        <p:strVal val="visible"/>
                                      </p:to>
                                    </p:set>
                                    <p:animEffect transition="in" filter="dissolve">
                                      <p:cBhvr>
                                        <p:cTn id="7" dur="500"/>
                                        <p:tgtEl>
                                          <p:spTgt spid="38605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86053"/>
                                        </p:tgtEl>
                                        <p:attrNameLst>
                                          <p:attrName>style.visibility</p:attrName>
                                        </p:attrNameLst>
                                      </p:cBhvr>
                                      <p:to>
                                        <p:strVal val="visible"/>
                                      </p:to>
                                    </p:set>
                                    <p:animEffect transition="in" filter="dissolve">
                                      <p:cBhvr>
                                        <p:cTn id="12" dur="500"/>
                                        <p:tgtEl>
                                          <p:spTgt spid="386053"/>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10" fill="hold" grpId="0" nodeType="clickEffect">
                                  <p:stCondLst>
                                    <p:cond delay="0"/>
                                  </p:stCondLst>
                                  <p:childTnLst>
                                    <p:set>
                                      <p:cBhvr>
                                        <p:cTn id="16" dur="1" fill="hold">
                                          <p:stCondLst>
                                            <p:cond delay="0"/>
                                          </p:stCondLst>
                                        </p:cTn>
                                        <p:tgtEl>
                                          <p:spTgt spid="386054"/>
                                        </p:tgtEl>
                                        <p:attrNameLst>
                                          <p:attrName>style.visibility</p:attrName>
                                        </p:attrNameLst>
                                      </p:cBhvr>
                                      <p:to>
                                        <p:strVal val="visible"/>
                                      </p:to>
                                    </p:set>
                                    <p:anim calcmode="lin" valueType="num">
                                      <p:cBhvr>
                                        <p:cTn id="17" dur="500" fill="hold"/>
                                        <p:tgtEl>
                                          <p:spTgt spid="386054"/>
                                        </p:tgtEl>
                                        <p:attrNameLst>
                                          <p:attrName>ppt_w</p:attrName>
                                        </p:attrNameLst>
                                      </p:cBhvr>
                                      <p:tavLst>
                                        <p:tav tm="0">
                                          <p:val>
                                            <p:fltVal val="0"/>
                                          </p:val>
                                        </p:tav>
                                        <p:tav tm="100000">
                                          <p:val>
                                            <p:strVal val="#ppt_w"/>
                                          </p:val>
                                        </p:tav>
                                      </p:tavLst>
                                    </p:anim>
                                    <p:anim calcmode="lin" valueType="num">
                                      <p:cBhvr>
                                        <p:cTn id="18" dur="500" fill="hold"/>
                                        <p:tgtEl>
                                          <p:spTgt spid="38605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2" grpId="0" bldLvl="0" animBg="1"/>
      <p:bldP spid="386053" grpId="0" bldLvl="0" animBg="1"/>
      <p:bldP spid="386054"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1.2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技术</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849630" y="142811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25856"/>
            <a:ext cx="10872184" cy="5400675"/>
          </a:xfrm>
        </p:spPr>
        <p:txBody>
          <a:bodyPr/>
          <a:p>
            <a:pPr eaLnBrk="1" hangingPunct="1">
              <a:defRPr/>
            </a:pPr>
            <a:r>
              <a:rPr lang="zh-CN" altLang="en-US" sz="2800" dirty="0"/>
              <a:t>实例</a:t>
            </a:r>
            <a:r>
              <a:rPr lang="en-US" altLang="zh-CN" sz="2800" dirty="0"/>
              <a:t> </a:t>
            </a:r>
            <a:r>
              <a:rPr lang="zh-CN" altLang="en-US" sz="2800" dirty="0"/>
              <a:t>——</a:t>
            </a:r>
            <a:r>
              <a:rPr lang="en-US" altLang="zh-CN" sz="2800" dirty="0"/>
              <a:t> </a:t>
            </a:r>
            <a:r>
              <a:rPr lang="zh-CN" altLang="en-US" sz="2800" dirty="0"/>
              <a:t>“东北一家人”</a:t>
            </a:r>
            <a:endParaRPr lang="en-US" altLang="zh-CN" sz="2800" dirty="0"/>
          </a:p>
          <a:p>
            <a:pPr lvl="1" eaLnBrk="1" hangingPunct="1">
              <a:buSzPct val="80000"/>
              <a:buFont typeface="Wingdings" panose="05000000000000000000" charset="0"/>
              <a:buChar char=""/>
            </a:pPr>
            <a:r>
              <a:rPr lang="zh-CN" altLang="en-US" sz="2800">
                <a:latin typeface="宋体" pitchFamily="2" charset="-122"/>
                <a:sym typeface="+mn-ea"/>
              </a:rPr>
              <a:t>东北人都是活雷锋</a:t>
            </a:r>
            <a:endParaRPr lang="zh-CN" altLang="en-US" sz="2800">
              <a:latin typeface="宋体" pitchFamily="2" charset="-122"/>
            </a:endParaRPr>
          </a:p>
          <a:p>
            <a:pPr lvl="2" eaLnBrk="1" hangingPunct="1">
              <a:buSzPct val="80000"/>
              <a:buFont typeface="Wingdings" panose="05000000000000000000" charset="0"/>
              <a:buChar char=""/>
            </a:pPr>
            <a:r>
              <a:rPr lang="zh-CN" altLang="en-US" sz="2800">
                <a:latin typeface="宋体" pitchFamily="2" charset="-122"/>
                <a:sym typeface="+mn-ea"/>
              </a:rPr>
              <a:t>人、东北人、雷锋</a:t>
            </a:r>
            <a:endParaRPr lang="zh-CN" altLang="en-US" sz="2800">
              <a:latin typeface="宋体" pitchFamily="2" charset="-122"/>
            </a:endParaRPr>
          </a:p>
          <a:p>
            <a:pPr lvl="1" eaLnBrk="1" hangingPunct="1">
              <a:buSzPct val="80000"/>
              <a:buFont typeface="Wingdings" panose="05000000000000000000" charset="0"/>
              <a:buChar char=""/>
            </a:pPr>
            <a:endParaRPr lang="zh-CN" altLang="en-US" sz="2800">
              <a:latin typeface="宋体" pitchFamily="2" charset="-122"/>
              <a:sym typeface="+mn-ea"/>
            </a:endParaRPr>
          </a:p>
          <a:p>
            <a:pPr lvl="1" eaLnBrk="1" hangingPunct="1">
              <a:buSzPct val="80000"/>
              <a:buFont typeface="Wingdings" panose="05000000000000000000" charset="0"/>
              <a:buChar char=""/>
            </a:pPr>
            <a:r>
              <a:rPr lang="zh-CN" altLang="en-US" sz="2800">
                <a:latin typeface="宋体" pitchFamily="2" charset="-122"/>
                <a:sym typeface="+mn-ea"/>
              </a:rPr>
              <a:t>老张开车去东北</a:t>
            </a:r>
            <a:r>
              <a:rPr lang="en-US" altLang="zh-CN" sz="2800">
                <a:latin typeface="宋体" pitchFamily="2" charset="-122"/>
                <a:sym typeface="+mn-ea"/>
              </a:rPr>
              <a:t>…… </a:t>
            </a:r>
            <a:r>
              <a:rPr lang="zh-CN" altLang="en-US" sz="2800">
                <a:latin typeface="宋体" pitchFamily="2" charset="-122"/>
                <a:sym typeface="+mn-ea"/>
              </a:rPr>
              <a:t>撞啦！</a:t>
            </a:r>
            <a:endParaRPr lang="zh-CN" altLang="en-US" sz="2800">
              <a:latin typeface="宋体" pitchFamily="2" charset="-122"/>
            </a:endParaRPr>
          </a:p>
          <a:p>
            <a:pPr lvl="2" eaLnBrk="1" hangingPunct="1">
              <a:buFont typeface="Wingdings" panose="05000000000000000000" charset="0"/>
              <a:buChar char=""/>
            </a:pPr>
            <a:r>
              <a:rPr lang="zh-CN" altLang="en-US" sz="2800">
                <a:latin typeface="宋体" pitchFamily="2" charset="-122"/>
                <a:sym typeface="+mn-ea"/>
              </a:rPr>
              <a:t>老张、汽车、开车</a:t>
            </a:r>
            <a:endParaRPr lang="zh-CN" altLang="en-US" sz="2800">
              <a:latin typeface="宋体" pitchFamily="2" charset="-122"/>
            </a:endParaRPr>
          </a:p>
          <a:p>
            <a:pPr lvl="2" eaLnBrk="1" hangingPunct="1">
              <a:buFont typeface="Wingdings" panose="05000000000000000000" charset="0"/>
              <a:buChar char=""/>
            </a:pPr>
            <a:r>
              <a:rPr lang="zh-CN" altLang="en-US" sz="2800">
                <a:latin typeface="宋体" pitchFamily="2" charset="-122"/>
                <a:sym typeface="+mn-ea"/>
              </a:rPr>
              <a:t>撞啦</a:t>
            </a:r>
            <a:endParaRPr lang="zh-CN" altLang="en-US" sz="2800">
              <a:latin typeface="宋体" pitchFamily="2" charset="-122"/>
            </a:endParaRPr>
          </a:p>
          <a:p>
            <a:pPr lvl="1" eaLnBrk="1" hangingPunct="1"/>
            <a:endParaRPr lang="zh-CN" altLang="en-US" sz="2800" dirty="0"/>
          </a:p>
        </p:txBody>
      </p:sp>
    </p:spTree>
  </p:cSld>
  <p:clrMapOvr>
    <a:masterClrMapping/>
  </p:clrMapOvr>
  <p:transition spd="slow">
    <p:random/>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1.2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技术</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849630" y="1413510"/>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25856"/>
            <a:ext cx="10872184" cy="5400675"/>
          </a:xfrm>
        </p:spPr>
        <p:txBody>
          <a:bodyPr/>
          <a:p>
            <a:pPr eaLnBrk="1" hangingPunct="1">
              <a:defRPr/>
            </a:pPr>
            <a:r>
              <a:rPr lang="zh-CN" altLang="en-US" sz="2800" dirty="0"/>
              <a:t>实例</a:t>
            </a:r>
            <a:r>
              <a:rPr lang="en-US" altLang="zh-CN" sz="2800" dirty="0"/>
              <a:t> </a:t>
            </a:r>
            <a:r>
              <a:rPr lang="zh-CN" altLang="en-US" sz="2800" dirty="0"/>
              <a:t>——</a:t>
            </a:r>
            <a:r>
              <a:rPr lang="en-US" altLang="zh-CN" sz="2800" dirty="0"/>
              <a:t> </a:t>
            </a:r>
            <a:r>
              <a:rPr lang="zh-CN" altLang="en-US" sz="2800" dirty="0"/>
              <a:t>“东北一家人”（面向对象</a:t>
            </a:r>
            <a:r>
              <a:rPr lang="zh-CN" altLang="en-US" sz="2800" dirty="0"/>
              <a:t>的表示）</a:t>
            </a:r>
            <a:endParaRPr lang="en-US" altLang="zh-CN" sz="2800" dirty="0"/>
          </a:p>
          <a:p>
            <a:pPr lvl="1" eaLnBrk="1" hangingPunct="1"/>
            <a:endParaRPr lang="zh-CN" altLang="en-US" sz="2800" dirty="0"/>
          </a:p>
        </p:txBody>
      </p:sp>
      <p:sp>
        <p:nvSpPr>
          <p:cNvPr id="389123" name="Text Box 3"/>
          <p:cNvSpPr txBox="1">
            <a:spLocks noChangeArrowheads="1"/>
          </p:cNvSpPr>
          <p:nvPr/>
        </p:nvSpPr>
        <p:spPr bwMode="auto">
          <a:xfrm>
            <a:off x="1594485" y="1773555"/>
            <a:ext cx="3471545" cy="5015865"/>
          </a:xfrm>
          <a:prstGeom prst="rect">
            <a:avLst/>
          </a:prstGeom>
          <a:solidFill>
            <a:schemeClr val="bg2">
              <a:lumMod val="9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lnSpc>
                <a:spcPct val="100000"/>
              </a:lnSpc>
              <a:spcBef>
                <a:spcPct val="40000"/>
              </a:spcBef>
            </a:pPr>
            <a:r>
              <a:rPr kumimoji="0" lang="en-US" altLang="zh-CN" sz="2000" b="0" dirty="0">
                <a:solidFill>
                  <a:schemeClr val="tx2"/>
                </a:solidFill>
                <a:latin typeface="Times New Roman" panose="02020603050405020304" charset="0"/>
                <a:ea typeface="微软雅黑" panose="020B0503020204020204" pitchFamily="34" charset="-122"/>
              </a:rPr>
              <a:t>class </a:t>
            </a:r>
            <a:r>
              <a:rPr kumimoji="0" lang="zh-CN" altLang="en-US" sz="2000" b="0" dirty="0">
                <a:solidFill>
                  <a:srgbClr val="FF0000"/>
                </a:solidFill>
                <a:latin typeface="Times New Roman" panose="02020603050405020304" charset="0"/>
                <a:ea typeface="微软雅黑" panose="020B0503020204020204" pitchFamily="34" charset="-122"/>
              </a:rPr>
              <a:t>人</a:t>
            </a:r>
            <a:r>
              <a:rPr kumimoji="0" lang="zh-CN" altLang="en-US" sz="2000" b="0" dirty="0">
                <a:solidFill>
                  <a:schemeClr val="tx2"/>
                </a:solidFill>
                <a:latin typeface="Times New Roman" panose="02020603050405020304" charset="0"/>
                <a:ea typeface="微软雅黑" panose="020B0503020204020204" pitchFamily="34" charset="-122"/>
              </a:rPr>
              <a:t> </a:t>
            </a:r>
            <a:r>
              <a:rPr kumimoji="0" lang="en-US" altLang="zh-CN" sz="2000" b="0" dirty="0">
                <a:solidFill>
                  <a:schemeClr val="tx2"/>
                </a:solidFill>
                <a:latin typeface="Times New Roman" panose="02020603050405020304" charset="0"/>
                <a:ea typeface="微软雅黑" panose="020B0503020204020204" pitchFamily="34" charset="-122"/>
              </a:rPr>
              <a:t>{</a:t>
            </a:r>
            <a:endParaRPr kumimoji="0" lang="en-US" altLang="zh-CN" sz="2000" b="0" dirty="0">
              <a:solidFill>
                <a:schemeClr val="tx2"/>
              </a:solidFill>
              <a:latin typeface="Times New Roman" panose="02020603050405020304" charset="0"/>
              <a:ea typeface="微软雅黑" panose="020B0503020204020204" pitchFamily="34" charset="-122"/>
            </a:endParaRPr>
          </a:p>
          <a:p>
            <a:pPr eaLnBrk="1" hangingPunct="1">
              <a:lnSpc>
                <a:spcPct val="100000"/>
              </a:lnSpc>
              <a:spcBef>
                <a:spcPct val="40000"/>
              </a:spcBef>
            </a:pPr>
            <a:r>
              <a:rPr kumimoji="0" lang="en-US" altLang="zh-CN" sz="2000" b="0" dirty="0">
                <a:solidFill>
                  <a:schemeClr val="tx2"/>
                </a:solidFill>
                <a:latin typeface="Times New Roman" panose="02020603050405020304" charset="0"/>
                <a:ea typeface="微软雅黑" panose="020B0503020204020204" pitchFamily="34" charset="-122"/>
              </a:rPr>
              <a:t>  Region </a:t>
            </a:r>
            <a:r>
              <a:rPr kumimoji="0" lang="zh-CN" altLang="en-US" sz="2000" b="0" dirty="0">
                <a:solidFill>
                  <a:schemeClr val="tx2"/>
                </a:solidFill>
                <a:latin typeface="Times New Roman" panose="02020603050405020304" charset="0"/>
                <a:ea typeface="微软雅黑" panose="020B0503020204020204" pitchFamily="34" charset="-122"/>
              </a:rPr>
              <a:t>籍贯；</a:t>
            </a:r>
            <a:endParaRPr kumimoji="0" lang="zh-CN" altLang="en-US" sz="2000" b="0" dirty="0">
              <a:solidFill>
                <a:schemeClr val="tx2"/>
              </a:solidFill>
              <a:latin typeface="Times New Roman" panose="02020603050405020304" charset="0"/>
              <a:ea typeface="微软雅黑" panose="020B0503020204020204" pitchFamily="34" charset="-122"/>
            </a:endParaRPr>
          </a:p>
          <a:p>
            <a:pPr eaLnBrk="1" hangingPunct="1">
              <a:lnSpc>
                <a:spcPct val="100000"/>
              </a:lnSpc>
              <a:spcBef>
                <a:spcPct val="40000"/>
              </a:spcBef>
            </a:pPr>
            <a:r>
              <a:rPr kumimoji="0" lang="en-US" altLang="zh-CN" sz="2000" b="0" dirty="0">
                <a:solidFill>
                  <a:schemeClr val="tx2"/>
                </a:solidFill>
                <a:latin typeface="Times New Roman" panose="02020603050405020304" charset="0"/>
                <a:ea typeface="微软雅黑" panose="020B0503020204020204" pitchFamily="34" charset="-122"/>
              </a:rPr>
              <a:t>}</a:t>
            </a:r>
            <a:endParaRPr kumimoji="0" lang="en-US" altLang="zh-CN" sz="2000" b="0" dirty="0">
              <a:solidFill>
                <a:schemeClr val="tx2"/>
              </a:solidFill>
              <a:latin typeface="Times New Roman" panose="02020603050405020304" charset="0"/>
              <a:ea typeface="微软雅黑" panose="020B0503020204020204" pitchFamily="34" charset="-122"/>
            </a:endParaRPr>
          </a:p>
          <a:p>
            <a:pPr eaLnBrk="1" hangingPunct="1">
              <a:lnSpc>
                <a:spcPct val="100000"/>
              </a:lnSpc>
              <a:spcBef>
                <a:spcPct val="40000"/>
              </a:spcBef>
            </a:pPr>
            <a:r>
              <a:rPr kumimoji="0" lang="en-US" altLang="zh-CN" sz="2000" b="0" dirty="0">
                <a:solidFill>
                  <a:schemeClr val="tx2"/>
                </a:solidFill>
                <a:latin typeface="Times New Roman" panose="02020603050405020304" charset="0"/>
                <a:ea typeface="微软雅黑" panose="020B0503020204020204" pitchFamily="34" charset="-122"/>
              </a:rPr>
              <a:t>class </a:t>
            </a:r>
            <a:r>
              <a:rPr kumimoji="0" lang="en-US" altLang="zh-CN" sz="2000" b="0" dirty="0">
                <a:solidFill>
                  <a:srgbClr val="FF0000"/>
                </a:solidFill>
                <a:latin typeface="Times New Roman" panose="02020603050405020304" charset="0"/>
                <a:ea typeface="微软雅黑" panose="020B0503020204020204" pitchFamily="34" charset="-122"/>
              </a:rPr>
              <a:t>Region</a:t>
            </a:r>
            <a:r>
              <a:rPr kumimoji="0" lang="en-US" altLang="zh-CN" sz="2000" b="0" dirty="0">
                <a:solidFill>
                  <a:schemeClr val="tx2"/>
                </a:solidFill>
                <a:latin typeface="Times New Roman" panose="02020603050405020304" charset="0"/>
                <a:ea typeface="微软雅黑" panose="020B0503020204020204" pitchFamily="34" charset="-122"/>
              </a:rPr>
              <a:t> { }</a:t>
            </a:r>
            <a:endParaRPr kumimoji="0" lang="en-US" altLang="zh-CN" sz="2000" b="0" dirty="0">
              <a:solidFill>
                <a:schemeClr val="tx2"/>
              </a:solidFill>
              <a:latin typeface="Times New Roman" panose="02020603050405020304" charset="0"/>
              <a:ea typeface="微软雅黑" panose="020B0503020204020204" pitchFamily="34" charset="-122"/>
            </a:endParaRPr>
          </a:p>
          <a:p>
            <a:pPr eaLnBrk="1" hangingPunct="1">
              <a:lnSpc>
                <a:spcPct val="100000"/>
              </a:lnSpc>
              <a:spcBef>
                <a:spcPct val="40000"/>
              </a:spcBef>
            </a:pPr>
            <a:r>
              <a:rPr kumimoji="0" lang="en-US" altLang="zh-CN" sz="2000" b="0" dirty="0">
                <a:solidFill>
                  <a:schemeClr val="tx2"/>
                </a:solidFill>
                <a:latin typeface="Times New Roman" panose="02020603050405020304" charset="0"/>
                <a:ea typeface="微软雅黑" panose="020B0503020204020204" pitchFamily="34" charset="-122"/>
              </a:rPr>
              <a:t>interface </a:t>
            </a:r>
            <a:r>
              <a:rPr kumimoji="0" lang="zh-CN" altLang="en-US" sz="2000" b="0" dirty="0">
                <a:solidFill>
                  <a:srgbClr val="FF0000"/>
                </a:solidFill>
                <a:latin typeface="Times New Roman" panose="02020603050405020304" charset="0"/>
                <a:ea typeface="微软雅黑" panose="020B0503020204020204" pitchFamily="34" charset="-122"/>
              </a:rPr>
              <a:t>雷锋</a:t>
            </a:r>
            <a:r>
              <a:rPr kumimoji="0" lang="zh-CN" altLang="en-US" sz="2000" b="0" dirty="0">
                <a:solidFill>
                  <a:schemeClr val="tx2"/>
                </a:solidFill>
                <a:latin typeface="Times New Roman" panose="02020603050405020304" charset="0"/>
                <a:ea typeface="微软雅黑" panose="020B0503020204020204" pitchFamily="34" charset="-122"/>
              </a:rPr>
              <a:t> </a:t>
            </a:r>
            <a:r>
              <a:rPr kumimoji="0" lang="en-US" altLang="zh-CN" sz="2000" b="0" dirty="0">
                <a:solidFill>
                  <a:schemeClr val="tx2"/>
                </a:solidFill>
                <a:latin typeface="Times New Roman" panose="02020603050405020304" charset="0"/>
                <a:ea typeface="微软雅黑" panose="020B0503020204020204" pitchFamily="34" charset="-122"/>
              </a:rPr>
              <a:t>{</a:t>
            </a:r>
            <a:endParaRPr kumimoji="0" lang="en-US" altLang="zh-CN" sz="2000" b="0" dirty="0">
              <a:solidFill>
                <a:schemeClr val="tx2"/>
              </a:solidFill>
              <a:latin typeface="Times New Roman" panose="02020603050405020304" charset="0"/>
              <a:ea typeface="微软雅黑" panose="020B0503020204020204" pitchFamily="34" charset="-122"/>
            </a:endParaRPr>
          </a:p>
          <a:p>
            <a:pPr eaLnBrk="1" hangingPunct="1">
              <a:lnSpc>
                <a:spcPct val="100000"/>
              </a:lnSpc>
              <a:spcBef>
                <a:spcPct val="40000"/>
              </a:spcBef>
            </a:pPr>
            <a:r>
              <a:rPr kumimoji="0" lang="en-US" altLang="zh-CN" sz="2000" b="0" dirty="0">
                <a:solidFill>
                  <a:schemeClr val="tx2"/>
                </a:solidFill>
                <a:latin typeface="Times New Roman" panose="02020603050405020304" charset="0"/>
                <a:ea typeface="微软雅黑" panose="020B0503020204020204" pitchFamily="34" charset="-122"/>
              </a:rPr>
              <a:t>  </a:t>
            </a:r>
            <a:r>
              <a:rPr kumimoji="0" lang="en-US" altLang="zh-CN" sz="2000" b="0" dirty="0" err="1">
                <a:solidFill>
                  <a:schemeClr val="tx2"/>
                </a:solidFill>
                <a:latin typeface="Times New Roman" panose="02020603050405020304" charset="0"/>
                <a:ea typeface="微软雅黑" panose="020B0503020204020204" pitchFamily="34" charset="-122"/>
              </a:rPr>
              <a:t>helpPeople</a:t>
            </a:r>
            <a:r>
              <a:rPr kumimoji="0" lang="en-US" altLang="zh-CN" sz="2000" b="0" dirty="0">
                <a:solidFill>
                  <a:schemeClr val="tx2"/>
                </a:solidFill>
                <a:latin typeface="Times New Roman" panose="02020603050405020304" charset="0"/>
                <a:ea typeface="微软雅黑" panose="020B0503020204020204" pitchFamily="34" charset="-122"/>
              </a:rPr>
              <a:t>(){  }</a:t>
            </a:r>
            <a:endParaRPr kumimoji="0" lang="en-US" altLang="zh-CN" sz="2000" b="0" dirty="0">
              <a:solidFill>
                <a:schemeClr val="tx2"/>
              </a:solidFill>
              <a:latin typeface="Times New Roman" panose="02020603050405020304" charset="0"/>
              <a:ea typeface="微软雅黑" panose="020B0503020204020204" pitchFamily="34" charset="-122"/>
            </a:endParaRPr>
          </a:p>
          <a:p>
            <a:pPr eaLnBrk="1" hangingPunct="1">
              <a:lnSpc>
                <a:spcPct val="100000"/>
              </a:lnSpc>
              <a:spcBef>
                <a:spcPct val="40000"/>
              </a:spcBef>
            </a:pPr>
            <a:r>
              <a:rPr kumimoji="0" lang="en-US" altLang="zh-CN" sz="2000" b="0" dirty="0">
                <a:solidFill>
                  <a:schemeClr val="tx2"/>
                </a:solidFill>
                <a:latin typeface="Times New Roman" panose="02020603050405020304" charset="0"/>
                <a:ea typeface="微软雅黑" panose="020B0503020204020204" pitchFamily="34" charset="-122"/>
              </a:rPr>
              <a:t>}</a:t>
            </a:r>
            <a:endParaRPr kumimoji="0" lang="en-US" altLang="zh-CN" sz="2000" b="0" dirty="0">
              <a:solidFill>
                <a:schemeClr val="tx2"/>
              </a:solidFill>
              <a:latin typeface="Times New Roman" panose="02020603050405020304" charset="0"/>
              <a:ea typeface="微软雅黑" panose="020B0503020204020204" pitchFamily="34" charset="-122"/>
            </a:endParaRPr>
          </a:p>
          <a:p>
            <a:pPr eaLnBrk="1" hangingPunct="1">
              <a:lnSpc>
                <a:spcPct val="100000"/>
              </a:lnSpc>
              <a:spcBef>
                <a:spcPct val="40000"/>
              </a:spcBef>
            </a:pPr>
            <a:r>
              <a:rPr kumimoji="0" lang="en-US" altLang="zh-CN" sz="2000" b="0" dirty="0">
                <a:solidFill>
                  <a:schemeClr val="tx2"/>
                </a:solidFill>
                <a:latin typeface="Times New Roman" panose="02020603050405020304" charset="0"/>
                <a:ea typeface="微软雅黑" panose="020B0503020204020204" pitchFamily="34" charset="-122"/>
              </a:rPr>
              <a:t>class </a:t>
            </a:r>
            <a:r>
              <a:rPr kumimoji="0" lang="zh-CN" altLang="en-US" sz="2000" b="0" dirty="0">
                <a:solidFill>
                  <a:srgbClr val="FF0000"/>
                </a:solidFill>
                <a:latin typeface="Times New Roman" panose="02020603050405020304" charset="0"/>
                <a:ea typeface="微软雅黑" panose="020B0503020204020204" pitchFamily="34" charset="-122"/>
              </a:rPr>
              <a:t>东北人</a:t>
            </a:r>
            <a:r>
              <a:rPr kumimoji="0" lang="zh-CN" altLang="en-US" sz="2000" b="0" dirty="0">
                <a:solidFill>
                  <a:schemeClr val="tx2"/>
                </a:solidFill>
                <a:latin typeface="Times New Roman" panose="02020603050405020304" charset="0"/>
                <a:ea typeface="微软雅黑" panose="020B0503020204020204" pitchFamily="34" charset="-122"/>
              </a:rPr>
              <a:t> </a:t>
            </a:r>
            <a:r>
              <a:rPr kumimoji="0" lang="en-US" altLang="zh-CN" sz="2000" b="0" dirty="0">
                <a:solidFill>
                  <a:srgbClr val="993300"/>
                </a:solidFill>
                <a:latin typeface="Times New Roman" panose="02020603050405020304" charset="0"/>
                <a:ea typeface="微软雅黑" panose="020B0503020204020204" pitchFamily="34" charset="-122"/>
              </a:rPr>
              <a:t>extends </a:t>
            </a:r>
            <a:r>
              <a:rPr kumimoji="0" lang="zh-CN" altLang="en-US" sz="2000" b="0" dirty="0">
                <a:solidFill>
                  <a:srgbClr val="993300"/>
                </a:solidFill>
                <a:latin typeface="Times New Roman" panose="02020603050405020304" charset="0"/>
                <a:ea typeface="微软雅黑" panose="020B0503020204020204" pitchFamily="34" charset="-122"/>
              </a:rPr>
              <a:t>人 </a:t>
            </a:r>
            <a:r>
              <a:rPr kumimoji="0" lang="en-US" altLang="zh-CN" sz="2000" b="0" dirty="0">
                <a:solidFill>
                  <a:srgbClr val="993300"/>
                </a:solidFill>
                <a:latin typeface="Times New Roman" panose="02020603050405020304" charset="0"/>
                <a:ea typeface="微软雅黑" panose="020B0503020204020204" pitchFamily="34" charset="-122"/>
              </a:rPr>
              <a:t>implements </a:t>
            </a:r>
            <a:r>
              <a:rPr kumimoji="0" lang="zh-CN" altLang="en-US" sz="2000" b="0" dirty="0">
                <a:solidFill>
                  <a:srgbClr val="993300"/>
                </a:solidFill>
                <a:latin typeface="Times New Roman" panose="02020603050405020304" charset="0"/>
                <a:ea typeface="微软雅黑" panose="020B0503020204020204" pitchFamily="34" charset="-122"/>
              </a:rPr>
              <a:t>雷锋</a:t>
            </a:r>
            <a:r>
              <a:rPr kumimoji="0" lang="zh-CN" altLang="en-US" sz="2000" b="0" dirty="0">
                <a:solidFill>
                  <a:schemeClr val="tx2"/>
                </a:solidFill>
                <a:latin typeface="Times New Roman" panose="02020603050405020304" charset="0"/>
                <a:ea typeface="微软雅黑" panose="020B0503020204020204" pitchFamily="34" charset="-122"/>
              </a:rPr>
              <a:t> </a:t>
            </a:r>
            <a:r>
              <a:rPr kumimoji="0" lang="en-US" altLang="zh-CN" sz="2000" b="0" dirty="0">
                <a:solidFill>
                  <a:schemeClr val="tx2"/>
                </a:solidFill>
                <a:latin typeface="Times New Roman" panose="02020603050405020304" charset="0"/>
                <a:ea typeface="微软雅黑" panose="020B0503020204020204" pitchFamily="34" charset="-122"/>
              </a:rPr>
              <a:t>{</a:t>
            </a:r>
            <a:endParaRPr kumimoji="0" lang="en-US" altLang="zh-CN" sz="2000" b="0" dirty="0">
              <a:solidFill>
                <a:schemeClr val="tx2"/>
              </a:solidFill>
              <a:latin typeface="Times New Roman" panose="02020603050405020304" charset="0"/>
              <a:ea typeface="微软雅黑" panose="020B0503020204020204" pitchFamily="34" charset="-122"/>
            </a:endParaRPr>
          </a:p>
          <a:p>
            <a:pPr eaLnBrk="1" hangingPunct="1">
              <a:lnSpc>
                <a:spcPct val="100000"/>
              </a:lnSpc>
              <a:spcBef>
                <a:spcPct val="40000"/>
              </a:spcBef>
            </a:pPr>
            <a:r>
              <a:rPr kumimoji="0" lang="en-US" altLang="zh-CN" sz="2000" b="0" dirty="0">
                <a:solidFill>
                  <a:schemeClr val="tx2"/>
                </a:solidFill>
                <a:latin typeface="Times New Roman" panose="02020603050405020304" charset="0"/>
                <a:ea typeface="微软雅黑" panose="020B0503020204020204" pitchFamily="34" charset="-122"/>
              </a:rPr>
              <a:t>  </a:t>
            </a:r>
            <a:r>
              <a:rPr kumimoji="0" lang="zh-CN" altLang="en-US" sz="2000" b="0" dirty="0">
                <a:solidFill>
                  <a:schemeClr val="tx2"/>
                </a:solidFill>
                <a:latin typeface="Times New Roman" panose="02020603050405020304" charset="0"/>
                <a:ea typeface="微软雅黑" panose="020B0503020204020204" pitchFamily="34" charset="-122"/>
              </a:rPr>
              <a:t>籍贯 </a:t>
            </a:r>
            <a:r>
              <a:rPr kumimoji="0" lang="en-US" altLang="zh-CN" sz="2000" b="0" dirty="0">
                <a:solidFill>
                  <a:schemeClr val="tx2"/>
                </a:solidFill>
                <a:latin typeface="Times New Roman" panose="02020603050405020304" charset="0"/>
                <a:ea typeface="微软雅黑" panose="020B0503020204020204" pitchFamily="34" charset="-122"/>
              </a:rPr>
              <a:t>= </a:t>
            </a:r>
            <a:r>
              <a:rPr kumimoji="0" lang="zh-CN" altLang="en-US" sz="2000" b="0" dirty="0">
                <a:solidFill>
                  <a:schemeClr val="tx2"/>
                </a:solidFill>
                <a:latin typeface="Times New Roman" panose="02020603050405020304" charset="0"/>
                <a:ea typeface="微软雅黑" panose="020B0503020204020204" pitchFamily="34" charset="-122"/>
              </a:rPr>
              <a:t>东北；</a:t>
            </a:r>
            <a:endParaRPr kumimoji="0" lang="zh-CN" altLang="en-US" sz="2000" b="0" dirty="0">
              <a:solidFill>
                <a:schemeClr val="tx2"/>
              </a:solidFill>
              <a:latin typeface="Times New Roman" panose="02020603050405020304" charset="0"/>
              <a:ea typeface="微软雅黑" panose="020B0503020204020204" pitchFamily="34" charset="-122"/>
            </a:endParaRPr>
          </a:p>
          <a:p>
            <a:pPr eaLnBrk="1" hangingPunct="1">
              <a:lnSpc>
                <a:spcPct val="100000"/>
              </a:lnSpc>
              <a:spcBef>
                <a:spcPct val="40000"/>
              </a:spcBef>
            </a:pPr>
            <a:r>
              <a:rPr kumimoji="0" lang="zh-CN" altLang="en-US" sz="2000" b="0" dirty="0">
                <a:solidFill>
                  <a:schemeClr val="tx2"/>
                </a:solidFill>
                <a:latin typeface="Times New Roman" panose="02020603050405020304" charset="0"/>
                <a:ea typeface="微软雅黑" panose="020B0503020204020204" pitchFamily="34" charset="-122"/>
              </a:rPr>
              <a:t>  </a:t>
            </a:r>
            <a:r>
              <a:rPr kumimoji="0" lang="en-US" altLang="zh-CN" sz="2000" b="0" dirty="0" err="1">
                <a:solidFill>
                  <a:schemeClr val="tx2"/>
                </a:solidFill>
                <a:latin typeface="Times New Roman" panose="02020603050405020304" charset="0"/>
                <a:ea typeface="微软雅黑" panose="020B0503020204020204" pitchFamily="34" charset="-122"/>
              </a:rPr>
              <a:t>helpPeople</a:t>
            </a:r>
            <a:r>
              <a:rPr kumimoji="0" lang="en-US" altLang="zh-CN" sz="2000" b="0" dirty="0">
                <a:solidFill>
                  <a:schemeClr val="tx2"/>
                </a:solidFill>
                <a:latin typeface="Times New Roman" panose="02020603050405020304" charset="0"/>
                <a:ea typeface="微软雅黑" panose="020B0503020204020204" pitchFamily="34" charset="-122"/>
              </a:rPr>
              <a:t>(){  }</a:t>
            </a:r>
            <a:endParaRPr kumimoji="0" lang="en-US" altLang="zh-CN" sz="2000" b="0" dirty="0">
              <a:solidFill>
                <a:schemeClr val="tx2"/>
              </a:solidFill>
              <a:latin typeface="Times New Roman" panose="02020603050405020304" charset="0"/>
              <a:ea typeface="微软雅黑" panose="020B0503020204020204" pitchFamily="34" charset="-122"/>
            </a:endParaRPr>
          </a:p>
          <a:p>
            <a:pPr eaLnBrk="1" hangingPunct="1">
              <a:lnSpc>
                <a:spcPct val="100000"/>
              </a:lnSpc>
              <a:spcBef>
                <a:spcPct val="40000"/>
              </a:spcBef>
            </a:pPr>
            <a:r>
              <a:rPr kumimoji="0" lang="en-US" altLang="zh-CN" sz="2000" b="0" dirty="0">
                <a:solidFill>
                  <a:schemeClr val="tx2"/>
                </a:solidFill>
                <a:latin typeface="Times New Roman" panose="02020603050405020304" charset="0"/>
                <a:ea typeface="微软雅黑" panose="020B0503020204020204" pitchFamily="34" charset="-122"/>
              </a:rPr>
              <a:t>}</a:t>
            </a:r>
            <a:endParaRPr kumimoji="0" lang="en-US" altLang="zh-CN" sz="2000" b="0" dirty="0">
              <a:solidFill>
                <a:schemeClr val="tx2"/>
              </a:solidFill>
              <a:latin typeface="Times New Roman" panose="02020603050405020304" charset="0"/>
              <a:ea typeface="微软雅黑" panose="020B0503020204020204" pitchFamily="34" charset="-122"/>
            </a:endParaRPr>
          </a:p>
        </p:txBody>
      </p:sp>
      <p:sp>
        <p:nvSpPr>
          <p:cNvPr id="389124" name="Text Box 4"/>
          <p:cNvSpPr txBox="1">
            <a:spLocks noChangeArrowheads="1"/>
          </p:cNvSpPr>
          <p:nvPr/>
        </p:nvSpPr>
        <p:spPr bwMode="auto">
          <a:xfrm>
            <a:off x="5591944" y="1697148"/>
            <a:ext cx="5721076" cy="5139055"/>
          </a:xfrm>
          <a:prstGeom prst="rect">
            <a:avLst/>
          </a:prstGeom>
          <a:solidFill>
            <a:schemeClr val="bg2">
              <a:lumMod val="90000"/>
            </a:schemeClr>
          </a:solidFill>
          <a:ln w="9525" algn="ctr">
            <a:noFill/>
            <a:miter lim="800000"/>
          </a:ln>
          <a:effectLst/>
        </p:spPr>
        <p:txBody>
          <a:bodyPr wrap="square">
            <a:spAutoFit/>
          </a:bodyPr>
          <a:lstStyle/>
          <a:p>
            <a:pPr>
              <a:lnSpc>
                <a:spcPct val="100000"/>
              </a:lnSpc>
              <a:spcBef>
                <a:spcPct val="40000"/>
              </a:spcBef>
              <a:defRPr/>
            </a:pPr>
            <a:r>
              <a:rPr kumimoji="0" lang="en-US" altLang="zh-CN" sz="2000" b="0" dirty="0">
                <a:solidFill>
                  <a:schemeClr val="tx2"/>
                </a:solidFill>
                <a:latin typeface="Times New Roman" panose="02020603050405020304" charset="0"/>
                <a:ea typeface="微软雅黑" panose="020B0503020204020204" pitchFamily="34" charset="-122"/>
              </a:rPr>
              <a:t>class </a:t>
            </a:r>
            <a:r>
              <a:rPr kumimoji="0" lang="en-US" altLang="zh-CN" sz="2000" b="0" dirty="0">
                <a:solidFill>
                  <a:srgbClr val="FF0000"/>
                </a:solidFill>
                <a:latin typeface="Times New Roman" panose="02020603050405020304" charset="0"/>
                <a:ea typeface="微软雅黑" panose="020B0503020204020204" pitchFamily="34" charset="-122"/>
              </a:rPr>
              <a:t>Car</a:t>
            </a:r>
            <a:r>
              <a:rPr kumimoji="0" lang="en-US" altLang="zh-CN" sz="2000" b="0" dirty="0">
                <a:solidFill>
                  <a:schemeClr val="tx2"/>
                </a:solidFill>
                <a:latin typeface="Times New Roman" panose="02020603050405020304" charset="0"/>
                <a:ea typeface="微软雅黑" panose="020B0503020204020204" pitchFamily="34" charset="-122"/>
              </a:rPr>
              <a:t>{</a:t>
            </a:r>
            <a:endParaRPr kumimoji="0" lang="en-US" altLang="zh-CN" sz="2000" b="0" dirty="0">
              <a:solidFill>
                <a:schemeClr val="tx2"/>
              </a:solidFill>
              <a:latin typeface="Times New Roman" panose="02020603050405020304" charset="0"/>
              <a:ea typeface="微软雅黑" panose="020B0503020204020204" pitchFamily="34" charset="-122"/>
            </a:endParaRPr>
          </a:p>
          <a:p>
            <a:pPr>
              <a:lnSpc>
                <a:spcPct val="100000"/>
              </a:lnSpc>
              <a:spcBef>
                <a:spcPct val="40000"/>
              </a:spcBef>
              <a:defRPr/>
            </a:pPr>
            <a:r>
              <a:rPr kumimoji="0" lang="en-US" altLang="zh-CN" sz="2000" b="0" dirty="0">
                <a:solidFill>
                  <a:schemeClr val="tx2"/>
                </a:solidFill>
                <a:latin typeface="Times New Roman" panose="02020603050405020304" charset="0"/>
                <a:ea typeface="微软雅黑" panose="020B0503020204020204" pitchFamily="34" charset="-122"/>
              </a:rPr>
              <a:t>  </a:t>
            </a:r>
            <a:r>
              <a:rPr kumimoji="0" lang="en-US" altLang="zh-CN" sz="2000" b="0" dirty="0" err="1">
                <a:solidFill>
                  <a:schemeClr val="tx2"/>
                </a:solidFill>
                <a:latin typeface="Times New Roman" panose="02020603050405020304" charset="0"/>
                <a:ea typeface="微软雅黑" panose="020B0503020204020204" pitchFamily="34" charset="-122"/>
              </a:rPr>
              <a:t>DriveTo</a:t>
            </a:r>
            <a:r>
              <a:rPr kumimoji="0" lang="en-US" altLang="zh-CN" sz="2000" b="0" dirty="0">
                <a:solidFill>
                  <a:schemeClr val="tx2"/>
                </a:solidFill>
                <a:latin typeface="Times New Roman" panose="02020603050405020304" charset="0"/>
                <a:ea typeface="微软雅黑" panose="020B0503020204020204" pitchFamily="34" charset="-122"/>
              </a:rPr>
              <a:t>(Region) throws Exception (</a:t>
            </a:r>
            <a:r>
              <a:rPr kumimoji="0" lang="zh-CN" altLang="en-US" sz="2000" b="0" dirty="0">
                <a:solidFill>
                  <a:schemeClr val="tx2"/>
                </a:solidFill>
                <a:latin typeface="Times New Roman" panose="02020603050405020304" charset="0"/>
                <a:ea typeface="微软雅黑" panose="020B0503020204020204" pitchFamily="34" charset="-122"/>
              </a:rPr>
              <a:t>撞车</a:t>
            </a:r>
            <a:r>
              <a:rPr kumimoji="0" lang="en-US" altLang="zh-CN" sz="2000" b="0" dirty="0">
                <a:solidFill>
                  <a:schemeClr val="tx2"/>
                </a:solidFill>
                <a:latin typeface="Times New Roman" panose="02020603050405020304" charset="0"/>
                <a:ea typeface="微软雅黑" panose="020B0503020204020204" pitchFamily="34" charset="-122"/>
              </a:rPr>
              <a:t>){}</a:t>
            </a:r>
            <a:endParaRPr kumimoji="0" lang="en-US" altLang="zh-CN" sz="2000" b="0" dirty="0">
              <a:solidFill>
                <a:schemeClr val="tx2"/>
              </a:solidFill>
              <a:latin typeface="Times New Roman" panose="02020603050405020304" charset="0"/>
              <a:ea typeface="微软雅黑" panose="020B0503020204020204" pitchFamily="34" charset="-122"/>
            </a:endParaRPr>
          </a:p>
          <a:p>
            <a:pPr>
              <a:lnSpc>
                <a:spcPct val="100000"/>
              </a:lnSpc>
              <a:spcBef>
                <a:spcPct val="40000"/>
              </a:spcBef>
              <a:defRPr/>
            </a:pPr>
            <a:r>
              <a:rPr kumimoji="0" lang="en-US" altLang="zh-CN" sz="2000" b="0" dirty="0">
                <a:solidFill>
                  <a:schemeClr val="tx2"/>
                </a:solidFill>
                <a:latin typeface="Times New Roman" panose="02020603050405020304" charset="0"/>
                <a:ea typeface="微软雅黑" panose="020B0503020204020204" pitchFamily="34" charset="-122"/>
              </a:rPr>
              <a:t>  </a:t>
            </a:r>
            <a:r>
              <a:rPr kumimoji="0" lang="zh-CN" altLang="en-US" sz="2000" b="0" dirty="0">
                <a:solidFill>
                  <a:schemeClr val="tx2"/>
                </a:solidFill>
                <a:latin typeface="Times New Roman" panose="02020603050405020304" charset="0"/>
                <a:ea typeface="微软雅黑" panose="020B0503020204020204" pitchFamily="34" charset="-122"/>
              </a:rPr>
              <a:t>人 </a:t>
            </a:r>
            <a:r>
              <a:rPr kumimoji="0" lang="en-US" altLang="zh-CN" sz="2000" b="0" dirty="0">
                <a:solidFill>
                  <a:schemeClr val="tx2"/>
                </a:solidFill>
                <a:latin typeface="Times New Roman" panose="02020603050405020304" charset="0"/>
                <a:ea typeface="微软雅黑" panose="020B0503020204020204" pitchFamily="34" charset="-122"/>
              </a:rPr>
              <a:t>Driver;</a:t>
            </a:r>
            <a:endParaRPr kumimoji="0" lang="en-US" altLang="zh-CN" sz="2000" b="0" dirty="0">
              <a:solidFill>
                <a:schemeClr val="tx2"/>
              </a:solidFill>
              <a:latin typeface="Times New Roman" panose="02020603050405020304" charset="0"/>
              <a:ea typeface="微软雅黑" panose="020B0503020204020204" pitchFamily="34" charset="-122"/>
            </a:endParaRPr>
          </a:p>
          <a:p>
            <a:pPr>
              <a:lnSpc>
                <a:spcPct val="100000"/>
              </a:lnSpc>
              <a:spcBef>
                <a:spcPct val="40000"/>
              </a:spcBef>
              <a:defRPr/>
            </a:pPr>
            <a:r>
              <a:rPr kumimoji="0" lang="en-US" altLang="zh-CN" sz="2000" b="0" dirty="0">
                <a:solidFill>
                  <a:schemeClr val="tx2"/>
                </a:solidFill>
                <a:latin typeface="Times New Roman" panose="02020603050405020304" charset="0"/>
                <a:ea typeface="微软雅黑" panose="020B0503020204020204" pitchFamily="34" charset="-122"/>
              </a:rPr>
              <a:t>}</a:t>
            </a:r>
            <a:endParaRPr kumimoji="0" lang="en-US" altLang="zh-CN" sz="2000" b="0" dirty="0">
              <a:solidFill>
                <a:schemeClr val="tx2"/>
              </a:solidFill>
              <a:latin typeface="Times New Roman" panose="02020603050405020304" charset="0"/>
              <a:ea typeface="微软雅黑" panose="020B0503020204020204" pitchFamily="34" charset="-122"/>
            </a:endParaRPr>
          </a:p>
          <a:p>
            <a:pPr>
              <a:lnSpc>
                <a:spcPct val="100000"/>
              </a:lnSpc>
              <a:spcBef>
                <a:spcPct val="40000"/>
              </a:spcBef>
              <a:defRPr/>
            </a:pPr>
            <a:r>
              <a:rPr kumimoji="0" lang="en-US" altLang="zh-CN" sz="2000" b="0" dirty="0">
                <a:solidFill>
                  <a:schemeClr val="tx2"/>
                </a:solidFill>
                <a:latin typeface="Times New Roman" panose="02020603050405020304" charset="0"/>
                <a:ea typeface="微软雅黑" panose="020B0503020204020204" pitchFamily="34" charset="-122"/>
              </a:rPr>
              <a:t>Main Program {</a:t>
            </a:r>
            <a:endParaRPr kumimoji="0" lang="en-US" altLang="zh-CN" sz="2000" b="0" dirty="0">
              <a:solidFill>
                <a:schemeClr val="tx2"/>
              </a:solidFill>
              <a:latin typeface="Times New Roman" panose="02020603050405020304" charset="0"/>
              <a:ea typeface="微软雅黑" panose="020B0503020204020204" pitchFamily="34" charset="-122"/>
            </a:endParaRPr>
          </a:p>
          <a:p>
            <a:pPr>
              <a:lnSpc>
                <a:spcPct val="100000"/>
              </a:lnSpc>
              <a:spcBef>
                <a:spcPct val="40000"/>
              </a:spcBef>
              <a:defRPr/>
            </a:pPr>
            <a:r>
              <a:rPr kumimoji="0" lang="en-US" altLang="zh-CN" sz="2000" b="0" dirty="0">
                <a:solidFill>
                  <a:srgbClr val="6600CC"/>
                </a:solidFill>
                <a:latin typeface="Times New Roman" panose="02020603050405020304" charset="0"/>
                <a:ea typeface="微软雅黑" panose="020B0503020204020204" pitchFamily="34" charset="-122"/>
              </a:rPr>
              <a:t>  </a:t>
            </a:r>
            <a:r>
              <a:rPr kumimoji="0" lang="zh-CN" altLang="en-US" sz="2000" b="0" dirty="0">
                <a:solidFill>
                  <a:srgbClr val="6600CC"/>
                </a:solidFill>
                <a:latin typeface="Times New Roman" panose="02020603050405020304" charset="0"/>
                <a:ea typeface="微软雅黑" panose="020B0503020204020204" pitchFamily="34" charset="-122"/>
              </a:rPr>
              <a:t>人 老张；</a:t>
            </a:r>
            <a:endParaRPr kumimoji="0" lang="zh-CN" altLang="en-US" sz="2000" b="0" dirty="0">
              <a:solidFill>
                <a:srgbClr val="6600CC"/>
              </a:solidFill>
              <a:latin typeface="Times New Roman" panose="02020603050405020304" charset="0"/>
              <a:ea typeface="微软雅黑" panose="020B0503020204020204" pitchFamily="34" charset="-122"/>
            </a:endParaRPr>
          </a:p>
          <a:p>
            <a:pPr>
              <a:lnSpc>
                <a:spcPct val="100000"/>
              </a:lnSpc>
              <a:spcBef>
                <a:spcPct val="40000"/>
              </a:spcBef>
              <a:defRPr/>
            </a:pPr>
            <a:r>
              <a:rPr kumimoji="0" lang="zh-CN" altLang="en-US" sz="2000" b="0" dirty="0">
                <a:solidFill>
                  <a:srgbClr val="6600CC"/>
                </a:solidFill>
                <a:latin typeface="Times New Roman" panose="02020603050405020304" charset="0"/>
                <a:ea typeface="微软雅黑" panose="020B0503020204020204" pitchFamily="34" charset="-122"/>
              </a:rPr>
              <a:t>  </a:t>
            </a:r>
            <a:r>
              <a:rPr kumimoji="0" lang="en-US" altLang="zh-CN" sz="2000" b="0" dirty="0">
                <a:solidFill>
                  <a:srgbClr val="6600CC"/>
                </a:solidFill>
                <a:latin typeface="Times New Roman" panose="02020603050405020304" charset="0"/>
                <a:ea typeface="微软雅黑" panose="020B0503020204020204" pitchFamily="34" charset="-122"/>
              </a:rPr>
              <a:t>Car </a:t>
            </a:r>
            <a:r>
              <a:rPr kumimoji="0" lang="zh-CN" altLang="en-US" sz="2000" b="0" dirty="0">
                <a:solidFill>
                  <a:srgbClr val="6600CC"/>
                </a:solidFill>
                <a:latin typeface="Times New Roman" panose="02020603050405020304" charset="0"/>
                <a:ea typeface="微软雅黑" panose="020B0503020204020204" pitchFamily="34" charset="-122"/>
              </a:rPr>
              <a:t>夏利；</a:t>
            </a:r>
            <a:endParaRPr kumimoji="0" lang="zh-CN" altLang="en-US" sz="2000" b="0" dirty="0">
              <a:solidFill>
                <a:srgbClr val="6600CC"/>
              </a:solidFill>
              <a:latin typeface="Times New Roman" panose="02020603050405020304" charset="0"/>
              <a:ea typeface="微软雅黑" panose="020B0503020204020204" pitchFamily="34" charset="-122"/>
            </a:endParaRPr>
          </a:p>
          <a:p>
            <a:pPr>
              <a:lnSpc>
                <a:spcPct val="100000"/>
              </a:lnSpc>
              <a:spcBef>
                <a:spcPct val="40000"/>
              </a:spcBef>
              <a:defRPr/>
            </a:pPr>
            <a:r>
              <a:rPr kumimoji="0" lang="zh-CN" altLang="en-US" sz="2000" b="0" dirty="0">
                <a:solidFill>
                  <a:srgbClr val="6600CC"/>
                </a:solidFill>
                <a:latin typeface="Times New Roman" panose="02020603050405020304" charset="0"/>
                <a:ea typeface="微软雅黑" panose="020B0503020204020204" pitchFamily="34" charset="-122"/>
              </a:rPr>
              <a:t>  夏利</a:t>
            </a:r>
            <a:r>
              <a:rPr kumimoji="0" lang="en-US" altLang="zh-CN" sz="2000" b="0" dirty="0">
                <a:solidFill>
                  <a:srgbClr val="6600CC"/>
                </a:solidFill>
                <a:latin typeface="Times New Roman" panose="02020603050405020304" charset="0"/>
                <a:ea typeface="微软雅黑" panose="020B0503020204020204" pitchFamily="34" charset="-122"/>
              </a:rPr>
              <a:t>.Driver = </a:t>
            </a:r>
            <a:r>
              <a:rPr kumimoji="0" lang="zh-CN" altLang="en-US" sz="2000" b="0" dirty="0">
                <a:solidFill>
                  <a:srgbClr val="6600CC"/>
                </a:solidFill>
                <a:latin typeface="Times New Roman" panose="02020603050405020304" charset="0"/>
                <a:ea typeface="微软雅黑" panose="020B0503020204020204" pitchFamily="34" charset="-122"/>
              </a:rPr>
              <a:t>老张；</a:t>
            </a:r>
            <a:endParaRPr kumimoji="0" lang="zh-CN" altLang="en-US" sz="2000" b="0" dirty="0">
              <a:solidFill>
                <a:srgbClr val="6600CC"/>
              </a:solidFill>
              <a:latin typeface="Times New Roman" panose="02020603050405020304" charset="0"/>
              <a:ea typeface="微软雅黑" panose="020B0503020204020204" pitchFamily="34" charset="-122"/>
            </a:endParaRPr>
          </a:p>
          <a:p>
            <a:pPr>
              <a:lnSpc>
                <a:spcPct val="100000"/>
              </a:lnSpc>
              <a:spcBef>
                <a:spcPct val="40000"/>
              </a:spcBef>
              <a:defRPr/>
            </a:pPr>
            <a:r>
              <a:rPr kumimoji="0" lang="zh-CN" altLang="en-US" sz="2000" b="0" dirty="0">
                <a:solidFill>
                  <a:srgbClr val="6600CC"/>
                </a:solidFill>
                <a:latin typeface="Times New Roman" panose="02020603050405020304" charset="0"/>
                <a:ea typeface="微软雅黑" panose="020B0503020204020204" pitchFamily="34" charset="-122"/>
              </a:rPr>
              <a:t>  </a:t>
            </a:r>
            <a:r>
              <a:rPr kumimoji="0" lang="en-US" altLang="zh-CN" sz="2000" b="0" dirty="0">
                <a:solidFill>
                  <a:srgbClr val="6600CC"/>
                </a:solidFill>
                <a:latin typeface="Times New Roman" panose="02020603050405020304" charset="0"/>
                <a:ea typeface="微软雅黑" panose="020B0503020204020204" pitchFamily="34" charset="-122"/>
              </a:rPr>
              <a:t>try {</a:t>
            </a:r>
            <a:endParaRPr kumimoji="0" lang="en-US" altLang="zh-CN" sz="2000" b="0" dirty="0">
              <a:solidFill>
                <a:srgbClr val="6600CC"/>
              </a:solidFill>
              <a:latin typeface="Times New Roman" panose="02020603050405020304" charset="0"/>
              <a:ea typeface="微软雅黑" panose="020B0503020204020204" pitchFamily="34" charset="-122"/>
            </a:endParaRPr>
          </a:p>
          <a:p>
            <a:pPr>
              <a:lnSpc>
                <a:spcPct val="100000"/>
              </a:lnSpc>
              <a:spcBef>
                <a:spcPct val="40000"/>
              </a:spcBef>
              <a:defRPr/>
            </a:pPr>
            <a:r>
              <a:rPr kumimoji="0" lang="en-US" altLang="zh-CN" sz="2000" b="0" dirty="0">
                <a:solidFill>
                  <a:srgbClr val="6600CC"/>
                </a:solidFill>
                <a:latin typeface="Times New Roman" panose="02020603050405020304" charset="0"/>
                <a:ea typeface="微软雅黑" panose="020B0503020204020204" pitchFamily="34" charset="-122"/>
              </a:rPr>
              <a:t>    </a:t>
            </a:r>
            <a:r>
              <a:rPr kumimoji="0" lang="zh-CN" altLang="en-US" sz="2000" b="0" dirty="0">
                <a:solidFill>
                  <a:srgbClr val="6600CC"/>
                </a:solidFill>
                <a:latin typeface="Times New Roman" panose="02020603050405020304" charset="0"/>
                <a:ea typeface="微软雅黑" panose="020B0503020204020204" pitchFamily="34" charset="-122"/>
              </a:rPr>
              <a:t>夏利</a:t>
            </a:r>
            <a:r>
              <a:rPr kumimoji="0" lang="en-US" altLang="zh-CN" sz="2000" b="0" dirty="0">
                <a:solidFill>
                  <a:srgbClr val="6600CC"/>
                </a:solidFill>
                <a:latin typeface="Times New Roman" panose="02020603050405020304" charset="0"/>
                <a:ea typeface="微软雅黑" panose="020B0503020204020204" pitchFamily="34" charset="-122"/>
              </a:rPr>
              <a:t>.</a:t>
            </a:r>
            <a:r>
              <a:rPr kumimoji="0" lang="en-US" altLang="zh-CN" sz="2000" b="0" dirty="0" err="1">
                <a:solidFill>
                  <a:srgbClr val="6600CC"/>
                </a:solidFill>
                <a:latin typeface="Times New Roman" panose="02020603050405020304" charset="0"/>
                <a:ea typeface="微软雅黑" panose="020B0503020204020204" pitchFamily="34" charset="-122"/>
              </a:rPr>
              <a:t>DriveTo</a:t>
            </a:r>
            <a:r>
              <a:rPr kumimoji="0" lang="en-US" altLang="zh-CN" sz="2000" b="0" dirty="0">
                <a:solidFill>
                  <a:srgbClr val="6600CC"/>
                </a:solidFill>
                <a:latin typeface="Times New Roman" panose="02020603050405020304" charset="0"/>
                <a:ea typeface="微软雅黑" panose="020B0503020204020204" pitchFamily="34" charset="-122"/>
              </a:rPr>
              <a:t>(</a:t>
            </a:r>
            <a:r>
              <a:rPr kumimoji="0" lang="zh-CN" altLang="en-US" sz="2000" b="0" dirty="0">
                <a:solidFill>
                  <a:srgbClr val="6600CC"/>
                </a:solidFill>
                <a:latin typeface="Times New Roman" panose="02020603050405020304" charset="0"/>
                <a:ea typeface="微软雅黑" panose="020B0503020204020204" pitchFamily="34" charset="-122"/>
              </a:rPr>
              <a:t>东北</a:t>
            </a:r>
            <a:r>
              <a:rPr kumimoji="0" lang="en-US" altLang="zh-CN" sz="2000" b="0" dirty="0">
                <a:solidFill>
                  <a:srgbClr val="6600CC"/>
                </a:solidFill>
                <a:latin typeface="Times New Roman" panose="02020603050405020304" charset="0"/>
                <a:ea typeface="微软雅黑" panose="020B0503020204020204" pitchFamily="34" charset="-122"/>
              </a:rPr>
              <a:t>);</a:t>
            </a:r>
            <a:endParaRPr kumimoji="0" lang="en-US" altLang="zh-CN" sz="2000" b="0" dirty="0">
              <a:solidFill>
                <a:srgbClr val="6600CC"/>
              </a:solidFill>
              <a:latin typeface="Times New Roman" panose="02020603050405020304" charset="0"/>
              <a:ea typeface="微软雅黑" panose="020B0503020204020204" pitchFamily="34" charset="-122"/>
            </a:endParaRPr>
          </a:p>
          <a:p>
            <a:pPr>
              <a:lnSpc>
                <a:spcPct val="100000"/>
              </a:lnSpc>
              <a:spcBef>
                <a:spcPct val="40000"/>
              </a:spcBef>
              <a:defRPr/>
            </a:pPr>
            <a:r>
              <a:rPr kumimoji="0" lang="en-US" altLang="zh-CN" sz="2000" b="0" dirty="0">
                <a:solidFill>
                  <a:srgbClr val="6600CC"/>
                </a:solidFill>
                <a:latin typeface="Times New Roman" panose="02020603050405020304" charset="0"/>
                <a:ea typeface="微软雅黑" panose="020B0503020204020204" pitchFamily="34" charset="-122"/>
              </a:rPr>
              <a:t>  } catch (Exception) { }</a:t>
            </a:r>
            <a:endParaRPr kumimoji="0" lang="en-US" altLang="zh-CN" sz="2000" b="0" dirty="0">
              <a:solidFill>
                <a:srgbClr val="6600CC"/>
              </a:solidFill>
              <a:latin typeface="Times New Roman" panose="02020603050405020304" charset="0"/>
              <a:ea typeface="微软雅黑" panose="020B0503020204020204" pitchFamily="34" charset="-122"/>
            </a:endParaRPr>
          </a:p>
          <a:p>
            <a:pPr>
              <a:lnSpc>
                <a:spcPct val="100000"/>
              </a:lnSpc>
              <a:spcBef>
                <a:spcPct val="40000"/>
              </a:spcBef>
              <a:defRPr/>
            </a:pPr>
            <a:r>
              <a:rPr kumimoji="0" lang="en-US" altLang="zh-CN" sz="2000" b="0" dirty="0">
                <a:solidFill>
                  <a:schemeClr val="tx2"/>
                </a:solidFill>
                <a:latin typeface="Times New Roman" panose="02020603050405020304" charset="0"/>
                <a:ea typeface="微软雅黑" panose="020B0503020204020204" pitchFamily="34" charset="-122"/>
              </a:rPr>
              <a:t>}</a:t>
            </a:r>
            <a:endParaRPr kumimoji="0" lang="en-US" altLang="zh-CN" sz="2000" b="0" dirty="0">
              <a:solidFill>
                <a:schemeClr val="tx2"/>
              </a:solidFill>
              <a:effectLst>
                <a:outerShdw blurRad="38100" dist="38100" dir="2700000" algn="tl">
                  <a:srgbClr val="C0C0C0"/>
                </a:outerShdw>
              </a:effectLst>
              <a:latin typeface="Times New Roman" panose="02020603050405020304" charset="0"/>
              <a:ea typeface="微软雅黑" panose="020B0503020204020204" pitchFamily="34" charset="-122"/>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89123">
                                            <p:txEl>
                                              <p:pRg st="0" end="0"/>
                                            </p:txEl>
                                          </p:spTgt>
                                        </p:tgtEl>
                                        <p:attrNameLst>
                                          <p:attrName>style.visibility</p:attrName>
                                        </p:attrNameLst>
                                      </p:cBhvr>
                                      <p:to>
                                        <p:strVal val="visible"/>
                                      </p:to>
                                    </p:set>
                                    <p:animEffect transition="in" filter="dissolve">
                                      <p:cBhvr>
                                        <p:cTn id="7" dur="500"/>
                                        <p:tgtEl>
                                          <p:spTgt spid="38912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89123">
                                            <p:txEl>
                                              <p:pRg st="1" end="1"/>
                                            </p:txEl>
                                          </p:spTgt>
                                        </p:tgtEl>
                                        <p:attrNameLst>
                                          <p:attrName>style.visibility</p:attrName>
                                        </p:attrNameLst>
                                      </p:cBhvr>
                                      <p:to>
                                        <p:strVal val="visible"/>
                                      </p:to>
                                    </p:set>
                                    <p:animEffect transition="in" filter="dissolve">
                                      <p:cBhvr>
                                        <p:cTn id="10" dur="500"/>
                                        <p:tgtEl>
                                          <p:spTgt spid="389123">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89123">
                                            <p:txEl>
                                              <p:pRg st="2" end="2"/>
                                            </p:txEl>
                                          </p:spTgt>
                                        </p:tgtEl>
                                        <p:attrNameLst>
                                          <p:attrName>style.visibility</p:attrName>
                                        </p:attrNameLst>
                                      </p:cBhvr>
                                      <p:to>
                                        <p:strVal val="visible"/>
                                      </p:to>
                                    </p:set>
                                    <p:animEffect transition="in" filter="dissolve">
                                      <p:cBhvr>
                                        <p:cTn id="13" dur="500"/>
                                        <p:tgtEl>
                                          <p:spTgt spid="389123">
                                            <p:txEl>
                                              <p:pRg st="2" end="2"/>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389123">
                                            <p:txEl>
                                              <p:pRg st="3" end="3"/>
                                            </p:txEl>
                                          </p:spTgt>
                                        </p:tgtEl>
                                        <p:attrNameLst>
                                          <p:attrName>style.visibility</p:attrName>
                                        </p:attrNameLst>
                                      </p:cBhvr>
                                      <p:to>
                                        <p:strVal val="visible"/>
                                      </p:to>
                                    </p:set>
                                    <p:animEffect transition="in" filter="dissolve">
                                      <p:cBhvr>
                                        <p:cTn id="16" dur="500"/>
                                        <p:tgtEl>
                                          <p:spTgt spid="38912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389123">
                                            <p:txEl>
                                              <p:pRg st="4" end="4"/>
                                            </p:txEl>
                                          </p:spTgt>
                                        </p:tgtEl>
                                        <p:attrNameLst>
                                          <p:attrName>style.visibility</p:attrName>
                                        </p:attrNameLst>
                                      </p:cBhvr>
                                      <p:to>
                                        <p:strVal val="visible"/>
                                      </p:to>
                                    </p:set>
                                    <p:animEffect transition="in" filter="dissolve">
                                      <p:cBhvr>
                                        <p:cTn id="21" dur="500"/>
                                        <p:tgtEl>
                                          <p:spTgt spid="389123">
                                            <p:txEl>
                                              <p:pRg st="4" end="4"/>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389123">
                                            <p:txEl>
                                              <p:pRg st="5" end="5"/>
                                            </p:txEl>
                                          </p:spTgt>
                                        </p:tgtEl>
                                        <p:attrNameLst>
                                          <p:attrName>style.visibility</p:attrName>
                                        </p:attrNameLst>
                                      </p:cBhvr>
                                      <p:to>
                                        <p:strVal val="visible"/>
                                      </p:to>
                                    </p:set>
                                    <p:animEffect transition="in" filter="dissolve">
                                      <p:cBhvr>
                                        <p:cTn id="24" dur="500"/>
                                        <p:tgtEl>
                                          <p:spTgt spid="389123">
                                            <p:txEl>
                                              <p:pRg st="5" end="5"/>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389123">
                                            <p:txEl>
                                              <p:pRg st="6" end="6"/>
                                            </p:txEl>
                                          </p:spTgt>
                                        </p:tgtEl>
                                        <p:attrNameLst>
                                          <p:attrName>style.visibility</p:attrName>
                                        </p:attrNameLst>
                                      </p:cBhvr>
                                      <p:to>
                                        <p:strVal val="visible"/>
                                      </p:to>
                                    </p:set>
                                    <p:animEffect transition="in" filter="dissolve">
                                      <p:cBhvr>
                                        <p:cTn id="27" dur="500"/>
                                        <p:tgtEl>
                                          <p:spTgt spid="38912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89123">
                                            <p:txEl>
                                              <p:pRg st="7" end="7"/>
                                            </p:txEl>
                                          </p:spTgt>
                                        </p:tgtEl>
                                        <p:attrNameLst>
                                          <p:attrName>style.visibility</p:attrName>
                                        </p:attrNameLst>
                                      </p:cBhvr>
                                      <p:to>
                                        <p:strVal val="visible"/>
                                      </p:to>
                                    </p:set>
                                    <p:animEffect transition="in" filter="dissolve">
                                      <p:cBhvr>
                                        <p:cTn id="32" dur="500"/>
                                        <p:tgtEl>
                                          <p:spTgt spid="389123">
                                            <p:txEl>
                                              <p:pRg st="7" end="7"/>
                                            </p:txEl>
                                          </p:spTgt>
                                        </p:tgtEl>
                                      </p:cBhvr>
                                    </p:animEffect>
                                  </p:childTnLst>
                                </p:cTn>
                              </p:par>
                              <p:par>
                                <p:cTn id="33" presetID="9" presetClass="entr" presetSubtype="0" fill="hold" nodeType="withEffect">
                                  <p:stCondLst>
                                    <p:cond delay="0"/>
                                  </p:stCondLst>
                                  <p:childTnLst>
                                    <p:set>
                                      <p:cBhvr>
                                        <p:cTn id="34" dur="1" fill="hold">
                                          <p:stCondLst>
                                            <p:cond delay="0"/>
                                          </p:stCondLst>
                                        </p:cTn>
                                        <p:tgtEl>
                                          <p:spTgt spid="389123">
                                            <p:txEl>
                                              <p:pRg st="8" end="8"/>
                                            </p:txEl>
                                          </p:spTgt>
                                        </p:tgtEl>
                                        <p:attrNameLst>
                                          <p:attrName>style.visibility</p:attrName>
                                        </p:attrNameLst>
                                      </p:cBhvr>
                                      <p:to>
                                        <p:strVal val="visible"/>
                                      </p:to>
                                    </p:set>
                                    <p:animEffect transition="in" filter="dissolve">
                                      <p:cBhvr>
                                        <p:cTn id="35" dur="500"/>
                                        <p:tgtEl>
                                          <p:spTgt spid="389123">
                                            <p:txEl>
                                              <p:pRg st="8" end="8"/>
                                            </p:txEl>
                                          </p:spTgt>
                                        </p:tgtEl>
                                      </p:cBhvr>
                                    </p:animEffect>
                                  </p:childTnLst>
                                </p:cTn>
                              </p:par>
                              <p:par>
                                <p:cTn id="36" presetID="9" presetClass="entr" presetSubtype="0" fill="hold" nodeType="withEffect">
                                  <p:stCondLst>
                                    <p:cond delay="0"/>
                                  </p:stCondLst>
                                  <p:childTnLst>
                                    <p:set>
                                      <p:cBhvr>
                                        <p:cTn id="37" dur="1" fill="hold">
                                          <p:stCondLst>
                                            <p:cond delay="0"/>
                                          </p:stCondLst>
                                        </p:cTn>
                                        <p:tgtEl>
                                          <p:spTgt spid="389123">
                                            <p:txEl>
                                              <p:pRg st="9" end="9"/>
                                            </p:txEl>
                                          </p:spTgt>
                                        </p:tgtEl>
                                        <p:attrNameLst>
                                          <p:attrName>style.visibility</p:attrName>
                                        </p:attrNameLst>
                                      </p:cBhvr>
                                      <p:to>
                                        <p:strVal val="visible"/>
                                      </p:to>
                                    </p:set>
                                    <p:animEffect transition="in" filter="dissolve">
                                      <p:cBhvr>
                                        <p:cTn id="38" dur="500"/>
                                        <p:tgtEl>
                                          <p:spTgt spid="389123">
                                            <p:txEl>
                                              <p:pRg st="9" end="9"/>
                                            </p:txEl>
                                          </p:spTgt>
                                        </p:tgtEl>
                                      </p:cBhvr>
                                    </p:animEffect>
                                  </p:childTnLst>
                                </p:cTn>
                              </p:par>
                              <p:par>
                                <p:cTn id="39" presetID="9" presetClass="entr" presetSubtype="0" fill="hold" nodeType="withEffect">
                                  <p:stCondLst>
                                    <p:cond delay="0"/>
                                  </p:stCondLst>
                                  <p:childTnLst>
                                    <p:set>
                                      <p:cBhvr>
                                        <p:cTn id="40" dur="1" fill="hold">
                                          <p:stCondLst>
                                            <p:cond delay="0"/>
                                          </p:stCondLst>
                                        </p:cTn>
                                        <p:tgtEl>
                                          <p:spTgt spid="389123">
                                            <p:txEl>
                                              <p:pRg st="10" end="10"/>
                                            </p:txEl>
                                          </p:spTgt>
                                        </p:tgtEl>
                                        <p:attrNameLst>
                                          <p:attrName>style.visibility</p:attrName>
                                        </p:attrNameLst>
                                      </p:cBhvr>
                                      <p:to>
                                        <p:strVal val="visible"/>
                                      </p:to>
                                    </p:set>
                                    <p:animEffect transition="in" filter="dissolve">
                                      <p:cBhvr>
                                        <p:cTn id="41" dur="500"/>
                                        <p:tgtEl>
                                          <p:spTgt spid="389123">
                                            <p:txEl>
                                              <p:pRg st="10" end="1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389124">
                                            <p:txEl>
                                              <p:pRg st="0" end="0"/>
                                            </p:txEl>
                                          </p:spTgt>
                                        </p:tgtEl>
                                        <p:attrNameLst>
                                          <p:attrName>style.visibility</p:attrName>
                                        </p:attrNameLst>
                                      </p:cBhvr>
                                      <p:to>
                                        <p:strVal val="visible"/>
                                      </p:to>
                                    </p:set>
                                    <p:animEffect transition="in" filter="dissolve">
                                      <p:cBhvr>
                                        <p:cTn id="46" dur="500"/>
                                        <p:tgtEl>
                                          <p:spTgt spid="389124">
                                            <p:txEl>
                                              <p:pRg st="0" end="0"/>
                                            </p:txEl>
                                          </p:spTgt>
                                        </p:tgtEl>
                                      </p:cBhvr>
                                    </p:animEffect>
                                  </p:childTnLst>
                                </p:cTn>
                              </p:par>
                              <p:par>
                                <p:cTn id="47" presetID="9" presetClass="entr" presetSubtype="0" fill="hold" nodeType="withEffect">
                                  <p:stCondLst>
                                    <p:cond delay="0"/>
                                  </p:stCondLst>
                                  <p:childTnLst>
                                    <p:set>
                                      <p:cBhvr>
                                        <p:cTn id="48" dur="1" fill="hold">
                                          <p:stCondLst>
                                            <p:cond delay="0"/>
                                          </p:stCondLst>
                                        </p:cTn>
                                        <p:tgtEl>
                                          <p:spTgt spid="389124">
                                            <p:txEl>
                                              <p:pRg st="1" end="1"/>
                                            </p:txEl>
                                          </p:spTgt>
                                        </p:tgtEl>
                                        <p:attrNameLst>
                                          <p:attrName>style.visibility</p:attrName>
                                        </p:attrNameLst>
                                      </p:cBhvr>
                                      <p:to>
                                        <p:strVal val="visible"/>
                                      </p:to>
                                    </p:set>
                                    <p:animEffect transition="in" filter="dissolve">
                                      <p:cBhvr>
                                        <p:cTn id="49" dur="500"/>
                                        <p:tgtEl>
                                          <p:spTgt spid="389124">
                                            <p:txEl>
                                              <p:pRg st="1" end="1"/>
                                            </p:txEl>
                                          </p:spTgt>
                                        </p:tgtEl>
                                      </p:cBhvr>
                                    </p:animEffect>
                                  </p:childTnLst>
                                </p:cTn>
                              </p:par>
                              <p:par>
                                <p:cTn id="50" presetID="9" presetClass="entr" presetSubtype="0" fill="hold" nodeType="withEffect">
                                  <p:stCondLst>
                                    <p:cond delay="0"/>
                                  </p:stCondLst>
                                  <p:childTnLst>
                                    <p:set>
                                      <p:cBhvr>
                                        <p:cTn id="51" dur="1" fill="hold">
                                          <p:stCondLst>
                                            <p:cond delay="0"/>
                                          </p:stCondLst>
                                        </p:cTn>
                                        <p:tgtEl>
                                          <p:spTgt spid="389124">
                                            <p:txEl>
                                              <p:pRg st="2" end="2"/>
                                            </p:txEl>
                                          </p:spTgt>
                                        </p:tgtEl>
                                        <p:attrNameLst>
                                          <p:attrName>style.visibility</p:attrName>
                                        </p:attrNameLst>
                                      </p:cBhvr>
                                      <p:to>
                                        <p:strVal val="visible"/>
                                      </p:to>
                                    </p:set>
                                    <p:animEffect transition="in" filter="dissolve">
                                      <p:cBhvr>
                                        <p:cTn id="52" dur="500"/>
                                        <p:tgtEl>
                                          <p:spTgt spid="389124">
                                            <p:txEl>
                                              <p:pRg st="2" end="2"/>
                                            </p:txEl>
                                          </p:spTgt>
                                        </p:tgtEl>
                                      </p:cBhvr>
                                    </p:animEffect>
                                  </p:childTnLst>
                                </p:cTn>
                              </p:par>
                              <p:par>
                                <p:cTn id="53" presetID="9" presetClass="entr" presetSubtype="0" fill="hold" nodeType="withEffect">
                                  <p:stCondLst>
                                    <p:cond delay="0"/>
                                  </p:stCondLst>
                                  <p:childTnLst>
                                    <p:set>
                                      <p:cBhvr>
                                        <p:cTn id="54" dur="1" fill="hold">
                                          <p:stCondLst>
                                            <p:cond delay="0"/>
                                          </p:stCondLst>
                                        </p:cTn>
                                        <p:tgtEl>
                                          <p:spTgt spid="389124">
                                            <p:txEl>
                                              <p:pRg st="3" end="3"/>
                                            </p:txEl>
                                          </p:spTgt>
                                        </p:tgtEl>
                                        <p:attrNameLst>
                                          <p:attrName>style.visibility</p:attrName>
                                        </p:attrNameLst>
                                      </p:cBhvr>
                                      <p:to>
                                        <p:strVal val="visible"/>
                                      </p:to>
                                    </p:set>
                                    <p:animEffect transition="in" filter="dissolve">
                                      <p:cBhvr>
                                        <p:cTn id="55" dur="500"/>
                                        <p:tgtEl>
                                          <p:spTgt spid="38912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nodeType="clickEffect">
                                  <p:stCondLst>
                                    <p:cond delay="0"/>
                                  </p:stCondLst>
                                  <p:childTnLst>
                                    <p:set>
                                      <p:cBhvr>
                                        <p:cTn id="59" dur="1" fill="hold">
                                          <p:stCondLst>
                                            <p:cond delay="0"/>
                                          </p:stCondLst>
                                        </p:cTn>
                                        <p:tgtEl>
                                          <p:spTgt spid="389124">
                                            <p:txEl>
                                              <p:pRg st="4" end="4"/>
                                            </p:txEl>
                                          </p:spTgt>
                                        </p:tgtEl>
                                        <p:attrNameLst>
                                          <p:attrName>style.visibility</p:attrName>
                                        </p:attrNameLst>
                                      </p:cBhvr>
                                      <p:to>
                                        <p:strVal val="visible"/>
                                      </p:to>
                                    </p:set>
                                    <p:animEffect transition="in" filter="dissolve">
                                      <p:cBhvr>
                                        <p:cTn id="60" dur="500"/>
                                        <p:tgtEl>
                                          <p:spTgt spid="389124">
                                            <p:txEl>
                                              <p:pRg st="4" end="4"/>
                                            </p:txEl>
                                          </p:spTgt>
                                        </p:tgtEl>
                                      </p:cBhvr>
                                    </p:animEffect>
                                  </p:childTnLst>
                                </p:cTn>
                              </p:par>
                              <p:par>
                                <p:cTn id="61" presetID="9" presetClass="entr" presetSubtype="0" fill="hold" nodeType="withEffect">
                                  <p:stCondLst>
                                    <p:cond delay="0"/>
                                  </p:stCondLst>
                                  <p:childTnLst>
                                    <p:set>
                                      <p:cBhvr>
                                        <p:cTn id="62" dur="1" fill="hold">
                                          <p:stCondLst>
                                            <p:cond delay="0"/>
                                          </p:stCondLst>
                                        </p:cTn>
                                        <p:tgtEl>
                                          <p:spTgt spid="389124">
                                            <p:txEl>
                                              <p:pRg st="5" end="5"/>
                                            </p:txEl>
                                          </p:spTgt>
                                        </p:tgtEl>
                                        <p:attrNameLst>
                                          <p:attrName>style.visibility</p:attrName>
                                        </p:attrNameLst>
                                      </p:cBhvr>
                                      <p:to>
                                        <p:strVal val="visible"/>
                                      </p:to>
                                    </p:set>
                                    <p:animEffect transition="in" filter="dissolve">
                                      <p:cBhvr>
                                        <p:cTn id="63" dur="500"/>
                                        <p:tgtEl>
                                          <p:spTgt spid="389124">
                                            <p:txEl>
                                              <p:pRg st="5" end="5"/>
                                            </p:txEl>
                                          </p:spTgt>
                                        </p:tgtEl>
                                      </p:cBhvr>
                                    </p:animEffect>
                                  </p:childTnLst>
                                </p:cTn>
                              </p:par>
                              <p:par>
                                <p:cTn id="64" presetID="9" presetClass="entr" presetSubtype="0" fill="hold" nodeType="withEffect">
                                  <p:stCondLst>
                                    <p:cond delay="0"/>
                                  </p:stCondLst>
                                  <p:childTnLst>
                                    <p:set>
                                      <p:cBhvr>
                                        <p:cTn id="65" dur="1" fill="hold">
                                          <p:stCondLst>
                                            <p:cond delay="0"/>
                                          </p:stCondLst>
                                        </p:cTn>
                                        <p:tgtEl>
                                          <p:spTgt spid="389124">
                                            <p:txEl>
                                              <p:pRg st="6" end="6"/>
                                            </p:txEl>
                                          </p:spTgt>
                                        </p:tgtEl>
                                        <p:attrNameLst>
                                          <p:attrName>style.visibility</p:attrName>
                                        </p:attrNameLst>
                                      </p:cBhvr>
                                      <p:to>
                                        <p:strVal val="visible"/>
                                      </p:to>
                                    </p:set>
                                    <p:animEffect transition="in" filter="dissolve">
                                      <p:cBhvr>
                                        <p:cTn id="66" dur="500"/>
                                        <p:tgtEl>
                                          <p:spTgt spid="389124">
                                            <p:txEl>
                                              <p:pRg st="6" end="6"/>
                                            </p:txEl>
                                          </p:spTgt>
                                        </p:tgtEl>
                                      </p:cBhvr>
                                    </p:animEffect>
                                  </p:childTnLst>
                                </p:cTn>
                              </p:par>
                              <p:par>
                                <p:cTn id="67" presetID="9" presetClass="entr" presetSubtype="0" fill="hold" nodeType="withEffect">
                                  <p:stCondLst>
                                    <p:cond delay="0"/>
                                  </p:stCondLst>
                                  <p:childTnLst>
                                    <p:set>
                                      <p:cBhvr>
                                        <p:cTn id="68" dur="1" fill="hold">
                                          <p:stCondLst>
                                            <p:cond delay="0"/>
                                          </p:stCondLst>
                                        </p:cTn>
                                        <p:tgtEl>
                                          <p:spTgt spid="389124">
                                            <p:txEl>
                                              <p:pRg st="7" end="7"/>
                                            </p:txEl>
                                          </p:spTgt>
                                        </p:tgtEl>
                                        <p:attrNameLst>
                                          <p:attrName>style.visibility</p:attrName>
                                        </p:attrNameLst>
                                      </p:cBhvr>
                                      <p:to>
                                        <p:strVal val="visible"/>
                                      </p:to>
                                    </p:set>
                                    <p:animEffect transition="in" filter="dissolve">
                                      <p:cBhvr>
                                        <p:cTn id="69" dur="500"/>
                                        <p:tgtEl>
                                          <p:spTgt spid="389124">
                                            <p:txEl>
                                              <p:pRg st="7" end="7"/>
                                            </p:txEl>
                                          </p:spTgt>
                                        </p:tgtEl>
                                      </p:cBhvr>
                                    </p:animEffect>
                                  </p:childTnLst>
                                </p:cTn>
                              </p:par>
                              <p:par>
                                <p:cTn id="70" presetID="9" presetClass="entr" presetSubtype="0" fill="hold" nodeType="withEffect">
                                  <p:stCondLst>
                                    <p:cond delay="0"/>
                                  </p:stCondLst>
                                  <p:childTnLst>
                                    <p:set>
                                      <p:cBhvr>
                                        <p:cTn id="71" dur="1" fill="hold">
                                          <p:stCondLst>
                                            <p:cond delay="0"/>
                                          </p:stCondLst>
                                        </p:cTn>
                                        <p:tgtEl>
                                          <p:spTgt spid="389124">
                                            <p:txEl>
                                              <p:pRg st="8" end="8"/>
                                            </p:txEl>
                                          </p:spTgt>
                                        </p:tgtEl>
                                        <p:attrNameLst>
                                          <p:attrName>style.visibility</p:attrName>
                                        </p:attrNameLst>
                                      </p:cBhvr>
                                      <p:to>
                                        <p:strVal val="visible"/>
                                      </p:to>
                                    </p:set>
                                    <p:animEffect transition="in" filter="dissolve">
                                      <p:cBhvr>
                                        <p:cTn id="72" dur="500"/>
                                        <p:tgtEl>
                                          <p:spTgt spid="389124">
                                            <p:txEl>
                                              <p:pRg st="8" end="8"/>
                                            </p:txEl>
                                          </p:spTgt>
                                        </p:tgtEl>
                                      </p:cBhvr>
                                    </p:animEffect>
                                  </p:childTnLst>
                                </p:cTn>
                              </p:par>
                              <p:par>
                                <p:cTn id="73" presetID="9" presetClass="entr" presetSubtype="0" fill="hold" nodeType="withEffect">
                                  <p:stCondLst>
                                    <p:cond delay="0"/>
                                  </p:stCondLst>
                                  <p:childTnLst>
                                    <p:set>
                                      <p:cBhvr>
                                        <p:cTn id="74" dur="1" fill="hold">
                                          <p:stCondLst>
                                            <p:cond delay="0"/>
                                          </p:stCondLst>
                                        </p:cTn>
                                        <p:tgtEl>
                                          <p:spTgt spid="389124">
                                            <p:txEl>
                                              <p:pRg st="9" end="9"/>
                                            </p:txEl>
                                          </p:spTgt>
                                        </p:tgtEl>
                                        <p:attrNameLst>
                                          <p:attrName>style.visibility</p:attrName>
                                        </p:attrNameLst>
                                      </p:cBhvr>
                                      <p:to>
                                        <p:strVal val="visible"/>
                                      </p:to>
                                    </p:set>
                                    <p:animEffect transition="in" filter="dissolve">
                                      <p:cBhvr>
                                        <p:cTn id="75" dur="500"/>
                                        <p:tgtEl>
                                          <p:spTgt spid="389124">
                                            <p:txEl>
                                              <p:pRg st="9" end="9"/>
                                            </p:txEl>
                                          </p:spTgt>
                                        </p:tgtEl>
                                      </p:cBhvr>
                                    </p:animEffect>
                                  </p:childTnLst>
                                </p:cTn>
                              </p:par>
                              <p:par>
                                <p:cTn id="76" presetID="9" presetClass="entr" presetSubtype="0" fill="hold" nodeType="withEffect">
                                  <p:stCondLst>
                                    <p:cond delay="0"/>
                                  </p:stCondLst>
                                  <p:childTnLst>
                                    <p:set>
                                      <p:cBhvr>
                                        <p:cTn id="77" dur="1" fill="hold">
                                          <p:stCondLst>
                                            <p:cond delay="0"/>
                                          </p:stCondLst>
                                        </p:cTn>
                                        <p:tgtEl>
                                          <p:spTgt spid="389124">
                                            <p:txEl>
                                              <p:pRg st="10" end="10"/>
                                            </p:txEl>
                                          </p:spTgt>
                                        </p:tgtEl>
                                        <p:attrNameLst>
                                          <p:attrName>style.visibility</p:attrName>
                                        </p:attrNameLst>
                                      </p:cBhvr>
                                      <p:to>
                                        <p:strVal val="visible"/>
                                      </p:to>
                                    </p:set>
                                    <p:animEffect transition="in" filter="dissolve">
                                      <p:cBhvr>
                                        <p:cTn id="78" dur="500"/>
                                        <p:tgtEl>
                                          <p:spTgt spid="389124">
                                            <p:txEl>
                                              <p:pRg st="10" end="10"/>
                                            </p:txEl>
                                          </p:spTgt>
                                        </p:tgtEl>
                                      </p:cBhvr>
                                    </p:animEffect>
                                  </p:childTnLst>
                                </p:cTn>
                              </p:par>
                              <p:par>
                                <p:cTn id="79" presetID="9" presetClass="entr" presetSubtype="0" fill="hold" nodeType="withEffect">
                                  <p:stCondLst>
                                    <p:cond delay="0"/>
                                  </p:stCondLst>
                                  <p:childTnLst>
                                    <p:set>
                                      <p:cBhvr>
                                        <p:cTn id="80" dur="1" fill="hold">
                                          <p:stCondLst>
                                            <p:cond delay="0"/>
                                          </p:stCondLst>
                                        </p:cTn>
                                        <p:tgtEl>
                                          <p:spTgt spid="389124">
                                            <p:txEl>
                                              <p:pRg st="11" end="11"/>
                                            </p:txEl>
                                          </p:spTgt>
                                        </p:tgtEl>
                                        <p:attrNameLst>
                                          <p:attrName>style.visibility</p:attrName>
                                        </p:attrNameLst>
                                      </p:cBhvr>
                                      <p:to>
                                        <p:strVal val="visible"/>
                                      </p:to>
                                    </p:set>
                                    <p:animEffect transition="in" filter="dissolve">
                                      <p:cBhvr>
                                        <p:cTn id="81" dur="500"/>
                                        <p:tgtEl>
                                          <p:spTgt spid="38912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1.2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技术</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849630" y="142811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25856"/>
            <a:ext cx="10872184" cy="5400675"/>
          </a:xfrm>
        </p:spPr>
        <p:txBody>
          <a:bodyPr/>
          <a:p>
            <a:pPr eaLnBrk="1" hangingPunct="1">
              <a:defRPr/>
            </a:pPr>
            <a:r>
              <a:rPr lang="zh-CN" altLang="en-US" sz="2800" dirty="0">
                <a:sym typeface="+mn-ea"/>
              </a:rPr>
              <a:t>面向对象技术的优势</a:t>
            </a:r>
            <a:r>
              <a:rPr lang="en-US" altLang="zh-CN" sz="2800" dirty="0">
                <a:sym typeface="+mn-ea"/>
              </a:rPr>
              <a:t>2</a:t>
            </a:r>
            <a:endParaRPr lang="en-US" altLang="zh-CN" sz="2000" dirty="0"/>
          </a:p>
          <a:p>
            <a:pPr lvl="1" eaLnBrk="1" hangingPunct="1">
              <a:lnSpc>
                <a:spcPct val="100000"/>
              </a:lnSpc>
              <a:buSzPct val="80000"/>
              <a:buFont typeface="Wingdings" panose="05000000000000000000" charset="0"/>
              <a:buChar char=""/>
            </a:pPr>
            <a:r>
              <a:rPr lang="zh-CN" altLang="en-US" sz="2600" b="1">
                <a:solidFill>
                  <a:srgbClr val="C00000"/>
                </a:solidFill>
              </a:rPr>
              <a:t>稳定</a:t>
            </a:r>
            <a:endParaRPr lang="zh-CN" altLang="en-US" sz="2600" b="1">
              <a:solidFill>
                <a:srgbClr val="C00000"/>
              </a:solidFill>
            </a:endParaRPr>
          </a:p>
          <a:p>
            <a:pPr lvl="2" eaLnBrk="1" hangingPunct="1">
              <a:buSzPct val="80000"/>
              <a:buFont typeface="Wingdings" panose="05000000000000000000" charset="0"/>
              <a:buChar char=""/>
            </a:pPr>
            <a:r>
              <a:rPr lang="zh-CN" altLang="en-US" sz="2600">
                <a:sym typeface="+mn-ea"/>
              </a:rPr>
              <a:t>较小的需求变化不会导致系统结构大的改变</a:t>
            </a:r>
            <a:endParaRPr lang="zh-CN" altLang="en-US" sz="2600"/>
          </a:p>
          <a:p>
            <a:pPr lvl="2" eaLnBrk="1" hangingPunct="1">
              <a:buSzPct val="80000"/>
              <a:buFont typeface="Wingdings" panose="05000000000000000000" charset="0"/>
              <a:buChar char=""/>
            </a:pPr>
            <a:r>
              <a:rPr lang="zh-CN" altLang="en-US" sz="2600">
                <a:sym typeface="+mn-ea"/>
              </a:rPr>
              <a:t>当需求变化时</a:t>
            </a:r>
            <a:r>
              <a:rPr lang="en-US" altLang="zh-CN" sz="2600">
                <a:sym typeface="+mn-ea"/>
              </a:rPr>
              <a:t>……</a:t>
            </a:r>
            <a:endParaRPr lang="en-US" altLang="zh-CN" sz="2600"/>
          </a:p>
          <a:p>
            <a:pPr lvl="1" eaLnBrk="1" hangingPunct="1"/>
            <a:endParaRPr lang="zh-CN" altLang="en-US" sz="2600" dirty="0"/>
          </a:p>
        </p:txBody>
      </p:sp>
      <p:sp>
        <p:nvSpPr>
          <p:cNvPr id="390148" name="Text Box 4"/>
          <p:cNvSpPr txBox="1">
            <a:spLocks noChangeArrowheads="1"/>
          </p:cNvSpPr>
          <p:nvPr/>
        </p:nvSpPr>
        <p:spPr bwMode="auto">
          <a:xfrm>
            <a:off x="4006850" y="3859213"/>
            <a:ext cx="2159000" cy="1569660"/>
          </a:xfrm>
          <a:prstGeom prst="rect">
            <a:avLst/>
          </a:prstGeom>
          <a:noFill/>
          <a:ln w="12700">
            <a:noFill/>
            <a:miter lim="800000"/>
            <a:headEnd type="none" w="sm" len="sm"/>
            <a:tailEnd type="none" w="sm" len="sm"/>
          </a:ln>
          <a:effectLst/>
        </p:spPr>
        <p:txBody>
          <a:bodyPr>
            <a:spAutoFit/>
          </a:bodyPr>
          <a:p>
            <a:pPr eaLnBrk="0" hangingPunct="0">
              <a:spcBef>
                <a:spcPct val="50000"/>
              </a:spcBef>
              <a:defRPr/>
            </a:pPr>
            <a:r>
              <a:rPr kumimoji="0" lang="zh-CN" altLang="en-US">
                <a:effectLst>
                  <a:outerShdw blurRad="38100" dist="38100" dir="2700000" algn="tl">
                    <a:srgbClr val="C0C0C0"/>
                  </a:outerShdw>
                </a:effectLst>
                <a:latin typeface="Arial" panose="020B0604020202090204" pitchFamily="34" charset="0"/>
              </a:rPr>
              <a:t>功能：最易变</a:t>
            </a:r>
            <a:endParaRPr kumimoji="0" lang="zh-CN" altLang="en-US">
              <a:effectLst>
                <a:outerShdw blurRad="38100" dist="38100" dir="2700000" algn="tl">
                  <a:srgbClr val="C0C0C0"/>
                </a:outerShdw>
              </a:effectLst>
              <a:latin typeface="Arial" panose="020B0604020202090204" pitchFamily="34" charset="0"/>
            </a:endParaRPr>
          </a:p>
          <a:p>
            <a:pPr eaLnBrk="0" hangingPunct="0">
              <a:spcBef>
                <a:spcPct val="50000"/>
              </a:spcBef>
              <a:defRPr/>
            </a:pPr>
            <a:r>
              <a:rPr kumimoji="0" lang="zh-CN" altLang="en-US">
                <a:effectLst>
                  <a:outerShdw blurRad="38100" dist="38100" dir="2700000" algn="tl">
                    <a:srgbClr val="C0C0C0"/>
                  </a:outerShdw>
                </a:effectLst>
                <a:latin typeface="Arial" panose="020B0604020202090204" pitchFamily="34" charset="0"/>
              </a:rPr>
              <a:t>数据：较易变</a:t>
            </a:r>
            <a:endParaRPr kumimoji="0" lang="zh-CN" altLang="en-US">
              <a:effectLst>
                <a:outerShdw blurRad="38100" dist="38100" dir="2700000" algn="tl">
                  <a:srgbClr val="C0C0C0"/>
                </a:outerShdw>
              </a:effectLst>
              <a:latin typeface="Arial" panose="020B0604020202090204" pitchFamily="34" charset="0"/>
            </a:endParaRPr>
          </a:p>
          <a:p>
            <a:pPr eaLnBrk="0" hangingPunct="0">
              <a:spcBef>
                <a:spcPct val="50000"/>
              </a:spcBef>
              <a:defRPr/>
            </a:pPr>
            <a:r>
              <a:rPr kumimoji="0" lang="zh-CN" altLang="en-US">
                <a:effectLst>
                  <a:outerShdw blurRad="38100" dist="38100" dir="2700000" algn="tl">
                    <a:srgbClr val="C0C0C0"/>
                  </a:outerShdw>
                </a:effectLst>
                <a:latin typeface="Arial" panose="020B0604020202090204" pitchFamily="34" charset="0"/>
              </a:rPr>
              <a:t>对象：较稳定</a:t>
            </a:r>
            <a:endParaRPr kumimoji="0" lang="zh-CN" altLang="en-US">
              <a:effectLst>
                <a:outerShdw blurRad="38100" dist="38100" dir="2700000" algn="tl">
                  <a:srgbClr val="C0C0C0"/>
                </a:outerShdw>
              </a:effectLst>
              <a:latin typeface="Arial" panose="020B0604020202090204" pitchFamily="34" charset="0"/>
            </a:endParaRPr>
          </a:p>
        </p:txBody>
      </p:sp>
      <p:sp>
        <p:nvSpPr>
          <p:cNvPr id="390149" name="AutoShape 5"/>
          <p:cNvSpPr>
            <a:spLocks noChangeArrowheads="1"/>
          </p:cNvSpPr>
          <p:nvPr/>
        </p:nvSpPr>
        <p:spPr bwMode="auto">
          <a:xfrm>
            <a:off x="3573463" y="4075113"/>
            <a:ext cx="360362" cy="1223962"/>
          </a:xfrm>
          <a:prstGeom prst="downArrow">
            <a:avLst>
              <a:gd name="adj1" fmla="val 50000"/>
              <a:gd name="adj2" fmla="val 84912"/>
            </a:avLst>
          </a:prstGeom>
          <a:solidFill>
            <a:schemeClr val="accent1"/>
          </a:solidFill>
          <a:ln w="12700">
            <a:solidFill>
              <a:schemeClr val="tx1"/>
            </a:solidFill>
            <a:miter lim="800000"/>
            <a:headEnd type="none" w="sm" len="sm"/>
            <a:tailEnd type="none" w="sm" len="sm"/>
          </a:ln>
        </p:spPr>
        <p:txBody>
          <a:bodyPr vert="eaVert" wrap="none" anchor="ctr"/>
          <a:p>
            <a:endParaRPr lang="zh-CN" altLang="en-US"/>
          </a:p>
        </p:txBody>
      </p:sp>
      <p:sp>
        <p:nvSpPr>
          <p:cNvPr id="390150" name="Text Box 6"/>
          <p:cNvSpPr txBox="1">
            <a:spLocks noChangeArrowheads="1"/>
          </p:cNvSpPr>
          <p:nvPr/>
        </p:nvSpPr>
        <p:spPr bwMode="auto">
          <a:xfrm>
            <a:off x="2995303" y="3930653"/>
            <a:ext cx="492443" cy="1368425"/>
          </a:xfrm>
          <a:prstGeom prst="rect">
            <a:avLst/>
          </a:prstGeom>
          <a:noFill/>
          <a:ln w="12700">
            <a:noFill/>
            <a:miter lim="800000"/>
            <a:headEnd type="none" w="sm" len="sm"/>
            <a:tailEnd type="none" w="sm" len="sm"/>
          </a:ln>
          <a:effectLst/>
        </p:spPr>
        <p:txBody>
          <a:bodyPr vert="eaVert">
            <a:spAutoFit/>
          </a:bodyPr>
          <a:p>
            <a:pPr eaLnBrk="0" hangingPunct="0">
              <a:spcBef>
                <a:spcPct val="50000"/>
              </a:spcBef>
              <a:defRPr/>
            </a:pPr>
            <a:r>
              <a:rPr kumimoji="0" lang="zh-CN" altLang="en-US" sz="2000">
                <a:solidFill>
                  <a:srgbClr val="CC3300"/>
                </a:solidFill>
                <a:effectLst>
                  <a:outerShdw blurRad="38100" dist="38100" dir="2700000" algn="tl">
                    <a:srgbClr val="C0C0C0"/>
                  </a:outerShdw>
                </a:effectLst>
                <a:latin typeface="Arial" panose="020B0604020202090204" pitchFamily="34" charset="0"/>
              </a:rPr>
              <a:t>稳定性增加</a:t>
            </a:r>
            <a:endParaRPr kumimoji="0" lang="zh-CN" altLang="en-US" sz="2000">
              <a:solidFill>
                <a:srgbClr val="CC3300"/>
              </a:solidFill>
              <a:effectLst>
                <a:outerShdw blurRad="38100" dist="38100" dir="2700000" algn="tl">
                  <a:srgbClr val="C0C0C0"/>
                </a:outerShdw>
              </a:effectLst>
              <a:latin typeface="Arial" panose="020B0604020202090204" pitchFamily="34" charset="0"/>
            </a:endParaRPr>
          </a:p>
        </p:txBody>
      </p:sp>
      <p:sp>
        <p:nvSpPr>
          <p:cNvPr id="50184" name="Line 7"/>
          <p:cNvSpPr>
            <a:spLocks noChangeShapeType="1"/>
          </p:cNvSpPr>
          <p:nvPr/>
        </p:nvSpPr>
        <p:spPr bwMode="auto">
          <a:xfrm>
            <a:off x="5949953" y="4075116"/>
            <a:ext cx="1800225" cy="1081087"/>
          </a:xfrm>
          <a:prstGeom prst="line">
            <a:avLst/>
          </a:prstGeom>
          <a:noFill/>
          <a:ln w="38100">
            <a:solidFill>
              <a:srgbClr val="FF3300"/>
            </a:solidFill>
            <a:round/>
            <a:headEnd type="none" w="sm" len="sm"/>
            <a:tailEnd type="stealth" w="lg" len="lg"/>
          </a:ln>
          <a:extLst>
            <a:ext uri="{909E8E84-426E-40DD-AFC4-6F175D3DCCD1}">
              <a14:hiddenFill xmlns:a14="http://schemas.microsoft.com/office/drawing/2010/main">
                <a:noFill/>
              </a14:hiddenFill>
            </a:ext>
          </a:extLst>
        </p:spPr>
        <p:txBody>
          <a:bodyPr wrap="none"/>
          <a:p>
            <a:endParaRPr lang="zh-CN" altLang="en-US"/>
          </a:p>
        </p:txBody>
      </p:sp>
      <p:sp>
        <p:nvSpPr>
          <p:cNvPr id="50185" name="Line 8"/>
          <p:cNvSpPr>
            <a:spLocks noChangeShapeType="1"/>
          </p:cNvSpPr>
          <p:nvPr/>
        </p:nvSpPr>
        <p:spPr bwMode="auto">
          <a:xfrm>
            <a:off x="5949953" y="4651375"/>
            <a:ext cx="1800225" cy="0"/>
          </a:xfrm>
          <a:prstGeom prst="line">
            <a:avLst/>
          </a:prstGeom>
          <a:noFill/>
          <a:ln w="38100">
            <a:solidFill>
              <a:srgbClr val="FF3300"/>
            </a:solidFill>
            <a:round/>
            <a:headEnd type="none" w="sm" len="sm"/>
            <a:tailEnd type="stealth" w="lg" len="lg"/>
          </a:ln>
          <a:extLst>
            <a:ext uri="{909E8E84-426E-40DD-AFC4-6F175D3DCCD1}">
              <a14:hiddenFill xmlns:a14="http://schemas.microsoft.com/office/drawing/2010/main">
                <a:noFill/>
              </a14:hiddenFill>
            </a:ext>
          </a:extLst>
        </p:spPr>
        <p:txBody>
          <a:bodyPr wrap="none"/>
          <a:p>
            <a:endParaRPr lang="zh-CN" altLang="en-US"/>
          </a:p>
        </p:txBody>
      </p:sp>
      <p:sp>
        <p:nvSpPr>
          <p:cNvPr id="50186" name="Line 9"/>
          <p:cNvSpPr>
            <a:spLocks noChangeShapeType="1"/>
          </p:cNvSpPr>
          <p:nvPr/>
        </p:nvSpPr>
        <p:spPr bwMode="auto">
          <a:xfrm flipV="1">
            <a:off x="5949953" y="4148138"/>
            <a:ext cx="1800225" cy="1079500"/>
          </a:xfrm>
          <a:prstGeom prst="line">
            <a:avLst/>
          </a:prstGeom>
          <a:noFill/>
          <a:ln w="38100">
            <a:solidFill>
              <a:srgbClr val="FF3300"/>
            </a:solidFill>
            <a:round/>
            <a:headEnd type="none" w="sm" len="sm"/>
            <a:tailEnd type="stealth" w="lg" len="lg"/>
          </a:ln>
          <a:extLst>
            <a:ext uri="{909E8E84-426E-40DD-AFC4-6F175D3DCCD1}">
              <a14:hiddenFill xmlns:a14="http://schemas.microsoft.com/office/drawing/2010/main">
                <a:noFill/>
              </a14:hiddenFill>
            </a:ext>
          </a:extLst>
        </p:spPr>
        <p:txBody>
          <a:bodyPr wrap="none"/>
          <a:p>
            <a:endParaRPr lang="zh-CN" altLang="en-US"/>
          </a:p>
        </p:txBody>
      </p:sp>
      <p:sp>
        <p:nvSpPr>
          <p:cNvPr id="390154" name="Text Box 10"/>
          <p:cNvSpPr txBox="1">
            <a:spLocks noChangeArrowheads="1"/>
          </p:cNvSpPr>
          <p:nvPr/>
        </p:nvSpPr>
        <p:spPr bwMode="auto">
          <a:xfrm>
            <a:off x="2135191" y="5516563"/>
            <a:ext cx="7921625" cy="521970"/>
          </a:xfrm>
          <a:prstGeom prst="rect">
            <a:avLst/>
          </a:prstGeom>
          <a:solidFill>
            <a:schemeClr val="accent1">
              <a:lumMod val="20000"/>
              <a:lumOff val="80000"/>
            </a:schemeClr>
          </a:solidFill>
          <a:ln w="12700">
            <a:noFill/>
            <a:miter lim="800000"/>
            <a:headEnd type="none" w="sm" len="sm"/>
            <a:tailEnd type="none" w="sm" len="sm"/>
          </a:ln>
          <a:effectLst/>
        </p:spPr>
        <p:txBody>
          <a:bodyPr>
            <a:spAutoFit/>
          </a:bodyPr>
          <a:p>
            <a:pPr algn="ctr" eaLnBrk="0" hangingPunct="0">
              <a:spcBef>
                <a:spcPct val="50000"/>
              </a:spcBef>
              <a:defRPr/>
            </a:pPr>
            <a:r>
              <a:rPr kumimoji="0" lang="zh-CN" altLang="en-US" sz="2800">
                <a:solidFill>
                  <a:srgbClr val="FF3300"/>
                </a:solidFill>
                <a:effectLst>
                  <a:outerShdw blurRad="38100" dist="38100" dir="2700000" algn="tl">
                    <a:srgbClr val="C0C0C0"/>
                  </a:outerShdw>
                </a:effectLst>
                <a:latin typeface="Arial" panose="020B0604020202090204" pitchFamily="34" charset="0"/>
              </a:rPr>
              <a:t>用较稳定把不稳定的包起来</a:t>
            </a:r>
            <a:endParaRPr kumimoji="0" lang="zh-CN" altLang="en-US" sz="2800">
              <a:solidFill>
                <a:srgbClr val="FF3300"/>
              </a:solidFill>
              <a:effectLst>
                <a:outerShdw blurRad="38100" dist="38100" dir="2700000" algn="tl">
                  <a:srgbClr val="C0C0C0"/>
                </a:outerShdw>
              </a:effectLst>
              <a:latin typeface="Arial" panose="020B0604020202090204" pitchFamily="34" charset="0"/>
            </a:endParaRPr>
          </a:p>
        </p:txBody>
      </p:sp>
      <p:pic>
        <p:nvPicPr>
          <p:cNvPr id="50188"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80328" y="3859216"/>
            <a:ext cx="1655763" cy="157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390149"/>
                                        </p:tgtEl>
                                        <p:attrNameLst>
                                          <p:attrName>style.visibility</p:attrName>
                                        </p:attrNameLst>
                                      </p:cBhvr>
                                      <p:to>
                                        <p:strVal val="visible"/>
                                      </p:to>
                                    </p:set>
                                    <p:animEffect transition="in" filter="slide(fromTop)">
                                      <p:cBhvr>
                                        <p:cTn id="7" dur="500"/>
                                        <p:tgtEl>
                                          <p:spTgt spid="390149"/>
                                        </p:tgtEl>
                                      </p:cBhvr>
                                    </p:animEffect>
                                  </p:childTnLst>
                                </p:cTn>
                              </p:par>
                              <p:par>
                                <p:cTn id="8" presetID="12" presetClass="entr" presetSubtype="1" fill="hold" grpId="0" nodeType="withEffect">
                                  <p:stCondLst>
                                    <p:cond delay="0"/>
                                  </p:stCondLst>
                                  <p:childTnLst>
                                    <p:set>
                                      <p:cBhvr>
                                        <p:cTn id="9" dur="1" fill="hold">
                                          <p:stCondLst>
                                            <p:cond delay="0"/>
                                          </p:stCondLst>
                                        </p:cTn>
                                        <p:tgtEl>
                                          <p:spTgt spid="390150"/>
                                        </p:tgtEl>
                                        <p:attrNameLst>
                                          <p:attrName>style.visibility</p:attrName>
                                        </p:attrNameLst>
                                      </p:cBhvr>
                                      <p:to>
                                        <p:strVal val="visible"/>
                                      </p:to>
                                    </p:set>
                                    <p:animEffect transition="in" filter="slide(fromTop)">
                                      <p:cBhvr>
                                        <p:cTn id="10" dur="500"/>
                                        <p:tgtEl>
                                          <p:spTgt spid="390150"/>
                                        </p:tgtEl>
                                      </p:cBhvr>
                                    </p:animEffect>
                                  </p:childTnLst>
                                </p:cTn>
                              </p:par>
                            </p:childTnLst>
                          </p:cTn>
                        </p:par>
                      </p:childTnLst>
                    </p:cTn>
                  </p:par>
                  <p:par>
                    <p:cTn id="11" fill="hold">
                      <p:stCondLst>
                        <p:cond delay="indefinite"/>
                      </p:stCondLst>
                      <p:childTnLst>
                        <p:par>
                          <p:cTn id="12" fill="hold">
                            <p:stCondLst>
                              <p:cond delay="0"/>
                            </p:stCondLst>
                            <p:childTnLst>
                              <p:par>
                                <p:cTn id="13" presetID="17" presetClass="entr" presetSubtype="10" fill="hold" grpId="0" nodeType="clickEffect">
                                  <p:stCondLst>
                                    <p:cond delay="0"/>
                                  </p:stCondLst>
                                  <p:childTnLst>
                                    <p:set>
                                      <p:cBhvr>
                                        <p:cTn id="14" dur="1" fill="hold">
                                          <p:stCondLst>
                                            <p:cond delay="0"/>
                                          </p:stCondLst>
                                        </p:cTn>
                                        <p:tgtEl>
                                          <p:spTgt spid="390154"/>
                                        </p:tgtEl>
                                        <p:attrNameLst>
                                          <p:attrName>style.visibility</p:attrName>
                                        </p:attrNameLst>
                                      </p:cBhvr>
                                      <p:to>
                                        <p:strVal val="visible"/>
                                      </p:to>
                                    </p:set>
                                    <p:anim calcmode="lin" valueType="num">
                                      <p:cBhvr>
                                        <p:cTn id="15" dur="500" fill="hold"/>
                                        <p:tgtEl>
                                          <p:spTgt spid="390154"/>
                                        </p:tgtEl>
                                        <p:attrNameLst>
                                          <p:attrName>ppt_w</p:attrName>
                                        </p:attrNameLst>
                                      </p:cBhvr>
                                      <p:tavLst>
                                        <p:tav tm="0">
                                          <p:val>
                                            <p:fltVal val="0"/>
                                          </p:val>
                                        </p:tav>
                                        <p:tav tm="100000">
                                          <p:val>
                                            <p:strVal val="#ppt_w"/>
                                          </p:val>
                                        </p:tav>
                                      </p:tavLst>
                                    </p:anim>
                                    <p:anim calcmode="lin" valueType="num">
                                      <p:cBhvr>
                                        <p:cTn id="16" dur="500" fill="hold"/>
                                        <p:tgtEl>
                                          <p:spTgt spid="39015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149" grpId="0" bldLvl="0" animBg="1"/>
      <p:bldP spid="390150" grpId="0" bldLvl="0" animBg="1"/>
      <p:bldP spid="390154"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1.2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技术</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849630" y="142811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25856"/>
            <a:ext cx="10872184" cy="5400675"/>
          </a:xfrm>
        </p:spPr>
        <p:txBody>
          <a:bodyPr/>
          <a:p>
            <a:pPr eaLnBrk="1" hangingPunct="1">
              <a:defRPr/>
            </a:pPr>
            <a:r>
              <a:rPr lang="zh-CN" altLang="en-US" sz="2800" dirty="0">
                <a:sym typeface="+mn-ea"/>
              </a:rPr>
              <a:t>面向对象技术的优势</a:t>
            </a:r>
            <a:r>
              <a:rPr lang="en-US" altLang="zh-CN" sz="2800" dirty="0">
                <a:sym typeface="+mn-ea"/>
              </a:rPr>
              <a:t>3</a:t>
            </a:r>
            <a:endParaRPr lang="en-US" altLang="zh-CN" sz="2000" dirty="0"/>
          </a:p>
          <a:p>
            <a:pPr lvl="1" eaLnBrk="1" hangingPunct="1">
              <a:lnSpc>
                <a:spcPct val="100000"/>
              </a:lnSpc>
              <a:buSzPct val="80000"/>
              <a:buFont typeface="Wingdings" panose="05000000000000000000" charset="0"/>
              <a:buChar char=""/>
            </a:pPr>
            <a:r>
              <a:rPr lang="zh-CN" altLang="en-US" sz="2600" b="1">
                <a:solidFill>
                  <a:srgbClr val="C00000"/>
                </a:solidFill>
              </a:rPr>
              <a:t>复用</a:t>
            </a:r>
            <a:endParaRPr lang="zh-CN" altLang="en-US" sz="2600" b="1">
              <a:solidFill>
                <a:srgbClr val="C00000"/>
              </a:solidFill>
            </a:endParaRPr>
          </a:p>
          <a:p>
            <a:pPr lvl="2" eaLnBrk="1" hangingPunct="1">
              <a:buSzPct val="80000"/>
              <a:buFont typeface="Wingdings" panose="05000000000000000000" charset="0"/>
              <a:buChar char=""/>
            </a:pPr>
            <a:r>
              <a:rPr lang="zh-CN" altLang="en-US" sz="2600">
                <a:sym typeface="+mn-ea"/>
              </a:rPr>
              <a:t>代码重用：类库、框架等重用机制</a:t>
            </a:r>
            <a:endParaRPr lang="zh-CN" altLang="en-US" sz="2600"/>
          </a:p>
          <a:p>
            <a:pPr lvl="2" eaLnBrk="1" hangingPunct="1">
              <a:buSzPct val="80000"/>
              <a:buFont typeface="Wingdings" panose="05000000000000000000" charset="0"/>
              <a:buChar char=""/>
            </a:pPr>
            <a:r>
              <a:rPr lang="zh-CN" altLang="en-US" sz="2600">
                <a:sym typeface="+mn-ea"/>
              </a:rPr>
              <a:t>能提高质量，减少由于编制新的系统代码而产生的成本</a:t>
            </a:r>
            <a:endParaRPr lang="zh-CN" altLang="en-US" sz="2600"/>
          </a:p>
          <a:p>
            <a:pPr lvl="2" eaLnBrk="1" hangingPunct="1">
              <a:buSzPct val="80000"/>
              <a:buFont typeface="Wingdings" panose="05000000000000000000" charset="0"/>
              <a:buChar char=""/>
            </a:pPr>
            <a:r>
              <a:rPr lang="zh-CN" altLang="en-US" sz="2600">
                <a:sym typeface="+mn-ea"/>
              </a:rPr>
              <a:t>通过继承、关联、封装等手段</a:t>
            </a:r>
            <a:endParaRPr lang="zh-CN" altLang="en-US" sz="2600"/>
          </a:p>
          <a:p>
            <a:pPr lvl="2" eaLnBrk="1" hangingPunct="1">
              <a:buNone/>
            </a:pPr>
            <a:endParaRPr lang="zh-CN" altLang="en-US" sz="2600" dirty="0"/>
          </a:p>
        </p:txBody>
      </p:sp>
      <p:sp>
        <p:nvSpPr>
          <p:cNvPr id="392196" name="Text Box 4"/>
          <p:cNvSpPr txBox="1">
            <a:spLocks noChangeArrowheads="1"/>
          </p:cNvSpPr>
          <p:nvPr/>
        </p:nvSpPr>
        <p:spPr bwMode="auto">
          <a:xfrm>
            <a:off x="1214120" y="4364990"/>
            <a:ext cx="10047605" cy="891540"/>
          </a:xfrm>
          <a:prstGeom prst="rect">
            <a:avLst/>
          </a:prstGeom>
          <a:solidFill>
            <a:schemeClr val="accent1">
              <a:lumMod val="20000"/>
              <a:lumOff val="80000"/>
            </a:schemeClr>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r>
              <a:rPr kumimoji="0" lang="zh-CN" altLang="en-US" sz="2800">
                <a:solidFill>
                  <a:srgbClr val="660066"/>
                </a:solidFill>
                <a:latin typeface="Arial" panose="020B0604020202090204" pitchFamily="34" charset="0"/>
              </a:rPr>
              <a:t>软件开发组越大，组中每个成员的生产率就越低</a:t>
            </a:r>
            <a:endParaRPr kumimoji="0" lang="zh-CN" altLang="en-US" sz="2800">
              <a:solidFill>
                <a:srgbClr val="660066"/>
              </a:solidFill>
              <a:latin typeface="Arial" panose="020B0604020202090204" pitchFamily="34" charset="0"/>
            </a:endParaRPr>
          </a:p>
          <a:p>
            <a:pPr algn="r"/>
            <a:r>
              <a:rPr kumimoji="0" lang="en-US" altLang="zh-CN">
                <a:solidFill>
                  <a:srgbClr val="660066"/>
                </a:solidFill>
                <a:latin typeface="Arial" panose="020B0604020202090204" pitchFamily="34" charset="0"/>
              </a:rPr>
              <a:t>--Philippe Kahn, Borland</a:t>
            </a:r>
            <a:r>
              <a:rPr kumimoji="0" lang="zh-CN" altLang="en-US">
                <a:solidFill>
                  <a:srgbClr val="660066"/>
                </a:solidFill>
                <a:latin typeface="Arial" panose="020B0604020202090204" pitchFamily="34" charset="0"/>
              </a:rPr>
              <a:t>公司创始人</a:t>
            </a:r>
            <a:endParaRPr kumimoji="0" lang="zh-CN" altLang="en-US">
              <a:solidFill>
                <a:srgbClr val="660066"/>
              </a:solidFill>
              <a:latin typeface="Arial" panose="020B0604020202090204" pitchFamily="34" charset="0"/>
            </a:endParaRPr>
          </a:p>
        </p:txBody>
      </p:sp>
      <p:graphicFrame>
        <p:nvGraphicFramePr>
          <p:cNvPr id="392198" name="Object 6"/>
          <p:cNvGraphicFramePr>
            <a:graphicFrameLocks noGrp="1" noChangeAspect="1"/>
          </p:cNvGraphicFramePr>
          <p:nvPr>
            <p:ph sz="half" idx="4294967295"/>
          </p:nvPr>
        </p:nvGraphicFramePr>
        <p:xfrm>
          <a:off x="1214123" y="5373691"/>
          <a:ext cx="3884613" cy="1235075"/>
        </p:xfrm>
        <a:graphic>
          <a:graphicData uri="http://schemas.openxmlformats.org/presentationml/2006/ole">
            <mc:AlternateContent xmlns:mc="http://schemas.openxmlformats.org/markup-compatibility/2006">
              <mc:Choice xmlns:v="urn:schemas-microsoft-com:vml" Requires="v">
                <p:oleObj spid="_x0000_s3207" name="公式" r:id="rId1" imgW="1562100" imgH="419100" progId="Equation.3">
                  <p:embed/>
                </p:oleObj>
              </mc:Choice>
              <mc:Fallback>
                <p:oleObj name="公式" r:id="rId1" imgW="1562100" imgH="4191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4123" y="5373691"/>
                        <a:ext cx="3884613" cy="1235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2197" name="Text Box 5"/>
          <p:cNvSpPr txBox="1">
            <a:spLocks noChangeArrowheads="1"/>
          </p:cNvSpPr>
          <p:nvPr/>
        </p:nvSpPr>
        <p:spPr bwMode="auto">
          <a:xfrm>
            <a:off x="4006536" y="6007418"/>
            <a:ext cx="7921625" cy="519112"/>
          </a:xfrm>
          <a:prstGeom prst="rect">
            <a:avLst/>
          </a:prstGeom>
          <a:noFill/>
          <a:ln w="12700">
            <a:noFill/>
            <a:miter lim="800000"/>
            <a:headEnd type="none" w="sm" len="sm"/>
            <a:tailEnd type="none" w="sm" len="sm"/>
          </a:ln>
          <a:effectLst/>
        </p:spPr>
        <p:txBody>
          <a:bodyPr>
            <a:spAutoFit/>
          </a:bodyPr>
          <a:p>
            <a:pPr algn="ctr" eaLnBrk="0" hangingPunct="0">
              <a:spcBef>
                <a:spcPct val="50000"/>
              </a:spcBef>
              <a:defRPr/>
            </a:pPr>
            <a:r>
              <a:rPr kumimoji="0" lang="zh-CN" altLang="en-US" sz="2800" u="sng">
                <a:solidFill>
                  <a:srgbClr val="FF3300"/>
                </a:solidFill>
                <a:effectLst>
                  <a:outerShdw blurRad="38100" dist="38100" dir="2700000" algn="tl">
                    <a:srgbClr val="C0C0C0"/>
                  </a:outerShdw>
                </a:effectLst>
                <a:latin typeface="Arial" panose="020B0604020202090204" pitchFamily="34" charset="0"/>
              </a:rPr>
              <a:t>构造大型软件不能靠堆人</a:t>
            </a:r>
            <a:endParaRPr kumimoji="0" lang="zh-CN" altLang="en-US" sz="2800" u="sng">
              <a:solidFill>
                <a:srgbClr val="FF3300"/>
              </a:solidFill>
              <a:effectLst>
                <a:outerShdw blurRad="38100" dist="38100" dir="2700000" algn="tl">
                  <a:srgbClr val="C0C0C0"/>
                </a:outerShdw>
              </a:effectLst>
              <a:latin typeface="Arial" panose="020B0604020202090204" pitchFamily="34" charset="0"/>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92196"/>
                                        </p:tgtEl>
                                        <p:attrNameLst>
                                          <p:attrName>style.visibility</p:attrName>
                                        </p:attrNameLst>
                                      </p:cBhvr>
                                      <p:to>
                                        <p:strVal val="visible"/>
                                      </p:to>
                                    </p:set>
                                    <p:anim calcmode="lin" valueType="num">
                                      <p:cBhvr>
                                        <p:cTn id="7" dur="500" fill="hold"/>
                                        <p:tgtEl>
                                          <p:spTgt spid="392196"/>
                                        </p:tgtEl>
                                        <p:attrNameLst>
                                          <p:attrName>ppt_w</p:attrName>
                                        </p:attrNameLst>
                                      </p:cBhvr>
                                      <p:tavLst>
                                        <p:tav tm="0">
                                          <p:val>
                                            <p:fltVal val="0"/>
                                          </p:val>
                                        </p:tav>
                                        <p:tav tm="100000">
                                          <p:val>
                                            <p:strVal val="#ppt_w"/>
                                          </p:val>
                                        </p:tav>
                                      </p:tavLst>
                                    </p:anim>
                                    <p:anim calcmode="lin" valueType="num">
                                      <p:cBhvr>
                                        <p:cTn id="8" dur="500" fill="hold"/>
                                        <p:tgtEl>
                                          <p:spTgt spid="392196"/>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1" fill="hold" nodeType="clickEffect">
                                  <p:stCondLst>
                                    <p:cond delay="0"/>
                                  </p:stCondLst>
                                  <p:childTnLst>
                                    <p:set>
                                      <p:cBhvr>
                                        <p:cTn id="12" dur="1" fill="hold">
                                          <p:stCondLst>
                                            <p:cond delay="0"/>
                                          </p:stCondLst>
                                        </p:cTn>
                                        <p:tgtEl>
                                          <p:spTgt spid="392198"/>
                                        </p:tgtEl>
                                        <p:attrNameLst>
                                          <p:attrName>style.visibility</p:attrName>
                                        </p:attrNameLst>
                                      </p:cBhvr>
                                      <p:to>
                                        <p:strVal val="visible"/>
                                      </p:to>
                                    </p:set>
                                    <p:animEffect transition="in" filter="slide(fromTop)">
                                      <p:cBhvr>
                                        <p:cTn id="13" dur="500"/>
                                        <p:tgtEl>
                                          <p:spTgt spid="392198"/>
                                        </p:tgtEl>
                                      </p:cBhvr>
                                    </p:animEffect>
                                  </p:childTnLst>
                                  <p:subTnLst>
                                    <p:set>
                                      <p:cBhvr override="childStyle">
                                        <p:cTn dur="1" fill="hold" display="0" masterRel="nextClick" afterEffect="1"/>
                                        <p:tgtEl>
                                          <p:spTgt spid="392198"/>
                                        </p:tgtEl>
                                        <p:attrNameLst>
                                          <p:attrName>style.visibility</p:attrName>
                                        </p:attrNameLst>
                                      </p:cBhvr>
                                      <p:to>
                                        <p:strVal val="hidden"/>
                                      </p:to>
                                    </p:set>
                                  </p:subTnLst>
                                </p:cTn>
                              </p:par>
                            </p:childTnLst>
                          </p:cTn>
                        </p:par>
                      </p:childTnLst>
                    </p:cTn>
                  </p:par>
                  <p:par>
                    <p:cTn id="14" fill="hold">
                      <p:stCondLst>
                        <p:cond delay="indefinite"/>
                      </p:stCondLst>
                      <p:childTnLst>
                        <p:par>
                          <p:cTn id="15" fill="hold">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392197"/>
                                        </p:tgtEl>
                                        <p:attrNameLst>
                                          <p:attrName>style.visibility</p:attrName>
                                        </p:attrNameLst>
                                      </p:cBhvr>
                                      <p:to>
                                        <p:strVal val="visible"/>
                                      </p:to>
                                    </p:set>
                                    <p:anim calcmode="lin" valueType="num">
                                      <p:cBhvr>
                                        <p:cTn id="18" dur="500" fill="hold"/>
                                        <p:tgtEl>
                                          <p:spTgt spid="392197"/>
                                        </p:tgtEl>
                                        <p:attrNameLst>
                                          <p:attrName>ppt_w</p:attrName>
                                        </p:attrNameLst>
                                      </p:cBhvr>
                                      <p:tavLst>
                                        <p:tav tm="0">
                                          <p:val>
                                            <p:fltVal val="0"/>
                                          </p:val>
                                        </p:tav>
                                        <p:tav tm="100000">
                                          <p:val>
                                            <p:strVal val="#ppt_w"/>
                                          </p:val>
                                        </p:tav>
                                      </p:tavLst>
                                    </p:anim>
                                    <p:anim calcmode="lin" valueType="num">
                                      <p:cBhvr>
                                        <p:cTn id="19" dur="500" fill="hold"/>
                                        <p:tgtEl>
                                          <p:spTgt spid="39219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6" grpId="0" bldLvl="0" animBg="1"/>
      <p:bldP spid="392197"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1.3 </a:t>
              </a:r>
              <a:r>
                <a:rPr lang="zh-CN" altLang="en-US" sz="3200" b="1" dirty="0">
                  <a:solidFill>
                    <a:schemeClr val="tx2">
                      <a:lumMod val="75000"/>
                    </a:schemeClr>
                  </a:solidFill>
                  <a:latin typeface="+mj-lt"/>
                  <a:ea typeface="黑体" panose="02010609060101010101" pitchFamily="49" charset="-122"/>
                  <a:cs typeface="+mj-lt"/>
                </a:rPr>
                <a:t>对象和</a:t>
              </a:r>
              <a:r>
                <a:rPr lang="zh-CN" altLang="en-US" sz="3200" b="1" dirty="0">
                  <a:solidFill>
                    <a:schemeClr val="tx2">
                      <a:lumMod val="75000"/>
                    </a:schemeClr>
                  </a:solidFill>
                  <a:latin typeface="+mj-lt"/>
                  <a:ea typeface="黑体" panose="02010609060101010101" pitchFamily="49" charset="-122"/>
                  <a:cs typeface="+mj-lt"/>
                </a:rPr>
                <a:t>类</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849630" y="142811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25856"/>
            <a:ext cx="10872184" cy="5400675"/>
          </a:xfrm>
        </p:spPr>
        <p:txBody>
          <a:bodyPr/>
          <a:p>
            <a:pPr eaLnBrk="1" hangingPunct="1"/>
            <a:r>
              <a:rPr lang="zh-CN" altLang="en-US" sz="2800" dirty="0">
                <a:sym typeface="+mn-ea"/>
              </a:rPr>
              <a:t>对象</a:t>
            </a:r>
            <a:endParaRPr lang="zh-CN" altLang="en-US" sz="2800" dirty="0">
              <a:sym typeface="+mn-ea"/>
            </a:endParaRPr>
          </a:p>
          <a:p>
            <a:pPr lvl="1" eaLnBrk="1" hangingPunct="1">
              <a:lnSpc>
                <a:spcPct val="110000"/>
              </a:lnSpc>
              <a:buSzPct val="80000"/>
              <a:buFont typeface="Wingdings" panose="05000000000000000000" charset="0"/>
              <a:buChar char=""/>
            </a:pPr>
            <a:r>
              <a:rPr lang="zh-CN" altLang="en-US" sz="2600" dirty="0">
                <a:sym typeface="+mn-ea"/>
              </a:rPr>
              <a:t>对象（</a:t>
            </a:r>
            <a:r>
              <a:rPr lang="en-US" altLang="zh-CN" sz="2600" dirty="0">
                <a:sym typeface="+mn-ea"/>
              </a:rPr>
              <a:t>Object</a:t>
            </a:r>
            <a:r>
              <a:rPr lang="zh-CN" altLang="en-US" sz="2600" dirty="0">
                <a:sym typeface="+mn-ea"/>
              </a:rPr>
              <a:t>）是一个实体、一件事、一个名词，可以获得的某种东西，可以想象有自己标识的任何事物</a:t>
            </a:r>
            <a:endParaRPr lang="en-US" altLang="zh-CN" sz="2600" dirty="0"/>
          </a:p>
          <a:p>
            <a:pPr lvl="2" eaLnBrk="1" hangingPunct="1">
              <a:buFont typeface="Wingdings" panose="05000000000000000000" charset="0"/>
              <a:buChar char=""/>
            </a:pPr>
            <a:r>
              <a:rPr lang="zh-CN" altLang="en-US" sz="2600" dirty="0">
                <a:sym typeface="+mn-ea"/>
              </a:rPr>
              <a:t>物理实体</a:t>
            </a:r>
            <a:endParaRPr lang="en-US" altLang="zh-CN" sz="2600" dirty="0"/>
          </a:p>
          <a:p>
            <a:pPr lvl="1" eaLnBrk="1" hangingPunct="1">
              <a:buFont typeface="Wingdings" panose="05000000000000000000" charset="0"/>
              <a:buChar char=""/>
            </a:pPr>
            <a:endParaRPr lang="en-US" altLang="zh-CN" sz="2600" dirty="0"/>
          </a:p>
          <a:p>
            <a:pPr lvl="2" eaLnBrk="1" hangingPunct="1">
              <a:buFont typeface="Wingdings" panose="05000000000000000000" charset="0"/>
              <a:buChar char=""/>
            </a:pPr>
            <a:r>
              <a:rPr lang="zh-CN" altLang="en-US" sz="2600" dirty="0">
                <a:sym typeface="+mn-ea"/>
              </a:rPr>
              <a:t>概念实体</a:t>
            </a:r>
            <a:endParaRPr lang="en-US" altLang="zh-CN" sz="2600" dirty="0"/>
          </a:p>
          <a:p>
            <a:pPr lvl="1" eaLnBrk="1" hangingPunct="1">
              <a:buFont typeface="Wingdings" panose="05000000000000000000" charset="0"/>
              <a:buChar char=""/>
            </a:pPr>
            <a:endParaRPr lang="en-US" altLang="zh-CN" sz="2600" dirty="0"/>
          </a:p>
          <a:p>
            <a:pPr lvl="2" eaLnBrk="1" hangingPunct="1">
              <a:buFont typeface="Wingdings" panose="05000000000000000000" charset="0"/>
              <a:buChar char=""/>
            </a:pPr>
            <a:r>
              <a:rPr lang="zh-CN" altLang="en-US" sz="2600" dirty="0">
                <a:sym typeface="+mn-ea"/>
              </a:rPr>
              <a:t>软件实体</a:t>
            </a:r>
            <a:endParaRPr lang="en-US" altLang="zh-CN" sz="2600" dirty="0"/>
          </a:p>
          <a:p>
            <a:pPr eaLnBrk="1" hangingPunct="1">
              <a:defRPr/>
            </a:pPr>
            <a:endParaRPr lang="en-US" altLang="zh-CN" sz="2000" dirty="0"/>
          </a:p>
          <a:p>
            <a:pPr lvl="1" eaLnBrk="1" hangingPunct="1"/>
            <a:endParaRPr lang="zh-CN" altLang="en-US" sz="2400" dirty="0"/>
          </a:p>
        </p:txBody>
      </p:sp>
      <p:grpSp>
        <p:nvGrpSpPr>
          <p:cNvPr id="53253" name="Group 4"/>
          <p:cNvGrpSpPr/>
          <p:nvPr/>
        </p:nvGrpSpPr>
        <p:grpSpPr bwMode="auto">
          <a:xfrm>
            <a:off x="6168008" y="3792825"/>
            <a:ext cx="1620838" cy="1352550"/>
            <a:chOff x="3198" y="2115"/>
            <a:chExt cx="1021" cy="852"/>
          </a:xfrm>
        </p:grpSpPr>
        <p:grpSp>
          <p:nvGrpSpPr>
            <p:cNvPr id="53271" name="Group 5"/>
            <p:cNvGrpSpPr/>
            <p:nvPr/>
          </p:nvGrpSpPr>
          <p:grpSpPr bwMode="auto">
            <a:xfrm>
              <a:off x="3198" y="2115"/>
              <a:ext cx="1021" cy="623"/>
              <a:chOff x="2970" y="2003"/>
              <a:chExt cx="1021" cy="623"/>
            </a:xfrm>
          </p:grpSpPr>
          <p:pic>
            <p:nvPicPr>
              <p:cNvPr id="53273" name="Picture 6"/>
              <p:cNvPicPr>
                <a:picLocks noChangeArrowheads="1"/>
              </p:cNvPicPr>
              <p:nvPr/>
            </p:nvPicPr>
            <p:blipFill>
              <a:blip r:embed="rId1" cstate="print">
                <a:extLst>
                  <a:ext uri="{28A0092B-C50C-407E-A947-70E740481C1C}">
                    <a14:useLocalDpi xmlns:a14="http://schemas.microsoft.com/office/drawing/2010/main" val="0"/>
                  </a:ext>
                </a:extLst>
              </a:blip>
              <a:srcRect l="34120" t="16249" r="36819" b="16789"/>
              <a:stretch>
                <a:fillRect/>
              </a:stretch>
            </p:blipFill>
            <p:spPr bwMode="auto">
              <a:xfrm>
                <a:off x="3538" y="2003"/>
                <a:ext cx="453" cy="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74" name="Picture 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70" y="2124"/>
                <a:ext cx="519"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96296" name="Rectangle 8"/>
            <p:cNvSpPr>
              <a:spLocks noChangeArrowheads="1"/>
            </p:cNvSpPr>
            <p:nvPr/>
          </p:nvSpPr>
          <p:spPr bwMode="auto">
            <a:xfrm>
              <a:off x="3329" y="2750"/>
              <a:ext cx="730" cy="217"/>
            </a:xfrm>
            <a:prstGeom prst="rect">
              <a:avLst/>
            </a:prstGeom>
            <a:gradFill rotWithShape="0">
              <a:gsLst>
                <a:gs pos="0">
                  <a:schemeClr val="bg1"/>
                </a:gs>
                <a:gs pos="50000">
                  <a:srgbClr val="FFCC00"/>
                </a:gs>
                <a:gs pos="100000">
                  <a:schemeClr val="bg1"/>
                </a:gs>
              </a:gsLst>
              <a:lin ang="5400000" scaled="1"/>
            </a:gradFill>
            <a:ln w="9525">
              <a:noFill/>
              <a:miter lim="800000"/>
            </a:ln>
            <a:effectLst/>
          </p:spPr>
          <p:txBody>
            <a:bodyPr wrap="none" lIns="68262" tIns="34925" rIns="68262" bIns="34925">
              <a:spAutoFit/>
            </a:bodyPr>
            <a:p>
              <a:pPr defTabSz="687705" eaLnBrk="0" hangingPunct="0">
                <a:lnSpc>
                  <a:spcPct val="90000"/>
                </a:lnSpc>
                <a:defRPr/>
              </a:pPr>
              <a:r>
                <a:rPr kumimoji="0" lang="zh-CN" altLang="en-US" sz="2000">
                  <a:solidFill>
                    <a:srgbClr val="CC0000"/>
                  </a:solidFill>
                  <a:latin typeface="Arial" panose="020B0604020202090204" pitchFamily="34" charset="0"/>
                  <a:ea typeface="楷体_GB2312" pitchFamily="49" charset="-122"/>
                </a:rPr>
                <a:t>化学过程</a:t>
              </a:r>
              <a:endParaRPr kumimoji="0" lang="zh-CN" altLang="en-US" sz="2000">
                <a:solidFill>
                  <a:srgbClr val="CC0000"/>
                </a:solidFill>
                <a:latin typeface="Arial" panose="020B0604020202090204" pitchFamily="34" charset="0"/>
                <a:ea typeface="楷体_GB2312" pitchFamily="49" charset="-122"/>
              </a:endParaRPr>
            </a:p>
          </p:txBody>
        </p:sp>
      </p:grpSp>
      <p:pic>
        <p:nvPicPr>
          <p:cNvPr id="53254" name="Picture 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47283" y="2929228"/>
            <a:ext cx="3327400"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3255" name="Group 10"/>
          <p:cNvGrpSpPr/>
          <p:nvPr/>
        </p:nvGrpSpPr>
        <p:grpSpPr bwMode="auto">
          <a:xfrm>
            <a:off x="5375846" y="5161250"/>
            <a:ext cx="3600450" cy="1289050"/>
            <a:chOff x="2699" y="3066"/>
            <a:chExt cx="2268" cy="812"/>
          </a:xfrm>
        </p:grpSpPr>
        <p:grpSp>
          <p:nvGrpSpPr>
            <p:cNvPr id="53256" name="Group 11"/>
            <p:cNvGrpSpPr/>
            <p:nvPr/>
          </p:nvGrpSpPr>
          <p:grpSpPr bwMode="auto">
            <a:xfrm>
              <a:off x="2699" y="3066"/>
              <a:ext cx="2268" cy="812"/>
              <a:chOff x="2592" y="3168"/>
              <a:chExt cx="2268" cy="812"/>
            </a:xfrm>
          </p:grpSpPr>
          <p:sp>
            <p:nvSpPr>
              <p:cNvPr id="53258" name="Line 12"/>
              <p:cNvSpPr>
                <a:spLocks noChangeShapeType="1"/>
              </p:cNvSpPr>
              <p:nvPr/>
            </p:nvSpPr>
            <p:spPr bwMode="auto">
              <a:xfrm>
                <a:off x="4068" y="3383"/>
                <a:ext cx="350" cy="0"/>
              </a:xfrm>
              <a:prstGeom prst="line">
                <a:avLst/>
              </a:prstGeom>
              <a:noFill/>
              <a:ln w="508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p>
                <a:endParaRPr lang="zh-CN" altLang="en-US"/>
              </a:p>
            </p:txBody>
          </p:sp>
          <p:sp>
            <p:nvSpPr>
              <p:cNvPr id="53259" name="Line 13"/>
              <p:cNvSpPr>
                <a:spLocks noChangeShapeType="1"/>
              </p:cNvSpPr>
              <p:nvPr/>
            </p:nvSpPr>
            <p:spPr bwMode="auto">
              <a:xfrm>
                <a:off x="2592" y="3168"/>
                <a:ext cx="174" cy="152"/>
              </a:xfrm>
              <a:prstGeom prst="line">
                <a:avLst/>
              </a:prstGeom>
              <a:noFill/>
              <a:ln w="508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p>
                <a:endParaRPr lang="zh-CN" altLang="en-US"/>
              </a:p>
            </p:txBody>
          </p:sp>
          <p:sp>
            <p:nvSpPr>
              <p:cNvPr id="396302" name="Rectangle 14"/>
              <p:cNvSpPr>
                <a:spLocks noChangeArrowheads="1"/>
              </p:cNvSpPr>
              <p:nvPr/>
            </p:nvSpPr>
            <p:spPr bwMode="auto">
              <a:xfrm>
                <a:off x="3473" y="3763"/>
                <a:ext cx="760" cy="217"/>
              </a:xfrm>
              <a:prstGeom prst="rect">
                <a:avLst/>
              </a:prstGeom>
              <a:gradFill rotWithShape="0">
                <a:gsLst>
                  <a:gs pos="0">
                    <a:schemeClr val="bg1"/>
                  </a:gs>
                  <a:gs pos="50000">
                    <a:srgbClr val="FFCC00"/>
                  </a:gs>
                  <a:gs pos="100000">
                    <a:schemeClr val="bg1"/>
                  </a:gs>
                </a:gsLst>
                <a:lin ang="5400000" scaled="1"/>
              </a:gradFill>
              <a:ln w="9525">
                <a:noFill/>
                <a:miter lim="800000"/>
              </a:ln>
              <a:effectLst/>
            </p:spPr>
            <p:txBody>
              <a:bodyPr wrap="none" lIns="68262" tIns="34925" rIns="68262" bIns="34925">
                <a:spAutoFit/>
              </a:bodyPr>
              <a:p>
                <a:pPr defTabSz="687705" eaLnBrk="0" hangingPunct="0">
                  <a:lnSpc>
                    <a:spcPct val="90000"/>
                  </a:lnSpc>
                  <a:defRPr/>
                </a:pPr>
                <a:r>
                  <a:rPr kumimoji="0" lang="zh-CN" altLang="en-US" sz="2000">
                    <a:solidFill>
                      <a:srgbClr val="CC0000"/>
                    </a:solidFill>
                    <a:latin typeface="Arial" panose="020B0604020202090204" pitchFamily="34" charset="0"/>
                    <a:ea typeface="楷体_GB2312" pitchFamily="49" charset="-122"/>
                  </a:rPr>
                  <a:t>    链表    </a:t>
                </a:r>
                <a:endParaRPr kumimoji="0" lang="zh-CN" altLang="en-US" sz="2000">
                  <a:solidFill>
                    <a:srgbClr val="CC0000"/>
                  </a:solidFill>
                  <a:latin typeface="Arial" panose="020B0604020202090204" pitchFamily="34" charset="0"/>
                  <a:ea typeface="楷体_GB2312" pitchFamily="49" charset="-122"/>
                </a:endParaRPr>
              </a:p>
            </p:txBody>
          </p:sp>
          <p:sp>
            <p:nvSpPr>
              <p:cNvPr id="53261" name="Rectangle 15"/>
              <p:cNvSpPr>
                <a:spLocks noChangeArrowheads="1"/>
              </p:cNvSpPr>
              <p:nvPr/>
            </p:nvSpPr>
            <p:spPr bwMode="auto">
              <a:xfrm>
                <a:off x="3638" y="3387"/>
                <a:ext cx="406" cy="26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p>
                <a:endParaRPr lang="zh-CN" altLang="en-US"/>
              </a:p>
            </p:txBody>
          </p:sp>
          <p:grpSp>
            <p:nvGrpSpPr>
              <p:cNvPr id="53262" name="Group 16"/>
              <p:cNvGrpSpPr/>
              <p:nvPr/>
            </p:nvGrpSpPr>
            <p:grpSpPr bwMode="auto">
              <a:xfrm>
                <a:off x="4392" y="3268"/>
                <a:ext cx="468" cy="391"/>
                <a:chOff x="4232" y="2998"/>
                <a:chExt cx="468" cy="391"/>
              </a:xfrm>
            </p:grpSpPr>
            <p:sp>
              <p:nvSpPr>
                <p:cNvPr id="53268" name="Rectangle 17"/>
                <p:cNvSpPr>
                  <a:spLocks noChangeArrowheads="1"/>
                </p:cNvSpPr>
                <p:nvPr/>
              </p:nvSpPr>
              <p:spPr bwMode="auto">
                <a:xfrm>
                  <a:off x="4232" y="3044"/>
                  <a:ext cx="70"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p>
                  <a:endParaRPr lang="zh-CN" altLang="en-US"/>
                </a:p>
              </p:txBody>
            </p:sp>
            <p:sp>
              <p:nvSpPr>
                <p:cNvPr id="53269" name="AutoShape 18"/>
                <p:cNvSpPr>
                  <a:spLocks noChangeArrowheads="1"/>
                </p:cNvSpPr>
                <p:nvPr/>
              </p:nvSpPr>
              <p:spPr bwMode="auto">
                <a:xfrm>
                  <a:off x="4294" y="2998"/>
                  <a:ext cx="406" cy="116"/>
                </a:xfrm>
                <a:prstGeom prst="roundRect">
                  <a:avLst>
                    <a:gd name="adj" fmla="val 12495"/>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wrap="none" anchor="ctr"/>
                <a:p>
                  <a:endParaRPr lang="zh-CN" altLang="en-US"/>
                </a:p>
              </p:txBody>
            </p:sp>
            <p:sp>
              <p:nvSpPr>
                <p:cNvPr id="53270" name="Rectangle 19"/>
                <p:cNvSpPr>
                  <a:spLocks noChangeArrowheads="1"/>
                </p:cNvSpPr>
                <p:nvPr/>
              </p:nvSpPr>
              <p:spPr bwMode="auto">
                <a:xfrm>
                  <a:off x="4294" y="3129"/>
                  <a:ext cx="406" cy="26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p>
                  <a:endParaRPr lang="zh-CN" altLang="en-US"/>
                </a:p>
              </p:txBody>
            </p:sp>
          </p:grpSp>
          <p:grpSp>
            <p:nvGrpSpPr>
              <p:cNvPr id="53263" name="Group 20"/>
              <p:cNvGrpSpPr/>
              <p:nvPr/>
            </p:nvGrpSpPr>
            <p:grpSpPr bwMode="auto">
              <a:xfrm>
                <a:off x="2784" y="3264"/>
                <a:ext cx="468" cy="391"/>
                <a:chOff x="2623" y="3021"/>
                <a:chExt cx="468" cy="391"/>
              </a:xfrm>
            </p:grpSpPr>
            <p:sp>
              <p:nvSpPr>
                <p:cNvPr id="53265" name="Rectangle 21"/>
                <p:cNvSpPr>
                  <a:spLocks noChangeArrowheads="1"/>
                </p:cNvSpPr>
                <p:nvPr/>
              </p:nvSpPr>
              <p:spPr bwMode="auto">
                <a:xfrm>
                  <a:off x="2623" y="3067"/>
                  <a:ext cx="70"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p>
                  <a:endParaRPr lang="zh-CN" altLang="en-US"/>
                </a:p>
              </p:txBody>
            </p:sp>
            <p:sp>
              <p:nvSpPr>
                <p:cNvPr id="53266" name="AutoShape 22"/>
                <p:cNvSpPr>
                  <a:spLocks noChangeArrowheads="1"/>
                </p:cNvSpPr>
                <p:nvPr/>
              </p:nvSpPr>
              <p:spPr bwMode="auto">
                <a:xfrm>
                  <a:off x="2685" y="3021"/>
                  <a:ext cx="406" cy="115"/>
                </a:xfrm>
                <a:prstGeom prst="roundRect">
                  <a:avLst>
                    <a:gd name="adj" fmla="val 12495"/>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wrap="none" anchor="ctr"/>
                <a:p>
                  <a:endParaRPr lang="zh-CN" altLang="en-US"/>
                </a:p>
              </p:txBody>
            </p:sp>
            <p:sp>
              <p:nvSpPr>
                <p:cNvPr id="53267" name="Rectangle 23"/>
                <p:cNvSpPr>
                  <a:spLocks noChangeArrowheads="1"/>
                </p:cNvSpPr>
                <p:nvPr/>
              </p:nvSpPr>
              <p:spPr bwMode="auto">
                <a:xfrm>
                  <a:off x="2685" y="3151"/>
                  <a:ext cx="406" cy="26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p>
                  <a:endParaRPr lang="zh-CN" altLang="en-US"/>
                </a:p>
              </p:txBody>
            </p:sp>
          </p:grpSp>
          <p:sp>
            <p:nvSpPr>
              <p:cNvPr id="53264" name="Line 24"/>
              <p:cNvSpPr>
                <a:spLocks noChangeShapeType="1"/>
              </p:cNvSpPr>
              <p:nvPr/>
            </p:nvSpPr>
            <p:spPr bwMode="auto">
              <a:xfrm>
                <a:off x="3275" y="3394"/>
                <a:ext cx="350" cy="0"/>
              </a:xfrm>
              <a:prstGeom prst="line">
                <a:avLst/>
              </a:prstGeom>
              <a:noFill/>
              <a:ln w="508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p>
                <a:endParaRPr lang="zh-CN" altLang="en-US"/>
              </a:p>
            </p:txBody>
          </p:sp>
        </p:grpSp>
        <p:sp>
          <p:nvSpPr>
            <p:cNvPr id="53257" name="AutoShape 25"/>
            <p:cNvSpPr>
              <a:spLocks noChangeArrowheads="1"/>
            </p:cNvSpPr>
            <p:nvPr/>
          </p:nvSpPr>
          <p:spPr bwMode="auto">
            <a:xfrm>
              <a:off x="3742" y="3158"/>
              <a:ext cx="406" cy="115"/>
            </a:xfrm>
            <a:prstGeom prst="roundRect">
              <a:avLst>
                <a:gd name="adj" fmla="val 12495"/>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wrap="none" anchor="ctr"/>
            <a:p>
              <a:endParaRPr lang="zh-CN" altLang="en-US"/>
            </a:p>
          </p:txBody>
        </p:sp>
      </p:grpSp>
    </p:spTree>
  </p:cSld>
  <p:clrMapOvr>
    <a:masterClrMapping/>
  </p:clrMapOvr>
  <p:transition spd="slow">
    <p:random/>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1.3 </a:t>
              </a:r>
              <a:r>
                <a:rPr lang="zh-CN" altLang="en-US" sz="3200" b="1" dirty="0">
                  <a:solidFill>
                    <a:schemeClr val="tx2">
                      <a:lumMod val="75000"/>
                    </a:schemeClr>
                  </a:solidFill>
                  <a:latin typeface="+mj-lt"/>
                  <a:ea typeface="黑体" panose="02010609060101010101" pitchFamily="49" charset="-122"/>
                  <a:cs typeface="+mj-lt"/>
                </a:rPr>
                <a:t>对象和</a:t>
              </a:r>
              <a:r>
                <a:rPr lang="zh-CN" altLang="en-US" sz="3200" b="1" dirty="0">
                  <a:solidFill>
                    <a:schemeClr val="tx2">
                      <a:lumMod val="75000"/>
                    </a:schemeClr>
                  </a:solidFill>
                  <a:latin typeface="+mj-lt"/>
                  <a:ea typeface="黑体" panose="02010609060101010101" pitchFamily="49" charset="-122"/>
                  <a:cs typeface="+mj-lt"/>
                </a:rPr>
                <a:t>类</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849630" y="142811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25856"/>
            <a:ext cx="10872184" cy="5400675"/>
          </a:xfrm>
        </p:spPr>
        <p:txBody>
          <a:bodyPr/>
          <a:p>
            <a:pPr eaLnBrk="1" hangingPunct="1"/>
            <a:r>
              <a:rPr lang="zh-CN" altLang="en-US" sz="2800" dirty="0">
                <a:sym typeface="+mn-ea"/>
              </a:rPr>
              <a:t>对象的</a:t>
            </a:r>
            <a:r>
              <a:rPr lang="zh-CN" altLang="en-US" sz="2800" dirty="0">
                <a:sym typeface="+mn-ea"/>
              </a:rPr>
              <a:t>定义</a:t>
            </a:r>
            <a:endParaRPr lang="zh-CN" altLang="en-US" sz="2800" dirty="0">
              <a:sym typeface="+mn-ea"/>
            </a:endParaRPr>
          </a:p>
          <a:p>
            <a:pPr lvl="1" eaLnBrk="1" hangingPunct="1">
              <a:lnSpc>
                <a:spcPct val="110000"/>
              </a:lnSpc>
              <a:buSzPct val="80000"/>
              <a:buFont typeface="Wingdings" panose="05000000000000000000" charset="0"/>
              <a:buChar char=""/>
              <a:defRPr/>
            </a:pPr>
            <a:r>
              <a:rPr lang="zh-CN" altLang="zh-CN" sz="2600" dirty="0">
                <a:sym typeface="+mn-ea"/>
              </a:rPr>
              <a:t>对象是一个实体，</a:t>
            </a:r>
            <a:r>
              <a:rPr lang="zh-CN" altLang="en-US" sz="2600" dirty="0">
                <a:sym typeface="+mn-ea"/>
              </a:rPr>
              <a:t>这个实体：</a:t>
            </a:r>
            <a:endParaRPr lang="en-US" altLang="zh-CN" sz="2600" dirty="0"/>
          </a:p>
          <a:p>
            <a:pPr lvl="2" eaLnBrk="1" hangingPunct="1">
              <a:lnSpc>
                <a:spcPct val="110000"/>
              </a:lnSpc>
              <a:buSzPct val="80000"/>
              <a:buFont typeface="Wingdings" panose="05000000000000000000" charset="0"/>
              <a:buChar char=""/>
              <a:defRPr/>
            </a:pPr>
            <a:r>
              <a:rPr lang="zh-CN" altLang="zh-CN" sz="2600" dirty="0">
                <a:solidFill>
                  <a:srgbClr val="C00000"/>
                </a:solidFill>
                <a:sym typeface="+mn-ea"/>
              </a:rPr>
              <a:t>具有明确定义的边界和标识</a:t>
            </a:r>
            <a:endParaRPr lang="en-US" altLang="zh-CN" sz="2600" dirty="0"/>
          </a:p>
          <a:p>
            <a:pPr lvl="3" eaLnBrk="1" hangingPunct="1">
              <a:lnSpc>
                <a:spcPct val="90000"/>
              </a:lnSpc>
              <a:buSzPct val="80000"/>
              <a:buFont typeface="Arial" panose="020B0604020202090204" pitchFamily="34" charset="0"/>
              <a:buChar char="•"/>
              <a:defRPr/>
            </a:pPr>
            <a:r>
              <a:rPr lang="zh-CN" altLang="en-US" sz="2400" dirty="0">
                <a:sym typeface="+mn-ea"/>
              </a:rPr>
              <a:t>边界意味着对象是一个封装体，通过封装来与其它对象分隔</a:t>
            </a:r>
            <a:endParaRPr lang="en-US" altLang="zh-CN" sz="2400" dirty="0"/>
          </a:p>
          <a:p>
            <a:pPr lvl="3" eaLnBrk="1" hangingPunct="1">
              <a:lnSpc>
                <a:spcPct val="90000"/>
              </a:lnSpc>
              <a:buSzPct val="80000"/>
              <a:buFont typeface="Arial" panose="020B0604020202090204" pitchFamily="34" charset="0"/>
              <a:buChar char="•"/>
              <a:defRPr/>
            </a:pPr>
            <a:r>
              <a:rPr lang="zh-CN" altLang="en-US" sz="2400" dirty="0">
                <a:sym typeface="+mn-ea"/>
              </a:rPr>
              <a:t>标</a:t>
            </a:r>
            <a:r>
              <a:rPr lang="zh-CN" altLang="en-US" sz="2600" dirty="0">
                <a:sym typeface="+mn-ea"/>
              </a:rPr>
              <a:t>识则表明每一个对象都是唯一的</a:t>
            </a:r>
            <a:endParaRPr lang="en-US" altLang="zh-CN" sz="2600" dirty="0"/>
          </a:p>
          <a:p>
            <a:pPr lvl="2" eaLnBrk="1" hangingPunct="1">
              <a:lnSpc>
                <a:spcPct val="110000"/>
              </a:lnSpc>
              <a:buSzPct val="80000"/>
              <a:buFont typeface="Wingdings" panose="05000000000000000000" charset="0"/>
              <a:buChar char=""/>
              <a:defRPr/>
            </a:pPr>
            <a:r>
              <a:rPr lang="zh-CN" altLang="en-US" sz="2600" dirty="0">
                <a:solidFill>
                  <a:srgbClr val="C00000"/>
                </a:solidFill>
                <a:sym typeface="+mn-ea"/>
              </a:rPr>
              <a:t>对象封装了状态和行为</a:t>
            </a:r>
            <a:endParaRPr lang="en-US" altLang="zh-CN" sz="2600" dirty="0"/>
          </a:p>
          <a:p>
            <a:pPr lvl="3" eaLnBrk="1" hangingPunct="1">
              <a:lnSpc>
                <a:spcPct val="100000"/>
              </a:lnSpc>
              <a:buSzPct val="80000"/>
              <a:buFont typeface="Arial" panose="020B0604020202090204" pitchFamily="34" charset="0"/>
              <a:buChar char="•"/>
              <a:defRPr/>
            </a:pPr>
            <a:r>
              <a:rPr lang="zh-CN" altLang="en-US" sz="2400" dirty="0">
                <a:sym typeface="+mn-ea"/>
              </a:rPr>
              <a:t>对象的状态通过对象的属性（</a:t>
            </a:r>
            <a:r>
              <a:rPr lang="en-US" altLang="zh-CN" sz="2400" dirty="0">
                <a:sym typeface="+mn-ea"/>
              </a:rPr>
              <a:t>attribute</a:t>
            </a:r>
            <a:r>
              <a:rPr lang="zh-CN" altLang="en-US" sz="2400" dirty="0">
                <a:sym typeface="+mn-ea"/>
              </a:rPr>
              <a:t>）和关系（</a:t>
            </a:r>
            <a:r>
              <a:rPr lang="en-US" altLang="zh-CN" sz="2400" dirty="0">
                <a:sym typeface="+mn-ea"/>
              </a:rPr>
              <a:t>relationship</a:t>
            </a:r>
            <a:r>
              <a:rPr lang="zh-CN" altLang="en-US" sz="2400" dirty="0">
                <a:sym typeface="+mn-ea"/>
              </a:rPr>
              <a:t>）来表达</a:t>
            </a:r>
            <a:endParaRPr lang="en-US" altLang="zh-CN" sz="2400" dirty="0"/>
          </a:p>
          <a:p>
            <a:pPr lvl="3" eaLnBrk="1" hangingPunct="1">
              <a:lnSpc>
                <a:spcPct val="100000"/>
              </a:lnSpc>
              <a:buSzPct val="80000"/>
              <a:buFont typeface="Arial" panose="020B0604020202090204" pitchFamily="34" charset="0"/>
              <a:buChar char="•"/>
              <a:defRPr/>
            </a:pPr>
            <a:r>
              <a:rPr lang="zh-CN" altLang="zh-CN" sz="2400" dirty="0">
                <a:sym typeface="+mn-ea"/>
              </a:rPr>
              <a:t>对象的行为通过对象的操作（</a:t>
            </a:r>
            <a:r>
              <a:rPr lang="en-US" altLang="zh-CN" sz="2400" dirty="0">
                <a:sym typeface="+mn-ea"/>
              </a:rPr>
              <a:t>operation</a:t>
            </a:r>
            <a:r>
              <a:rPr lang="zh-CN" altLang="zh-CN" sz="2400" dirty="0">
                <a:sym typeface="+mn-ea"/>
              </a:rPr>
              <a:t>）、方法</a:t>
            </a:r>
            <a:r>
              <a:rPr lang="zh-CN" altLang="zh-CN" sz="2000" dirty="0">
                <a:sym typeface="+mn-ea"/>
              </a:rPr>
              <a:t>（</a:t>
            </a:r>
            <a:r>
              <a:rPr lang="en-US" altLang="zh-CN" sz="2000" dirty="0">
                <a:sym typeface="+mn-ea"/>
              </a:rPr>
              <a:t>m</a:t>
            </a:r>
            <a:r>
              <a:rPr lang="en-US" altLang="zh-CN" sz="2400" dirty="0">
                <a:sym typeface="+mn-ea"/>
              </a:rPr>
              <a:t>ethod</a:t>
            </a:r>
            <a:r>
              <a:rPr lang="zh-CN" altLang="zh-CN" sz="2400" dirty="0">
                <a:sym typeface="+mn-ea"/>
              </a:rPr>
              <a:t>）和状态机（</a:t>
            </a:r>
            <a:r>
              <a:rPr lang="en-US" altLang="zh-CN" sz="2400" dirty="0">
                <a:sym typeface="+mn-ea"/>
              </a:rPr>
              <a:t>state machine</a:t>
            </a:r>
            <a:r>
              <a:rPr lang="zh-CN" altLang="zh-CN" sz="2400" dirty="0">
                <a:sym typeface="+mn-ea"/>
              </a:rPr>
              <a:t>）来表达</a:t>
            </a:r>
            <a:endParaRPr lang="en-US" altLang="zh-CN" sz="2600" dirty="0"/>
          </a:p>
          <a:p>
            <a:pPr eaLnBrk="1" hangingPunct="1">
              <a:defRPr/>
            </a:pPr>
            <a:endParaRPr lang="en-US" altLang="zh-CN" sz="2000" dirty="0"/>
          </a:p>
          <a:p>
            <a:pPr lvl="1" eaLnBrk="1" hangingPunct="1"/>
            <a:endParaRPr lang="zh-CN" altLang="en-US" sz="2400" dirty="0"/>
          </a:p>
        </p:txBody>
      </p:sp>
    </p:spTree>
  </p:cSld>
  <p:clrMapOvr>
    <a:masterClrMapping/>
  </p:clrMapOvr>
  <p:transition spd="slow">
    <p:random/>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1.3 </a:t>
              </a:r>
              <a:r>
                <a:rPr lang="zh-CN" altLang="en-US" sz="3200" b="1" dirty="0">
                  <a:solidFill>
                    <a:schemeClr val="tx2">
                      <a:lumMod val="75000"/>
                    </a:schemeClr>
                  </a:solidFill>
                  <a:latin typeface="+mj-lt"/>
                  <a:ea typeface="黑体" panose="02010609060101010101" pitchFamily="49" charset="-122"/>
                  <a:cs typeface="+mj-lt"/>
                </a:rPr>
                <a:t>对象和</a:t>
              </a:r>
              <a:r>
                <a:rPr lang="zh-CN" altLang="en-US" sz="3200" b="1" dirty="0">
                  <a:solidFill>
                    <a:schemeClr val="tx2">
                      <a:lumMod val="75000"/>
                    </a:schemeClr>
                  </a:solidFill>
                  <a:latin typeface="+mj-lt"/>
                  <a:ea typeface="黑体" panose="02010609060101010101" pitchFamily="49" charset="-122"/>
                  <a:cs typeface="+mj-lt"/>
                </a:rPr>
                <a:t>类</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849630" y="142811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25856"/>
            <a:ext cx="10872184" cy="5400675"/>
          </a:xfrm>
        </p:spPr>
        <p:txBody>
          <a:bodyPr/>
          <a:p>
            <a:pPr eaLnBrk="1" hangingPunct="1"/>
            <a:r>
              <a:rPr lang="zh-CN" altLang="en-US" sz="2800" dirty="0">
                <a:sym typeface="+mn-ea"/>
              </a:rPr>
              <a:t>在</a:t>
            </a:r>
            <a:r>
              <a:rPr lang="en-US" altLang="zh-CN" sz="2800" dirty="0">
                <a:sym typeface="+mn-ea"/>
              </a:rPr>
              <a:t>UML</a:t>
            </a:r>
            <a:r>
              <a:rPr lang="zh-CN" altLang="en-US" sz="2800" dirty="0">
                <a:sym typeface="+mn-ea"/>
              </a:rPr>
              <a:t>里</a:t>
            </a:r>
            <a:r>
              <a:rPr lang="zh-CN" altLang="en-US" sz="2800" dirty="0">
                <a:sym typeface="+mn-ea"/>
              </a:rPr>
              <a:t>表示对象</a:t>
            </a:r>
            <a:endParaRPr lang="zh-CN" altLang="en-US" sz="2800" dirty="0">
              <a:sym typeface="+mn-ea"/>
            </a:endParaRPr>
          </a:p>
          <a:p>
            <a:pPr lvl="1" eaLnBrk="1" hangingPunct="1">
              <a:lnSpc>
                <a:spcPct val="110000"/>
              </a:lnSpc>
              <a:buFont typeface="Wingdings" panose="05000000000000000000" charset="0"/>
              <a:buChar char=""/>
              <a:defRPr/>
            </a:pPr>
            <a:r>
              <a:rPr lang="zh-CN" altLang="zh-CN" sz="2600" dirty="0">
                <a:sym typeface="+mn-ea"/>
              </a:rPr>
              <a:t>在</a:t>
            </a:r>
            <a:r>
              <a:rPr lang="en-US" altLang="zh-CN" sz="2600" dirty="0">
                <a:sym typeface="+mn-ea"/>
              </a:rPr>
              <a:t>UML</a:t>
            </a:r>
            <a:r>
              <a:rPr lang="zh-CN" altLang="zh-CN" sz="2600" dirty="0">
                <a:sym typeface="+mn-ea"/>
              </a:rPr>
              <a:t>中，对象用矩形框来表示，对象的名字写在矩形框内部，并加上下划线来表示</a:t>
            </a:r>
            <a:endParaRPr lang="en-US" altLang="zh-CN" sz="2600" dirty="0"/>
          </a:p>
          <a:p>
            <a:pPr lvl="1" eaLnBrk="1" hangingPunct="1">
              <a:lnSpc>
                <a:spcPct val="110000"/>
              </a:lnSpc>
              <a:buFont typeface="Wingdings" panose="05000000000000000000" charset="0"/>
              <a:buChar char=""/>
              <a:defRPr/>
            </a:pPr>
            <a:endParaRPr lang="en-US" altLang="zh-CN" sz="2000" dirty="0"/>
          </a:p>
          <a:p>
            <a:pPr lvl="1" eaLnBrk="1" hangingPunct="1"/>
            <a:endParaRPr lang="zh-CN" altLang="en-US" sz="2400" dirty="0"/>
          </a:p>
        </p:txBody>
      </p:sp>
      <p:pic>
        <p:nvPicPr>
          <p:cNvPr id="58373"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6392" y="3069275"/>
            <a:ext cx="2809875" cy="237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1827" y="3855087"/>
            <a:ext cx="5461635" cy="653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4367811" y="4542670"/>
            <a:ext cx="1983235" cy="461665"/>
          </a:xfrm>
          <a:prstGeom prst="rect">
            <a:avLst/>
          </a:prstGeom>
        </p:spPr>
        <p:txBody>
          <a:bodyPr wrap="none">
            <a:spAutoFit/>
          </a:bodyPr>
          <a:p>
            <a:r>
              <a:rPr lang="zh-CN" altLang="en-US" dirty="0"/>
              <a:t>对象名</a:t>
            </a:r>
            <a:r>
              <a:rPr lang="en-US" altLang="zh-CN" dirty="0"/>
              <a:t>+</a:t>
            </a:r>
            <a:r>
              <a:rPr lang="zh-CN" altLang="en-US" dirty="0"/>
              <a:t>类名</a:t>
            </a:r>
            <a:endParaRPr lang="zh-CN" altLang="en-US" dirty="0"/>
          </a:p>
        </p:txBody>
      </p:sp>
      <p:sp>
        <p:nvSpPr>
          <p:cNvPr id="12" name="矩形 11"/>
          <p:cNvSpPr/>
          <p:nvPr/>
        </p:nvSpPr>
        <p:spPr>
          <a:xfrm>
            <a:off x="6503446" y="4436609"/>
            <a:ext cx="2040943" cy="830997"/>
          </a:xfrm>
          <a:prstGeom prst="rect">
            <a:avLst/>
          </a:prstGeom>
        </p:spPr>
        <p:txBody>
          <a:bodyPr wrap="none">
            <a:spAutoFit/>
          </a:bodyPr>
          <a:p>
            <a:pPr algn="ctr"/>
            <a:r>
              <a:rPr lang="zh-CN" altLang="en-US" dirty="0"/>
              <a:t>只有类名</a:t>
            </a:r>
            <a:endParaRPr lang="en-US" altLang="zh-CN" dirty="0"/>
          </a:p>
          <a:p>
            <a:pPr algn="ctr"/>
            <a:r>
              <a:rPr lang="zh-CN" altLang="en-US" dirty="0"/>
              <a:t>（匿名对象）</a:t>
            </a:r>
            <a:endParaRPr lang="zh-CN" altLang="en-US" dirty="0"/>
          </a:p>
        </p:txBody>
      </p:sp>
      <p:sp>
        <p:nvSpPr>
          <p:cNvPr id="13" name="矩形 12"/>
          <p:cNvSpPr/>
          <p:nvPr/>
        </p:nvSpPr>
        <p:spPr>
          <a:xfrm>
            <a:off x="8482937" y="4614128"/>
            <a:ext cx="1731564" cy="461665"/>
          </a:xfrm>
          <a:prstGeom prst="rect">
            <a:avLst/>
          </a:prstGeom>
        </p:spPr>
        <p:txBody>
          <a:bodyPr wrap="none">
            <a:spAutoFit/>
          </a:bodyPr>
          <a:p>
            <a:pPr algn="ctr"/>
            <a:r>
              <a:rPr lang="zh-CN" altLang="en-US" dirty="0"/>
              <a:t>只有对象名</a:t>
            </a:r>
            <a:endParaRPr lang="zh-CN" altLang="en-US" dirty="0"/>
          </a:p>
        </p:txBody>
      </p:sp>
    </p:spTree>
  </p:cSld>
  <p:clrMapOvr>
    <a:masterClrMapping/>
  </p:clrMapOvr>
  <p:transition spd="slow">
    <p:random/>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1.3 </a:t>
              </a:r>
              <a:r>
                <a:rPr lang="zh-CN" altLang="en-US" sz="3200" b="1" dirty="0">
                  <a:solidFill>
                    <a:schemeClr val="tx2">
                      <a:lumMod val="75000"/>
                    </a:schemeClr>
                  </a:solidFill>
                  <a:latin typeface="+mj-lt"/>
                  <a:ea typeface="黑体" panose="02010609060101010101" pitchFamily="49" charset="-122"/>
                  <a:cs typeface="+mj-lt"/>
                </a:rPr>
                <a:t>对象和</a:t>
              </a:r>
              <a:r>
                <a:rPr lang="zh-CN" altLang="en-US" sz="3200" b="1" dirty="0">
                  <a:solidFill>
                    <a:schemeClr val="tx2">
                      <a:lumMod val="75000"/>
                    </a:schemeClr>
                  </a:solidFill>
                  <a:latin typeface="+mj-lt"/>
                  <a:ea typeface="黑体" panose="02010609060101010101" pitchFamily="49" charset="-122"/>
                  <a:cs typeface="+mj-lt"/>
                </a:rPr>
                <a:t>类</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849630" y="142811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25856"/>
            <a:ext cx="10872184" cy="5400675"/>
          </a:xfrm>
        </p:spPr>
        <p:txBody>
          <a:bodyPr/>
          <a:p>
            <a:pPr eaLnBrk="1" hangingPunct="1"/>
            <a:r>
              <a:rPr lang="zh-CN" altLang="en-US" sz="2800" b="1" dirty="0">
                <a:sym typeface="+mn-ea"/>
              </a:rPr>
              <a:t>类</a:t>
            </a:r>
            <a:endParaRPr lang="zh-CN" altLang="en-US" sz="2800" b="1" dirty="0">
              <a:sym typeface="+mn-ea"/>
            </a:endParaRPr>
          </a:p>
          <a:p>
            <a:pPr lvl="1" eaLnBrk="1" hangingPunct="1">
              <a:buFont typeface="Wingdings" panose="05000000000000000000" charset="0"/>
              <a:buChar char=""/>
              <a:defRPr/>
            </a:pPr>
            <a:r>
              <a:rPr lang="zh-CN" altLang="zh-CN" sz="2600" dirty="0">
                <a:sym typeface="+mn-ea"/>
              </a:rPr>
              <a:t>类就是一系列对象的</a:t>
            </a:r>
            <a:r>
              <a:rPr lang="zh-CN" altLang="zh-CN" sz="2600" dirty="0">
                <a:solidFill>
                  <a:srgbClr val="2104FA"/>
                </a:solidFill>
                <a:sym typeface="+mn-ea"/>
              </a:rPr>
              <a:t>抽象</a:t>
            </a:r>
            <a:r>
              <a:rPr lang="zh-CN" altLang="zh-CN" sz="2600" dirty="0">
                <a:sym typeface="+mn-ea"/>
              </a:rPr>
              <a:t>描述，这些对象共享相同的属性、操作、关系和语义</a:t>
            </a:r>
            <a:endParaRPr lang="en-US" altLang="zh-CN" sz="2600" dirty="0"/>
          </a:p>
          <a:p>
            <a:pPr lvl="2" eaLnBrk="1" hangingPunct="1">
              <a:buFont typeface="Arial" panose="020B0604020202090204" pitchFamily="34" charset="0"/>
              <a:buChar char="•"/>
              <a:defRPr/>
            </a:pPr>
            <a:r>
              <a:rPr lang="zh-CN" altLang="zh-CN" sz="2600" dirty="0">
                <a:sym typeface="+mn-ea"/>
              </a:rPr>
              <a:t>一个具体的对象是该类的一个实例</a:t>
            </a:r>
            <a:endParaRPr lang="en-US" altLang="zh-CN" sz="2600" dirty="0"/>
          </a:p>
          <a:p>
            <a:pPr lvl="1" eaLnBrk="1" hangingPunct="1">
              <a:buFont typeface="Wingdings" panose="05000000000000000000" charset="0"/>
              <a:buChar char=""/>
              <a:defRPr/>
            </a:pPr>
            <a:r>
              <a:rPr lang="zh-CN" altLang="zh-CN" sz="2600" dirty="0">
                <a:sym typeface="+mn-ea"/>
              </a:rPr>
              <a:t>类是一种抽象</a:t>
            </a:r>
            <a:endParaRPr lang="en-US" altLang="zh-CN" sz="2600" dirty="0"/>
          </a:p>
          <a:p>
            <a:pPr lvl="2" eaLnBrk="1" hangingPunct="1">
              <a:buFont typeface="Arial" panose="020B0604020202090204" pitchFamily="34" charset="0"/>
              <a:buChar char="•"/>
              <a:defRPr/>
            </a:pPr>
            <a:r>
              <a:rPr lang="zh-CN" altLang="zh-CN" sz="2600" dirty="0">
                <a:sym typeface="+mn-ea"/>
              </a:rPr>
              <a:t>将相似的实体抽象成</a:t>
            </a:r>
            <a:r>
              <a:rPr lang="zh-CN" altLang="zh-CN" sz="2600" dirty="0">
                <a:solidFill>
                  <a:srgbClr val="C00000"/>
                </a:solidFill>
                <a:sym typeface="+mn-ea"/>
              </a:rPr>
              <a:t>相同的概念</a:t>
            </a:r>
            <a:endParaRPr lang="en-US" altLang="zh-CN" sz="2600" dirty="0"/>
          </a:p>
          <a:p>
            <a:pPr lvl="2" eaLnBrk="1" hangingPunct="1">
              <a:buFont typeface="Arial" panose="020B0604020202090204" pitchFamily="34" charset="0"/>
              <a:buChar char="•"/>
              <a:defRPr/>
            </a:pPr>
            <a:r>
              <a:rPr lang="zh-CN" altLang="zh-CN" sz="2600" dirty="0">
                <a:sym typeface="+mn-ea"/>
              </a:rPr>
              <a:t>抽象过程强调相关特征而忽略其它的特征</a:t>
            </a:r>
            <a:endParaRPr lang="en-US" altLang="zh-CN" sz="2600" dirty="0"/>
          </a:p>
          <a:p>
            <a:pPr lvl="1" eaLnBrk="1" hangingPunct="1">
              <a:lnSpc>
                <a:spcPct val="110000"/>
              </a:lnSpc>
              <a:buFont typeface="Wingdings" panose="05000000000000000000" charset="0"/>
              <a:buChar char=""/>
              <a:defRPr/>
            </a:pPr>
            <a:endParaRPr lang="en-US" altLang="zh-CN" sz="2600" dirty="0"/>
          </a:p>
          <a:p>
            <a:pPr lvl="1" eaLnBrk="1" hangingPunct="1">
              <a:lnSpc>
                <a:spcPct val="110000"/>
              </a:lnSpc>
              <a:buFont typeface="Wingdings" panose="05000000000000000000" charset="0"/>
              <a:buChar char=""/>
              <a:defRPr/>
            </a:pPr>
            <a:endParaRPr lang="en-US" altLang="zh-CN" sz="2000" dirty="0"/>
          </a:p>
          <a:p>
            <a:pPr lvl="1" eaLnBrk="1" hangingPunct="1"/>
            <a:endParaRPr lang="zh-CN" altLang="en-US" sz="2400" dirty="0"/>
          </a:p>
        </p:txBody>
      </p:sp>
    </p:spTree>
  </p:cSld>
  <p:clrMapOvr>
    <a:masterClrMapping/>
  </p:clrMapOvr>
  <p:transition spd="slow">
    <p:random/>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1.3 </a:t>
              </a:r>
              <a:r>
                <a:rPr lang="zh-CN" altLang="en-US" sz="3200" b="1" dirty="0">
                  <a:solidFill>
                    <a:schemeClr val="tx2">
                      <a:lumMod val="75000"/>
                    </a:schemeClr>
                  </a:solidFill>
                  <a:latin typeface="+mj-lt"/>
                  <a:ea typeface="黑体" panose="02010609060101010101" pitchFamily="49" charset="-122"/>
                  <a:cs typeface="+mj-lt"/>
                </a:rPr>
                <a:t>对象和</a:t>
              </a:r>
              <a:r>
                <a:rPr lang="zh-CN" altLang="en-US" sz="3200" b="1" dirty="0">
                  <a:solidFill>
                    <a:schemeClr val="tx2">
                      <a:lumMod val="75000"/>
                    </a:schemeClr>
                  </a:solidFill>
                  <a:latin typeface="+mj-lt"/>
                  <a:ea typeface="黑体" panose="02010609060101010101" pitchFamily="49" charset="-122"/>
                  <a:cs typeface="+mj-lt"/>
                </a:rPr>
                <a:t>类</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849630" y="142811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25856"/>
            <a:ext cx="10872184" cy="5400675"/>
          </a:xfrm>
        </p:spPr>
        <p:txBody>
          <a:bodyPr/>
          <a:p>
            <a:pPr eaLnBrk="1" hangingPunct="1"/>
            <a:r>
              <a:rPr lang="zh-CN" altLang="en-US" sz="2800" dirty="0">
                <a:sym typeface="+mn-ea"/>
              </a:rPr>
              <a:t>示例：类</a:t>
            </a:r>
            <a:endParaRPr lang="zh-CN" altLang="en-US" sz="2800" dirty="0">
              <a:sym typeface="+mn-ea"/>
            </a:endParaRPr>
          </a:p>
          <a:p>
            <a:pPr lvl="1" eaLnBrk="1" hangingPunct="1">
              <a:lnSpc>
                <a:spcPct val="110000"/>
              </a:lnSpc>
              <a:buFont typeface="Wingdings" panose="05000000000000000000" charset="0"/>
              <a:buChar char=""/>
              <a:defRPr/>
            </a:pPr>
            <a:endParaRPr lang="en-US" altLang="zh-CN" sz="2000" dirty="0"/>
          </a:p>
          <a:p>
            <a:pPr lvl="1" eaLnBrk="1" hangingPunct="1"/>
            <a:endParaRPr lang="zh-CN" altLang="en-US" sz="2400" dirty="0"/>
          </a:p>
        </p:txBody>
      </p:sp>
      <p:sp>
        <p:nvSpPr>
          <p:cNvPr id="60420" name="Rectangle 3"/>
          <p:cNvSpPr>
            <a:spLocks noChangeArrowheads="1"/>
          </p:cNvSpPr>
          <p:nvPr/>
        </p:nvSpPr>
        <p:spPr bwMode="auto">
          <a:xfrm>
            <a:off x="4953000" y="1913890"/>
            <a:ext cx="1917700" cy="111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312" tIns="42862" rIns="87312" bIns="42862">
            <a:spAutoFit/>
          </a:bodyPr>
          <a:p>
            <a:pPr algn="ctr" defTabSz="859155" eaLnBrk="0" hangingPunct="0">
              <a:lnSpc>
                <a:spcPct val="120000"/>
              </a:lnSpc>
            </a:pPr>
            <a:r>
              <a:rPr kumimoji="0" lang="zh-CN" altLang="en-US" sz="2800" u="sng" dirty="0">
                <a:solidFill>
                  <a:srgbClr val="CC0000"/>
                </a:solidFill>
                <a:latin typeface="Garamond" pitchFamily="18" charset="0"/>
              </a:rPr>
              <a:t>类</a:t>
            </a:r>
            <a:endParaRPr kumimoji="0" lang="en-US" altLang="zh-CN" sz="2800" dirty="0">
              <a:latin typeface="Garamond" pitchFamily="18" charset="0"/>
            </a:endParaRPr>
          </a:p>
          <a:p>
            <a:pPr algn="ctr" defTabSz="859155" eaLnBrk="0" hangingPunct="0">
              <a:lnSpc>
                <a:spcPct val="120000"/>
              </a:lnSpc>
            </a:pPr>
            <a:r>
              <a:rPr kumimoji="0" lang="en-US" altLang="zh-CN" sz="2800" dirty="0">
                <a:solidFill>
                  <a:srgbClr val="CC0000"/>
                </a:solidFill>
                <a:latin typeface="Garamond" pitchFamily="18" charset="0"/>
              </a:rPr>
              <a:t>Employee</a:t>
            </a:r>
            <a:endParaRPr kumimoji="0" lang="en-US" altLang="zh-CN" sz="2800" dirty="0">
              <a:latin typeface="Garamond" pitchFamily="18" charset="0"/>
            </a:endParaRPr>
          </a:p>
        </p:txBody>
      </p:sp>
      <p:sp>
        <p:nvSpPr>
          <p:cNvPr id="60421" name="Rectangle 4"/>
          <p:cNvSpPr>
            <a:spLocks noChangeArrowheads="1"/>
          </p:cNvSpPr>
          <p:nvPr/>
        </p:nvSpPr>
        <p:spPr bwMode="auto">
          <a:xfrm>
            <a:off x="2074863" y="2596518"/>
            <a:ext cx="1898650" cy="4007635"/>
          </a:xfrm>
          <a:prstGeom prst="rect">
            <a:avLst/>
          </a:prstGeom>
          <a:solidFill>
            <a:schemeClr val="accent1">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7312" tIns="42862" rIns="87312" bIns="42862">
            <a:spAutoFit/>
          </a:bodyPr>
          <a:p>
            <a:pPr algn="ctr" defTabSz="859155" eaLnBrk="0" hangingPunct="0">
              <a:lnSpc>
                <a:spcPct val="130000"/>
              </a:lnSpc>
            </a:pPr>
            <a:r>
              <a:rPr kumimoji="0" lang="zh-CN" altLang="en-US" sz="2800" u="sng" dirty="0">
                <a:solidFill>
                  <a:srgbClr val="CC0000"/>
                </a:solidFill>
                <a:latin typeface="Garamond" pitchFamily="18" charset="0"/>
              </a:rPr>
              <a:t>属性</a:t>
            </a:r>
            <a:endParaRPr kumimoji="0" lang="en-US" altLang="zh-CN" sz="2800" dirty="0">
              <a:latin typeface="Garamond" pitchFamily="18" charset="0"/>
            </a:endParaRPr>
          </a:p>
          <a:p>
            <a:pPr algn="ctr" defTabSz="859155" eaLnBrk="0" hangingPunct="0">
              <a:lnSpc>
                <a:spcPct val="130000"/>
              </a:lnSpc>
            </a:pPr>
            <a:r>
              <a:rPr kumimoji="0" lang="en-US" altLang="zh-CN" sz="2800" dirty="0">
                <a:latin typeface="Garamond" pitchFamily="18" charset="0"/>
              </a:rPr>
              <a:t>Name</a:t>
            </a:r>
            <a:endParaRPr kumimoji="0" lang="en-US" altLang="zh-CN" sz="2800" dirty="0">
              <a:latin typeface="Garamond" pitchFamily="18" charset="0"/>
            </a:endParaRPr>
          </a:p>
          <a:p>
            <a:pPr algn="ctr" defTabSz="859155" eaLnBrk="0" hangingPunct="0">
              <a:lnSpc>
                <a:spcPct val="130000"/>
              </a:lnSpc>
            </a:pPr>
            <a:r>
              <a:rPr kumimoji="0" lang="en-US" altLang="zh-CN" sz="2800" dirty="0">
                <a:latin typeface="Garamond" pitchFamily="18" charset="0"/>
              </a:rPr>
              <a:t>Address</a:t>
            </a:r>
            <a:endParaRPr kumimoji="0" lang="en-US" altLang="zh-CN" sz="2800" dirty="0">
              <a:latin typeface="Garamond" pitchFamily="18" charset="0"/>
            </a:endParaRPr>
          </a:p>
          <a:p>
            <a:pPr algn="ctr" defTabSz="859155" eaLnBrk="0" hangingPunct="0">
              <a:lnSpc>
                <a:spcPct val="130000"/>
              </a:lnSpc>
            </a:pPr>
            <a:r>
              <a:rPr kumimoji="0" lang="en-US" altLang="zh-CN" sz="2800" dirty="0">
                <a:latin typeface="Garamond" pitchFamily="18" charset="0"/>
              </a:rPr>
              <a:t>Position</a:t>
            </a:r>
            <a:endParaRPr kumimoji="0" lang="en-US" altLang="zh-CN" sz="2800" dirty="0">
              <a:latin typeface="Garamond" pitchFamily="18" charset="0"/>
            </a:endParaRPr>
          </a:p>
          <a:p>
            <a:pPr algn="ctr" defTabSz="859155" eaLnBrk="0" hangingPunct="0">
              <a:lnSpc>
                <a:spcPct val="130000"/>
              </a:lnSpc>
            </a:pPr>
            <a:r>
              <a:rPr kumimoji="0" lang="en-US" altLang="zh-CN" sz="2800" dirty="0">
                <a:latin typeface="Garamond" pitchFamily="18" charset="0"/>
              </a:rPr>
              <a:t>Salary</a:t>
            </a:r>
            <a:endParaRPr kumimoji="0" lang="en-US" altLang="zh-CN" sz="2800" dirty="0">
              <a:latin typeface="Garamond" pitchFamily="18" charset="0"/>
            </a:endParaRPr>
          </a:p>
          <a:p>
            <a:pPr algn="ctr" defTabSz="859155" eaLnBrk="0" hangingPunct="0">
              <a:lnSpc>
                <a:spcPct val="130000"/>
              </a:lnSpc>
            </a:pPr>
            <a:r>
              <a:rPr kumimoji="0" lang="en-US" altLang="zh-CN" sz="2800" dirty="0">
                <a:latin typeface="Garamond" pitchFamily="18" charset="0"/>
              </a:rPr>
              <a:t>Start Date</a:t>
            </a:r>
            <a:endParaRPr kumimoji="0" lang="en-US" altLang="zh-CN" sz="2800" dirty="0">
              <a:latin typeface="Garamond" pitchFamily="18" charset="0"/>
            </a:endParaRPr>
          </a:p>
          <a:p>
            <a:pPr algn="ctr" defTabSz="859155" eaLnBrk="0" hangingPunct="0">
              <a:lnSpc>
                <a:spcPct val="130000"/>
              </a:lnSpc>
            </a:pPr>
            <a:r>
              <a:rPr kumimoji="0" lang="en-US" altLang="zh-CN" sz="2800" dirty="0">
                <a:latin typeface="Garamond" pitchFamily="18" charset="0"/>
              </a:rPr>
              <a:t>End Date</a:t>
            </a:r>
            <a:endParaRPr kumimoji="0" lang="en-US" altLang="zh-CN" sz="2800" dirty="0">
              <a:latin typeface="Garamond" pitchFamily="18" charset="0"/>
            </a:endParaRPr>
          </a:p>
        </p:txBody>
      </p:sp>
      <p:sp>
        <p:nvSpPr>
          <p:cNvPr id="60422" name="Rectangle 5"/>
          <p:cNvSpPr>
            <a:spLocks noChangeArrowheads="1"/>
          </p:cNvSpPr>
          <p:nvPr/>
        </p:nvSpPr>
        <p:spPr bwMode="auto">
          <a:xfrm>
            <a:off x="7810500" y="2675890"/>
            <a:ext cx="2564130" cy="4003040"/>
          </a:xfrm>
          <a:prstGeom prst="rect">
            <a:avLst/>
          </a:prstGeom>
          <a:solidFill>
            <a:schemeClr val="accent1">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87312" tIns="42862" rIns="87312" bIns="42862">
            <a:spAutoFit/>
          </a:bodyPr>
          <a:p>
            <a:pPr algn="ctr" defTabSz="859155" eaLnBrk="0" hangingPunct="0">
              <a:lnSpc>
                <a:spcPct val="130000"/>
              </a:lnSpc>
            </a:pPr>
            <a:r>
              <a:rPr kumimoji="0" lang="zh-CN" altLang="en-US" sz="2800" u="sng" dirty="0">
                <a:solidFill>
                  <a:srgbClr val="CC0000"/>
                </a:solidFill>
                <a:latin typeface="Garamond" pitchFamily="18" charset="0"/>
              </a:rPr>
              <a:t>操作</a:t>
            </a:r>
            <a:endParaRPr kumimoji="0" lang="en-US" altLang="zh-CN" sz="2800" u="sng" dirty="0">
              <a:solidFill>
                <a:srgbClr val="CC0000"/>
              </a:solidFill>
              <a:latin typeface="Garamond" pitchFamily="18" charset="0"/>
            </a:endParaRPr>
          </a:p>
          <a:p>
            <a:pPr algn="ctr" defTabSz="859155" eaLnBrk="0" hangingPunct="0">
              <a:lnSpc>
                <a:spcPct val="130000"/>
              </a:lnSpc>
            </a:pPr>
            <a:r>
              <a:rPr kumimoji="0" lang="en-US" altLang="zh-CN" sz="2800" dirty="0">
                <a:latin typeface="Garamond" pitchFamily="18" charset="0"/>
              </a:rPr>
              <a:t>Hire</a:t>
            </a:r>
            <a:endParaRPr kumimoji="0" lang="en-US" altLang="zh-CN" sz="2800" dirty="0">
              <a:latin typeface="Garamond" pitchFamily="18" charset="0"/>
            </a:endParaRPr>
          </a:p>
          <a:p>
            <a:pPr algn="ctr" defTabSz="859155" eaLnBrk="0" hangingPunct="0">
              <a:lnSpc>
                <a:spcPct val="130000"/>
              </a:lnSpc>
            </a:pPr>
            <a:r>
              <a:rPr kumimoji="0" lang="en-US" altLang="zh-CN" sz="2800" dirty="0">
                <a:latin typeface="Garamond" pitchFamily="18" charset="0"/>
              </a:rPr>
              <a:t>Fire</a:t>
            </a:r>
            <a:endParaRPr kumimoji="0" lang="en-US" altLang="zh-CN" sz="2800" dirty="0">
              <a:latin typeface="Garamond" pitchFamily="18" charset="0"/>
            </a:endParaRPr>
          </a:p>
          <a:p>
            <a:pPr algn="ctr" defTabSz="859155" eaLnBrk="0" hangingPunct="0">
              <a:lnSpc>
                <a:spcPct val="130000"/>
              </a:lnSpc>
            </a:pPr>
            <a:r>
              <a:rPr kumimoji="0" lang="en-US" altLang="zh-CN" sz="2800" dirty="0">
                <a:latin typeface="Garamond" pitchFamily="18" charset="0"/>
              </a:rPr>
              <a:t>Promote</a:t>
            </a:r>
            <a:endParaRPr kumimoji="0" lang="en-US" altLang="zh-CN" sz="2800" dirty="0">
              <a:latin typeface="Garamond" pitchFamily="18" charset="0"/>
            </a:endParaRPr>
          </a:p>
          <a:p>
            <a:pPr algn="ctr" defTabSz="859155" eaLnBrk="0" hangingPunct="0">
              <a:lnSpc>
                <a:spcPct val="130000"/>
              </a:lnSpc>
            </a:pPr>
            <a:r>
              <a:rPr kumimoji="0" lang="en-US" altLang="zh-CN" sz="2800" dirty="0">
                <a:latin typeface="Garamond" pitchFamily="18" charset="0"/>
              </a:rPr>
              <a:t>Increase Salary</a:t>
            </a:r>
            <a:endParaRPr kumimoji="0" lang="en-US" altLang="zh-CN" sz="2800" dirty="0">
              <a:latin typeface="Garamond" pitchFamily="18" charset="0"/>
            </a:endParaRPr>
          </a:p>
          <a:p>
            <a:pPr algn="ctr" defTabSz="859155" eaLnBrk="0" hangingPunct="0">
              <a:lnSpc>
                <a:spcPct val="130000"/>
              </a:lnSpc>
            </a:pPr>
            <a:r>
              <a:rPr kumimoji="0" lang="en-US" altLang="zh-CN" sz="2800" dirty="0">
                <a:latin typeface="Garamond" pitchFamily="18" charset="0"/>
              </a:rPr>
              <a:t>Retire</a:t>
            </a:r>
            <a:endParaRPr kumimoji="0" lang="en-US" altLang="zh-CN" sz="2800" dirty="0">
              <a:latin typeface="Garamond" pitchFamily="18" charset="0"/>
            </a:endParaRPr>
          </a:p>
        </p:txBody>
      </p:sp>
      <p:grpSp>
        <p:nvGrpSpPr>
          <p:cNvPr id="60423" name="Group 6"/>
          <p:cNvGrpSpPr/>
          <p:nvPr/>
        </p:nvGrpSpPr>
        <p:grpSpPr bwMode="auto">
          <a:xfrm>
            <a:off x="4038603" y="3133093"/>
            <a:ext cx="3852863" cy="2360613"/>
            <a:chOff x="1667" y="1705"/>
            <a:chExt cx="2427" cy="1487"/>
          </a:xfrm>
        </p:grpSpPr>
        <p:grpSp>
          <p:nvGrpSpPr>
            <p:cNvPr id="60424" name="Group 7"/>
            <p:cNvGrpSpPr/>
            <p:nvPr/>
          </p:nvGrpSpPr>
          <p:grpSpPr bwMode="auto">
            <a:xfrm>
              <a:off x="2390" y="1777"/>
              <a:ext cx="291" cy="1285"/>
              <a:chOff x="2390" y="1777"/>
              <a:chExt cx="291" cy="1285"/>
            </a:xfrm>
          </p:grpSpPr>
          <p:grpSp>
            <p:nvGrpSpPr>
              <p:cNvPr id="60626" name="Group 8"/>
              <p:cNvGrpSpPr/>
              <p:nvPr/>
            </p:nvGrpSpPr>
            <p:grpSpPr bwMode="auto">
              <a:xfrm>
                <a:off x="2457" y="1777"/>
                <a:ext cx="154" cy="202"/>
                <a:chOff x="2457" y="1777"/>
                <a:chExt cx="154" cy="202"/>
              </a:xfrm>
            </p:grpSpPr>
            <p:sp>
              <p:nvSpPr>
                <p:cNvPr id="60635" name="Freeform 9"/>
                <p:cNvSpPr/>
                <p:nvPr/>
              </p:nvSpPr>
              <p:spPr bwMode="auto">
                <a:xfrm>
                  <a:off x="2477" y="1786"/>
                  <a:ext cx="118" cy="193"/>
                </a:xfrm>
                <a:custGeom>
                  <a:avLst/>
                  <a:gdLst>
                    <a:gd name="T0" fmla="*/ 27 w 118"/>
                    <a:gd name="T1" fmla="*/ 179 h 193"/>
                    <a:gd name="T2" fmla="*/ 27 w 118"/>
                    <a:gd name="T3" fmla="*/ 150 h 193"/>
                    <a:gd name="T4" fmla="*/ 19 w 118"/>
                    <a:gd name="T5" fmla="*/ 135 h 193"/>
                    <a:gd name="T6" fmla="*/ 14 w 118"/>
                    <a:gd name="T7" fmla="*/ 122 h 193"/>
                    <a:gd name="T8" fmla="*/ 6 w 118"/>
                    <a:gd name="T9" fmla="*/ 106 h 193"/>
                    <a:gd name="T10" fmla="*/ 3 w 118"/>
                    <a:gd name="T11" fmla="*/ 94 h 193"/>
                    <a:gd name="T12" fmla="*/ 1 w 118"/>
                    <a:gd name="T13" fmla="*/ 84 h 193"/>
                    <a:gd name="T14" fmla="*/ 0 w 118"/>
                    <a:gd name="T15" fmla="*/ 58 h 193"/>
                    <a:gd name="T16" fmla="*/ 3 w 118"/>
                    <a:gd name="T17" fmla="*/ 40 h 193"/>
                    <a:gd name="T18" fmla="*/ 10 w 118"/>
                    <a:gd name="T19" fmla="*/ 25 h 193"/>
                    <a:gd name="T20" fmla="*/ 18 w 118"/>
                    <a:gd name="T21" fmla="*/ 15 h 193"/>
                    <a:gd name="T22" fmla="*/ 25 w 118"/>
                    <a:gd name="T23" fmla="*/ 9 h 193"/>
                    <a:gd name="T24" fmla="*/ 37 w 118"/>
                    <a:gd name="T25" fmla="*/ 3 h 193"/>
                    <a:gd name="T26" fmla="*/ 54 w 118"/>
                    <a:gd name="T27" fmla="*/ 0 h 193"/>
                    <a:gd name="T28" fmla="*/ 72 w 118"/>
                    <a:gd name="T29" fmla="*/ 1 h 193"/>
                    <a:gd name="T30" fmla="*/ 86 w 118"/>
                    <a:gd name="T31" fmla="*/ 5 h 193"/>
                    <a:gd name="T32" fmla="*/ 101 w 118"/>
                    <a:gd name="T33" fmla="*/ 15 h 193"/>
                    <a:gd name="T34" fmla="*/ 109 w 118"/>
                    <a:gd name="T35" fmla="*/ 25 h 193"/>
                    <a:gd name="T36" fmla="*/ 114 w 118"/>
                    <a:gd name="T37" fmla="*/ 35 h 193"/>
                    <a:gd name="T38" fmla="*/ 117 w 118"/>
                    <a:gd name="T39" fmla="*/ 47 h 193"/>
                    <a:gd name="T40" fmla="*/ 116 w 118"/>
                    <a:gd name="T41" fmla="*/ 70 h 193"/>
                    <a:gd name="T42" fmla="*/ 112 w 118"/>
                    <a:gd name="T43" fmla="*/ 91 h 193"/>
                    <a:gd name="T44" fmla="*/ 103 w 118"/>
                    <a:gd name="T45" fmla="*/ 111 h 193"/>
                    <a:gd name="T46" fmla="*/ 97 w 118"/>
                    <a:gd name="T47" fmla="*/ 125 h 193"/>
                    <a:gd name="T48" fmla="*/ 91 w 118"/>
                    <a:gd name="T49" fmla="*/ 136 h 193"/>
                    <a:gd name="T50" fmla="*/ 84 w 118"/>
                    <a:gd name="T51" fmla="*/ 150 h 193"/>
                    <a:gd name="T52" fmla="*/ 82 w 118"/>
                    <a:gd name="T53" fmla="*/ 172 h 193"/>
                    <a:gd name="T54" fmla="*/ 81 w 118"/>
                    <a:gd name="T55" fmla="*/ 184 h 193"/>
                    <a:gd name="T56" fmla="*/ 70 w 118"/>
                    <a:gd name="T57" fmla="*/ 190 h 193"/>
                    <a:gd name="T58" fmla="*/ 58 w 118"/>
                    <a:gd name="T59" fmla="*/ 192 h 193"/>
                    <a:gd name="T60" fmla="*/ 42 w 118"/>
                    <a:gd name="T61" fmla="*/ 190 h 193"/>
                    <a:gd name="T62" fmla="*/ 33 w 118"/>
                    <a:gd name="T63" fmla="*/ 186 h 193"/>
                    <a:gd name="T64" fmla="*/ 27 w 118"/>
                    <a:gd name="T65" fmla="*/ 179 h 19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18"/>
                    <a:gd name="T100" fmla="*/ 0 h 193"/>
                    <a:gd name="T101" fmla="*/ 118 w 118"/>
                    <a:gd name="T102" fmla="*/ 193 h 19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18" h="193">
                      <a:moveTo>
                        <a:pt x="27" y="179"/>
                      </a:moveTo>
                      <a:lnTo>
                        <a:pt x="27" y="150"/>
                      </a:lnTo>
                      <a:lnTo>
                        <a:pt x="19" y="135"/>
                      </a:lnTo>
                      <a:lnTo>
                        <a:pt x="14" y="122"/>
                      </a:lnTo>
                      <a:lnTo>
                        <a:pt x="6" y="106"/>
                      </a:lnTo>
                      <a:lnTo>
                        <a:pt x="3" y="94"/>
                      </a:lnTo>
                      <a:lnTo>
                        <a:pt x="1" y="84"/>
                      </a:lnTo>
                      <a:lnTo>
                        <a:pt x="0" y="58"/>
                      </a:lnTo>
                      <a:lnTo>
                        <a:pt x="3" y="40"/>
                      </a:lnTo>
                      <a:lnTo>
                        <a:pt x="10" y="25"/>
                      </a:lnTo>
                      <a:lnTo>
                        <a:pt x="18" y="15"/>
                      </a:lnTo>
                      <a:lnTo>
                        <a:pt x="25" y="9"/>
                      </a:lnTo>
                      <a:lnTo>
                        <a:pt x="37" y="3"/>
                      </a:lnTo>
                      <a:lnTo>
                        <a:pt x="54" y="0"/>
                      </a:lnTo>
                      <a:lnTo>
                        <a:pt x="72" y="1"/>
                      </a:lnTo>
                      <a:lnTo>
                        <a:pt x="86" y="5"/>
                      </a:lnTo>
                      <a:lnTo>
                        <a:pt x="101" y="15"/>
                      </a:lnTo>
                      <a:lnTo>
                        <a:pt x="109" y="25"/>
                      </a:lnTo>
                      <a:lnTo>
                        <a:pt x="114" y="35"/>
                      </a:lnTo>
                      <a:lnTo>
                        <a:pt x="117" y="47"/>
                      </a:lnTo>
                      <a:lnTo>
                        <a:pt x="116" y="70"/>
                      </a:lnTo>
                      <a:lnTo>
                        <a:pt x="112" y="91"/>
                      </a:lnTo>
                      <a:lnTo>
                        <a:pt x="103" y="111"/>
                      </a:lnTo>
                      <a:lnTo>
                        <a:pt x="97" y="125"/>
                      </a:lnTo>
                      <a:lnTo>
                        <a:pt x="91" y="136"/>
                      </a:lnTo>
                      <a:lnTo>
                        <a:pt x="84" y="150"/>
                      </a:lnTo>
                      <a:lnTo>
                        <a:pt x="82" y="172"/>
                      </a:lnTo>
                      <a:lnTo>
                        <a:pt x="81" y="184"/>
                      </a:lnTo>
                      <a:lnTo>
                        <a:pt x="70" y="190"/>
                      </a:lnTo>
                      <a:lnTo>
                        <a:pt x="58" y="192"/>
                      </a:lnTo>
                      <a:lnTo>
                        <a:pt x="42" y="190"/>
                      </a:lnTo>
                      <a:lnTo>
                        <a:pt x="33" y="186"/>
                      </a:lnTo>
                      <a:lnTo>
                        <a:pt x="27" y="179"/>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636" name="Freeform 10"/>
                <p:cNvSpPr/>
                <p:nvPr/>
              </p:nvSpPr>
              <p:spPr bwMode="auto">
                <a:xfrm>
                  <a:off x="2457" y="1777"/>
                  <a:ext cx="154" cy="130"/>
                </a:xfrm>
                <a:custGeom>
                  <a:avLst/>
                  <a:gdLst>
                    <a:gd name="T0" fmla="*/ 11 w 154"/>
                    <a:gd name="T1" fmla="*/ 111 h 130"/>
                    <a:gd name="T2" fmla="*/ 2 w 154"/>
                    <a:gd name="T3" fmla="*/ 99 h 130"/>
                    <a:gd name="T4" fmla="*/ 0 w 154"/>
                    <a:gd name="T5" fmla="*/ 84 h 130"/>
                    <a:gd name="T6" fmla="*/ 1 w 154"/>
                    <a:gd name="T7" fmla="*/ 66 h 130"/>
                    <a:gd name="T8" fmla="*/ 1 w 154"/>
                    <a:gd name="T9" fmla="*/ 53 h 130"/>
                    <a:gd name="T10" fmla="*/ 8 w 154"/>
                    <a:gd name="T11" fmla="*/ 37 h 130"/>
                    <a:gd name="T12" fmla="*/ 17 w 154"/>
                    <a:gd name="T13" fmla="*/ 26 h 130"/>
                    <a:gd name="T14" fmla="*/ 26 w 154"/>
                    <a:gd name="T15" fmla="*/ 16 h 130"/>
                    <a:gd name="T16" fmla="*/ 41 w 154"/>
                    <a:gd name="T17" fmla="*/ 5 h 130"/>
                    <a:gd name="T18" fmla="*/ 52 w 154"/>
                    <a:gd name="T19" fmla="*/ 2 h 130"/>
                    <a:gd name="T20" fmla="*/ 76 w 154"/>
                    <a:gd name="T21" fmla="*/ 0 h 130"/>
                    <a:gd name="T22" fmla="*/ 96 w 154"/>
                    <a:gd name="T23" fmla="*/ 1 h 130"/>
                    <a:gd name="T24" fmla="*/ 111 w 154"/>
                    <a:gd name="T25" fmla="*/ 5 h 130"/>
                    <a:gd name="T26" fmla="*/ 123 w 154"/>
                    <a:gd name="T27" fmla="*/ 10 h 130"/>
                    <a:gd name="T28" fmla="*/ 134 w 154"/>
                    <a:gd name="T29" fmla="*/ 22 h 130"/>
                    <a:gd name="T30" fmla="*/ 142 w 154"/>
                    <a:gd name="T31" fmla="*/ 32 h 130"/>
                    <a:gd name="T32" fmla="*/ 149 w 154"/>
                    <a:gd name="T33" fmla="*/ 43 h 130"/>
                    <a:gd name="T34" fmla="*/ 153 w 154"/>
                    <a:gd name="T35" fmla="*/ 56 h 130"/>
                    <a:gd name="T36" fmla="*/ 153 w 154"/>
                    <a:gd name="T37" fmla="*/ 79 h 130"/>
                    <a:gd name="T38" fmla="*/ 153 w 154"/>
                    <a:gd name="T39" fmla="*/ 95 h 130"/>
                    <a:gd name="T40" fmla="*/ 147 w 154"/>
                    <a:gd name="T41" fmla="*/ 102 h 130"/>
                    <a:gd name="T42" fmla="*/ 139 w 154"/>
                    <a:gd name="T43" fmla="*/ 113 h 130"/>
                    <a:gd name="T44" fmla="*/ 134 w 154"/>
                    <a:gd name="T45" fmla="*/ 121 h 130"/>
                    <a:gd name="T46" fmla="*/ 119 w 154"/>
                    <a:gd name="T47" fmla="*/ 125 h 130"/>
                    <a:gd name="T48" fmla="*/ 105 w 154"/>
                    <a:gd name="T49" fmla="*/ 129 h 130"/>
                    <a:gd name="T50" fmla="*/ 116 w 154"/>
                    <a:gd name="T51" fmla="*/ 113 h 130"/>
                    <a:gd name="T52" fmla="*/ 127 w 154"/>
                    <a:gd name="T53" fmla="*/ 85 h 130"/>
                    <a:gd name="T54" fmla="*/ 128 w 154"/>
                    <a:gd name="T55" fmla="*/ 74 h 130"/>
                    <a:gd name="T56" fmla="*/ 127 w 154"/>
                    <a:gd name="T57" fmla="*/ 65 h 130"/>
                    <a:gd name="T58" fmla="*/ 123 w 154"/>
                    <a:gd name="T59" fmla="*/ 53 h 130"/>
                    <a:gd name="T60" fmla="*/ 99 w 154"/>
                    <a:gd name="T61" fmla="*/ 60 h 130"/>
                    <a:gd name="T62" fmla="*/ 70 w 154"/>
                    <a:gd name="T63" fmla="*/ 60 h 130"/>
                    <a:gd name="T64" fmla="*/ 50 w 154"/>
                    <a:gd name="T65" fmla="*/ 58 h 130"/>
                    <a:gd name="T66" fmla="*/ 34 w 154"/>
                    <a:gd name="T67" fmla="*/ 55 h 130"/>
                    <a:gd name="T68" fmla="*/ 29 w 154"/>
                    <a:gd name="T69" fmla="*/ 61 h 130"/>
                    <a:gd name="T70" fmla="*/ 25 w 154"/>
                    <a:gd name="T71" fmla="*/ 74 h 130"/>
                    <a:gd name="T72" fmla="*/ 25 w 154"/>
                    <a:gd name="T73" fmla="*/ 87 h 130"/>
                    <a:gd name="T74" fmla="*/ 36 w 154"/>
                    <a:gd name="T75" fmla="*/ 114 h 130"/>
                    <a:gd name="T76" fmla="*/ 42 w 154"/>
                    <a:gd name="T77" fmla="*/ 129 h 130"/>
                    <a:gd name="T78" fmla="*/ 25 w 154"/>
                    <a:gd name="T79" fmla="*/ 120 h 130"/>
                    <a:gd name="T80" fmla="*/ 11 w 154"/>
                    <a:gd name="T81" fmla="*/ 111 h 13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54"/>
                    <a:gd name="T124" fmla="*/ 0 h 130"/>
                    <a:gd name="T125" fmla="*/ 154 w 154"/>
                    <a:gd name="T126" fmla="*/ 130 h 13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54" h="130">
                      <a:moveTo>
                        <a:pt x="11" y="111"/>
                      </a:moveTo>
                      <a:lnTo>
                        <a:pt x="2" y="99"/>
                      </a:lnTo>
                      <a:lnTo>
                        <a:pt x="0" y="84"/>
                      </a:lnTo>
                      <a:lnTo>
                        <a:pt x="1" y="66"/>
                      </a:lnTo>
                      <a:lnTo>
                        <a:pt x="1" y="53"/>
                      </a:lnTo>
                      <a:lnTo>
                        <a:pt x="8" y="37"/>
                      </a:lnTo>
                      <a:lnTo>
                        <a:pt x="17" y="26"/>
                      </a:lnTo>
                      <a:lnTo>
                        <a:pt x="26" y="16"/>
                      </a:lnTo>
                      <a:lnTo>
                        <a:pt x="41" y="5"/>
                      </a:lnTo>
                      <a:lnTo>
                        <a:pt x="52" y="2"/>
                      </a:lnTo>
                      <a:lnTo>
                        <a:pt x="76" y="0"/>
                      </a:lnTo>
                      <a:lnTo>
                        <a:pt x="96" y="1"/>
                      </a:lnTo>
                      <a:lnTo>
                        <a:pt x="111" y="5"/>
                      </a:lnTo>
                      <a:lnTo>
                        <a:pt x="123" y="10"/>
                      </a:lnTo>
                      <a:lnTo>
                        <a:pt x="134" y="22"/>
                      </a:lnTo>
                      <a:lnTo>
                        <a:pt x="142" y="32"/>
                      </a:lnTo>
                      <a:lnTo>
                        <a:pt x="149" y="43"/>
                      </a:lnTo>
                      <a:lnTo>
                        <a:pt x="153" y="56"/>
                      </a:lnTo>
                      <a:lnTo>
                        <a:pt x="153" y="79"/>
                      </a:lnTo>
                      <a:lnTo>
                        <a:pt x="153" y="95"/>
                      </a:lnTo>
                      <a:lnTo>
                        <a:pt x="147" y="102"/>
                      </a:lnTo>
                      <a:lnTo>
                        <a:pt x="139" y="113"/>
                      </a:lnTo>
                      <a:lnTo>
                        <a:pt x="134" y="121"/>
                      </a:lnTo>
                      <a:lnTo>
                        <a:pt x="119" y="125"/>
                      </a:lnTo>
                      <a:lnTo>
                        <a:pt x="105" y="129"/>
                      </a:lnTo>
                      <a:lnTo>
                        <a:pt x="116" y="113"/>
                      </a:lnTo>
                      <a:lnTo>
                        <a:pt x="127" y="85"/>
                      </a:lnTo>
                      <a:lnTo>
                        <a:pt x="128" y="74"/>
                      </a:lnTo>
                      <a:lnTo>
                        <a:pt x="127" y="65"/>
                      </a:lnTo>
                      <a:lnTo>
                        <a:pt x="123" y="53"/>
                      </a:lnTo>
                      <a:lnTo>
                        <a:pt x="99" y="60"/>
                      </a:lnTo>
                      <a:lnTo>
                        <a:pt x="70" y="60"/>
                      </a:lnTo>
                      <a:lnTo>
                        <a:pt x="50" y="58"/>
                      </a:lnTo>
                      <a:lnTo>
                        <a:pt x="34" y="55"/>
                      </a:lnTo>
                      <a:lnTo>
                        <a:pt x="29" y="61"/>
                      </a:lnTo>
                      <a:lnTo>
                        <a:pt x="25" y="74"/>
                      </a:lnTo>
                      <a:lnTo>
                        <a:pt x="25" y="87"/>
                      </a:lnTo>
                      <a:lnTo>
                        <a:pt x="36" y="114"/>
                      </a:lnTo>
                      <a:lnTo>
                        <a:pt x="42" y="129"/>
                      </a:lnTo>
                      <a:lnTo>
                        <a:pt x="25" y="120"/>
                      </a:lnTo>
                      <a:lnTo>
                        <a:pt x="11" y="111"/>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60637" name="Group 11"/>
                <p:cNvGrpSpPr/>
                <p:nvPr/>
              </p:nvGrpSpPr>
              <p:grpSpPr bwMode="auto">
                <a:xfrm>
                  <a:off x="2474" y="1879"/>
                  <a:ext cx="126" cy="19"/>
                  <a:chOff x="2474" y="1879"/>
                  <a:chExt cx="126" cy="19"/>
                </a:xfrm>
              </p:grpSpPr>
              <p:sp>
                <p:nvSpPr>
                  <p:cNvPr id="60638" name="Oval 12"/>
                  <p:cNvSpPr>
                    <a:spLocks noChangeArrowheads="1"/>
                  </p:cNvSpPr>
                  <p:nvPr/>
                </p:nvSpPr>
                <p:spPr bwMode="auto">
                  <a:xfrm>
                    <a:off x="2474" y="1879"/>
                    <a:ext cx="16" cy="16"/>
                  </a:xfrm>
                  <a:prstGeom prst="ellipse">
                    <a:avLst/>
                  </a:prstGeom>
                  <a:solidFill>
                    <a:srgbClr val="006080"/>
                  </a:solidFill>
                  <a:ln>
                    <a:noFill/>
                  </a:ln>
                  <a:extLst>
                    <a:ext uri="{91240B29-F687-4F45-9708-019B960494DF}">
                      <a14:hiddenLine xmlns:a14="http://schemas.microsoft.com/office/drawing/2010/main" w="9525">
                        <a:solidFill>
                          <a:srgbClr val="000000"/>
                        </a:solidFill>
                        <a:round/>
                      </a14:hiddenLine>
                    </a:ext>
                  </a:extLst>
                </p:spPr>
                <p:txBody>
                  <a:bodyPr wrap="none" anchor="ctr"/>
                  <a:p>
                    <a:endParaRPr lang="zh-CN" altLang="en-US"/>
                  </a:p>
                </p:txBody>
              </p:sp>
              <p:sp>
                <p:nvSpPr>
                  <p:cNvPr id="60639" name="Oval 13"/>
                  <p:cNvSpPr>
                    <a:spLocks noChangeArrowheads="1"/>
                  </p:cNvSpPr>
                  <p:nvPr/>
                </p:nvSpPr>
                <p:spPr bwMode="auto">
                  <a:xfrm>
                    <a:off x="2584" y="1882"/>
                    <a:ext cx="16" cy="16"/>
                  </a:xfrm>
                  <a:prstGeom prst="ellipse">
                    <a:avLst/>
                  </a:prstGeom>
                  <a:solidFill>
                    <a:srgbClr val="006080"/>
                  </a:solidFill>
                  <a:ln>
                    <a:noFill/>
                  </a:ln>
                  <a:extLst>
                    <a:ext uri="{91240B29-F687-4F45-9708-019B960494DF}">
                      <a14:hiddenLine xmlns:a14="http://schemas.microsoft.com/office/drawing/2010/main" w="9525">
                        <a:solidFill>
                          <a:srgbClr val="000000"/>
                        </a:solidFill>
                        <a:round/>
                      </a14:hiddenLine>
                    </a:ext>
                  </a:extLst>
                </p:spPr>
                <p:txBody>
                  <a:bodyPr wrap="none" anchor="ctr"/>
                  <a:p>
                    <a:endParaRPr lang="zh-CN" altLang="en-US"/>
                  </a:p>
                </p:txBody>
              </p:sp>
            </p:grpSp>
          </p:grpSp>
          <p:sp>
            <p:nvSpPr>
              <p:cNvPr id="60627" name="Freeform 14"/>
              <p:cNvSpPr/>
              <p:nvPr/>
            </p:nvSpPr>
            <p:spPr bwMode="auto">
              <a:xfrm>
                <a:off x="2449" y="2649"/>
                <a:ext cx="148" cy="374"/>
              </a:xfrm>
              <a:custGeom>
                <a:avLst/>
                <a:gdLst>
                  <a:gd name="T0" fmla="*/ 33 w 148"/>
                  <a:gd name="T1" fmla="*/ 0 h 374"/>
                  <a:gd name="T2" fmla="*/ 30 w 148"/>
                  <a:gd name="T3" fmla="*/ 44 h 374"/>
                  <a:gd name="T4" fmla="*/ 27 w 148"/>
                  <a:gd name="T5" fmla="*/ 94 h 374"/>
                  <a:gd name="T6" fmla="*/ 27 w 148"/>
                  <a:gd name="T7" fmla="*/ 144 h 374"/>
                  <a:gd name="T8" fmla="*/ 30 w 148"/>
                  <a:gd name="T9" fmla="*/ 189 h 374"/>
                  <a:gd name="T10" fmla="*/ 31 w 148"/>
                  <a:gd name="T11" fmla="*/ 226 h 374"/>
                  <a:gd name="T12" fmla="*/ 31 w 148"/>
                  <a:gd name="T13" fmla="*/ 273 h 374"/>
                  <a:gd name="T14" fmla="*/ 28 w 148"/>
                  <a:gd name="T15" fmla="*/ 293 h 374"/>
                  <a:gd name="T16" fmla="*/ 7 w 148"/>
                  <a:gd name="T17" fmla="*/ 351 h 374"/>
                  <a:gd name="T18" fmla="*/ 0 w 148"/>
                  <a:gd name="T19" fmla="*/ 372 h 374"/>
                  <a:gd name="T20" fmla="*/ 32 w 148"/>
                  <a:gd name="T21" fmla="*/ 373 h 374"/>
                  <a:gd name="T22" fmla="*/ 46 w 148"/>
                  <a:gd name="T23" fmla="*/ 347 h 374"/>
                  <a:gd name="T24" fmla="*/ 55 w 148"/>
                  <a:gd name="T25" fmla="*/ 318 h 374"/>
                  <a:gd name="T26" fmla="*/ 61 w 148"/>
                  <a:gd name="T27" fmla="*/ 271 h 374"/>
                  <a:gd name="T28" fmla="*/ 80 w 148"/>
                  <a:gd name="T29" fmla="*/ 144 h 374"/>
                  <a:gd name="T30" fmla="*/ 86 w 148"/>
                  <a:gd name="T31" fmla="*/ 108 h 374"/>
                  <a:gd name="T32" fmla="*/ 81 w 148"/>
                  <a:gd name="T33" fmla="*/ 176 h 374"/>
                  <a:gd name="T34" fmla="*/ 87 w 148"/>
                  <a:gd name="T35" fmla="*/ 219 h 374"/>
                  <a:gd name="T36" fmla="*/ 89 w 148"/>
                  <a:gd name="T37" fmla="*/ 259 h 374"/>
                  <a:gd name="T38" fmla="*/ 85 w 148"/>
                  <a:gd name="T39" fmla="*/ 295 h 374"/>
                  <a:gd name="T40" fmla="*/ 88 w 148"/>
                  <a:gd name="T41" fmla="*/ 312 h 374"/>
                  <a:gd name="T42" fmla="*/ 108 w 148"/>
                  <a:gd name="T43" fmla="*/ 367 h 374"/>
                  <a:gd name="T44" fmla="*/ 127 w 148"/>
                  <a:gd name="T45" fmla="*/ 367 h 374"/>
                  <a:gd name="T46" fmla="*/ 136 w 148"/>
                  <a:gd name="T47" fmla="*/ 367 h 374"/>
                  <a:gd name="T48" fmla="*/ 147 w 148"/>
                  <a:gd name="T49" fmla="*/ 356 h 374"/>
                  <a:gd name="T50" fmla="*/ 119 w 148"/>
                  <a:gd name="T51" fmla="*/ 295 h 374"/>
                  <a:gd name="T52" fmla="*/ 133 w 148"/>
                  <a:gd name="T53" fmla="*/ 166 h 374"/>
                  <a:gd name="T54" fmla="*/ 139 w 148"/>
                  <a:gd name="T55" fmla="*/ 105 h 374"/>
                  <a:gd name="T56" fmla="*/ 139 w 148"/>
                  <a:gd name="T57" fmla="*/ 2 h 374"/>
                  <a:gd name="T58" fmla="*/ 33 w 148"/>
                  <a:gd name="T59" fmla="*/ 0 h 37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8"/>
                  <a:gd name="T91" fmla="*/ 0 h 374"/>
                  <a:gd name="T92" fmla="*/ 148 w 148"/>
                  <a:gd name="T93" fmla="*/ 374 h 37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8" h="374">
                    <a:moveTo>
                      <a:pt x="33" y="0"/>
                    </a:moveTo>
                    <a:lnTo>
                      <a:pt x="30" y="44"/>
                    </a:lnTo>
                    <a:lnTo>
                      <a:pt x="27" y="94"/>
                    </a:lnTo>
                    <a:lnTo>
                      <a:pt x="27" y="144"/>
                    </a:lnTo>
                    <a:lnTo>
                      <a:pt x="30" y="189"/>
                    </a:lnTo>
                    <a:lnTo>
                      <a:pt x="31" y="226"/>
                    </a:lnTo>
                    <a:lnTo>
                      <a:pt x="31" y="273"/>
                    </a:lnTo>
                    <a:lnTo>
                      <a:pt x="28" y="293"/>
                    </a:lnTo>
                    <a:lnTo>
                      <a:pt x="7" y="351"/>
                    </a:lnTo>
                    <a:lnTo>
                      <a:pt x="0" y="372"/>
                    </a:lnTo>
                    <a:lnTo>
                      <a:pt x="32" y="373"/>
                    </a:lnTo>
                    <a:lnTo>
                      <a:pt x="46" y="347"/>
                    </a:lnTo>
                    <a:lnTo>
                      <a:pt x="55" y="318"/>
                    </a:lnTo>
                    <a:lnTo>
                      <a:pt x="61" y="271"/>
                    </a:lnTo>
                    <a:lnTo>
                      <a:pt x="80" y="144"/>
                    </a:lnTo>
                    <a:lnTo>
                      <a:pt x="86" y="108"/>
                    </a:lnTo>
                    <a:lnTo>
                      <a:pt x="81" y="176"/>
                    </a:lnTo>
                    <a:lnTo>
                      <a:pt x="87" y="219"/>
                    </a:lnTo>
                    <a:lnTo>
                      <a:pt x="89" y="259"/>
                    </a:lnTo>
                    <a:lnTo>
                      <a:pt x="85" y="295"/>
                    </a:lnTo>
                    <a:lnTo>
                      <a:pt x="88" y="312"/>
                    </a:lnTo>
                    <a:lnTo>
                      <a:pt x="108" y="367"/>
                    </a:lnTo>
                    <a:lnTo>
                      <a:pt x="127" y="367"/>
                    </a:lnTo>
                    <a:lnTo>
                      <a:pt x="136" y="367"/>
                    </a:lnTo>
                    <a:lnTo>
                      <a:pt x="147" y="356"/>
                    </a:lnTo>
                    <a:lnTo>
                      <a:pt x="119" y="295"/>
                    </a:lnTo>
                    <a:lnTo>
                      <a:pt x="133" y="166"/>
                    </a:lnTo>
                    <a:lnTo>
                      <a:pt x="139" y="105"/>
                    </a:lnTo>
                    <a:lnTo>
                      <a:pt x="139" y="2"/>
                    </a:lnTo>
                    <a:lnTo>
                      <a:pt x="33" y="0"/>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60628" name="Group 15"/>
              <p:cNvGrpSpPr/>
              <p:nvPr/>
            </p:nvGrpSpPr>
            <p:grpSpPr bwMode="auto">
              <a:xfrm>
                <a:off x="2394" y="2179"/>
                <a:ext cx="277" cy="373"/>
                <a:chOff x="2394" y="2179"/>
                <a:chExt cx="277" cy="373"/>
              </a:xfrm>
            </p:grpSpPr>
            <p:sp>
              <p:nvSpPr>
                <p:cNvPr id="60633" name="Freeform 16"/>
                <p:cNvSpPr/>
                <p:nvPr/>
              </p:nvSpPr>
              <p:spPr bwMode="auto">
                <a:xfrm>
                  <a:off x="2394" y="2189"/>
                  <a:ext cx="72" cy="363"/>
                </a:xfrm>
                <a:custGeom>
                  <a:avLst/>
                  <a:gdLst>
                    <a:gd name="T0" fmla="*/ 4 w 72"/>
                    <a:gd name="T1" fmla="*/ 0 h 363"/>
                    <a:gd name="T2" fmla="*/ 0 w 72"/>
                    <a:gd name="T3" fmla="*/ 82 h 363"/>
                    <a:gd name="T4" fmla="*/ 12 w 72"/>
                    <a:gd name="T5" fmla="*/ 194 h 363"/>
                    <a:gd name="T6" fmla="*/ 21 w 72"/>
                    <a:gd name="T7" fmla="*/ 292 h 363"/>
                    <a:gd name="T8" fmla="*/ 39 w 72"/>
                    <a:gd name="T9" fmla="*/ 351 h 363"/>
                    <a:gd name="T10" fmla="*/ 47 w 72"/>
                    <a:gd name="T11" fmla="*/ 362 h 363"/>
                    <a:gd name="T12" fmla="*/ 52 w 72"/>
                    <a:gd name="T13" fmla="*/ 345 h 363"/>
                    <a:gd name="T14" fmla="*/ 55 w 72"/>
                    <a:gd name="T15" fmla="*/ 304 h 363"/>
                    <a:gd name="T16" fmla="*/ 71 w 72"/>
                    <a:gd name="T17" fmla="*/ 293 h 363"/>
                    <a:gd name="T18" fmla="*/ 50 w 72"/>
                    <a:gd name="T19" fmla="*/ 259 h 363"/>
                    <a:gd name="T20" fmla="*/ 36 w 72"/>
                    <a:gd name="T21" fmla="*/ 240 h 363"/>
                    <a:gd name="T22" fmla="*/ 37 w 72"/>
                    <a:gd name="T23" fmla="*/ 74 h 363"/>
                    <a:gd name="T24" fmla="*/ 44 w 72"/>
                    <a:gd name="T25" fmla="*/ 6 h 363"/>
                    <a:gd name="T26" fmla="*/ 4 w 72"/>
                    <a:gd name="T27" fmla="*/ 0 h 36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2"/>
                    <a:gd name="T43" fmla="*/ 0 h 363"/>
                    <a:gd name="T44" fmla="*/ 72 w 72"/>
                    <a:gd name="T45" fmla="*/ 363 h 36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2" h="363">
                      <a:moveTo>
                        <a:pt x="4" y="0"/>
                      </a:moveTo>
                      <a:lnTo>
                        <a:pt x="0" y="82"/>
                      </a:lnTo>
                      <a:lnTo>
                        <a:pt x="12" y="194"/>
                      </a:lnTo>
                      <a:lnTo>
                        <a:pt x="21" y="292"/>
                      </a:lnTo>
                      <a:lnTo>
                        <a:pt x="39" y="351"/>
                      </a:lnTo>
                      <a:lnTo>
                        <a:pt x="47" y="362"/>
                      </a:lnTo>
                      <a:lnTo>
                        <a:pt x="52" y="345"/>
                      </a:lnTo>
                      <a:lnTo>
                        <a:pt x="55" y="304"/>
                      </a:lnTo>
                      <a:lnTo>
                        <a:pt x="71" y="293"/>
                      </a:lnTo>
                      <a:lnTo>
                        <a:pt x="50" y="259"/>
                      </a:lnTo>
                      <a:lnTo>
                        <a:pt x="36" y="240"/>
                      </a:lnTo>
                      <a:lnTo>
                        <a:pt x="37" y="74"/>
                      </a:lnTo>
                      <a:lnTo>
                        <a:pt x="44" y="6"/>
                      </a:lnTo>
                      <a:lnTo>
                        <a:pt x="4" y="0"/>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634" name="Freeform 17"/>
                <p:cNvSpPr/>
                <p:nvPr/>
              </p:nvSpPr>
              <p:spPr bwMode="auto">
                <a:xfrm>
                  <a:off x="2608" y="2179"/>
                  <a:ext cx="63" cy="338"/>
                </a:xfrm>
                <a:custGeom>
                  <a:avLst/>
                  <a:gdLst>
                    <a:gd name="T0" fmla="*/ 18 w 63"/>
                    <a:gd name="T1" fmla="*/ 9 h 338"/>
                    <a:gd name="T2" fmla="*/ 27 w 63"/>
                    <a:gd name="T3" fmla="*/ 70 h 338"/>
                    <a:gd name="T4" fmla="*/ 26 w 63"/>
                    <a:gd name="T5" fmla="*/ 214 h 338"/>
                    <a:gd name="T6" fmla="*/ 0 w 63"/>
                    <a:gd name="T7" fmla="*/ 274 h 338"/>
                    <a:gd name="T8" fmla="*/ 6 w 63"/>
                    <a:gd name="T9" fmla="*/ 280 h 338"/>
                    <a:gd name="T10" fmla="*/ 0 w 63"/>
                    <a:gd name="T11" fmla="*/ 311 h 338"/>
                    <a:gd name="T12" fmla="*/ 5 w 63"/>
                    <a:gd name="T13" fmla="*/ 337 h 338"/>
                    <a:gd name="T14" fmla="*/ 26 w 63"/>
                    <a:gd name="T15" fmla="*/ 296 h 338"/>
                    <a:gd name="T16" fmla="*/ 44 w 63"/>
                    <a:gd name="T17" fmla="*/ 221 h 338"/>
                    <a:gd name="T18" fmla="*/ 62 w 63"/>
                    <a:gd name="T19" fmla="*/ 56 h 338"/>
                    <a:gd name="T20" fmla="*/ 54 w 63"/>
                    <a:gd name="T21" fmla="*/ 0 h 338"/>
                    <a:gd name="T22" fmla="*/ 18 w 63"/>
                    <a:gd name="T23" fmla="*/ 9 h 3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
                    <a:gd name="T37" fmla="*/ 0 h 338"/>
                    <a:gd name="T38" fmla="*/ 63 w 63"/>
                    <a:gd name="T39" fmla="*/ 338 h 3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 h="338">
                      <a:moveTo>
                        <a:pt x="18" y="9"/>
                      </a:moveTo>
                      <a:lnTo>
                        <a:pt x="27" y="70"/>
                      </a:lnTo>
                      <a:lnTo>
                        <a:pt x="26" y="214"/>
                      </a:lnTo>
                      <a:lnTo>
                        <a:pt x="0" y="274"/>
                      </a:lnTo>
                      <a:lnTo>
                        <a:pt x="6" y="280"/>
                      </a:lnTo>
                      <a:lnTo>
                        <a:pt x="0" y="311"/>
                      </a:lnTo>
                      <a:lnTo>
                        <a:pt x="5" y="337"/>
                      </a:lnTo>
                      <a:lnTo>
                        <a:pt x="26" y="296"/>
                      </a:lnTo>
                      <a:lnTo>
                        <a:pt x="44" y="221"/>
                      </a:lnTo>
                      <a:lnTo>
                        <a:pt x="62" y="56"/>
                      </a:lnTo>
                      <a:lnTo>
                        <a:pt x="54" y="0"/>
                      </a:lnTo>
                      <a:lnTo>
                        <a:pt x="18" y="9"/>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nvGrpSpPr>
              <p:cNvPr id="60629" name="Group 18"/>
              <p:cNvGrpSpPr/>
              <p:nvPr/>
            </p:nvGrpSpPr>
            <p:grpSpPr bwMode="auto">
              <a:xfrm>
                <a:off x="2442" y="2952"/>
                <a:ext cx="165" cy="110"/>
                <a:chOff x="2442" y="2952"/>
                <a:chExt cx="165" cy="110"/>
              </a:xfrm>
            </p:grpSpPr>
            <p:sp>
              <p:nvSpPr>
                <p:cNvPr id="60631" name="Freeform 19"/>
                <p:cNvSpPr/>
                <p:nvPr/>
              </p:nvSpPr>
              <p:spPr bwMode="auto">
                <a:xfrm>
                  <a:off x="2442" y="2962"/>
                  <a:ext cx="62" cy="100"/>
                </a:xfrm>
                <a:custGeom>
                  <a:avLst/>
                  <a:gdLst>
                    <a:gd name="T0" fmla="*/ 11 w 62"/>
                    <a:gd name="T1" fmla="*/ 49 h 100"/>
                    <a:gd name="T2" fmla="*/ 3 w 62"/>
                    <a:gd name="T3" fmla="*/ 64 h 100"/>
                    <a:gd name="T4" fmla="*/ 0 w 62"/>
                    <a:gd name="T5" fmla="*/ 76 h 100"/>
                    <a:gd name="T6" fmla="*/ 0 w 62"/>
                    <a:gd name="T7" fmla="*/ 85 h 100"/>
                    <a:gd name="T8" fmla="*/ 2 w 62"/>
                    <a:gd name="T9" fmla="*/ 91 h 100"/>
                    <a:gd name="T10" fmla="*/ 6 w 62"/>
                    <a:gd name="T11" fmla="*/ 96 h 100"/>
                    <a:gd name="T12" fmla="*/ 14 w 62"/>
                    <a:gd name="T13" fmla="*/ 99 h 100"/>
                    <a:gd name="T14" fmla="*/ 24 w 62"/>
                    <a:gd name="T15" fmla="*/ 98 h 100"/>
                    <a:gd name="T16" fmla="*/ 35 w 62"/>
                    <a:gd name="T17" fmla="*/ 94 h 100"/>
                    <a:gd name="T18" fmla="*/ 43 w 62"/>
                    <a:gd name="T19" fmla="*/ 84 h 100"/>
                    <a:gd name="T20" fmla="*/ 50 w 62"/>
                    <a:gd name="T21" fmla="*/ 70 h 100"/>
                    <a:gd name="T22" fmla="*/ 54 w 62"/>
                    <a:gd name="T23" fmla="*/ 44 h 100"/>
                    <a:gd name="T24" fmla="*/ 61 w 62"/>
                    <a:gd name="T25" fmla="*/ 17 h 100"/>
                    <a:gd name="T26" fmla="*/ 60 w 62"/>
                    <a:gd name="T27" fmla="*/ 0 h 100"/>
                    <a:gd name="T28" fmla="*/ 48 w 62"/>
                    <a:gd name="T29" fmla="*/ 38 h 100"/>
                    <a:gd name="T30" fmla="*/ 37 w 62"/>
                    <a:gd name="T31" fmla="*/ 62 h 100"/>
                    <a:gd name="T32" fmla="*/ 22 w 62"/>
                    <a:gd name="T33" fmla="*/ 62 h 100"/>
                    <a:gd name="T34" fmla="*/ 9 w 62"/>
                    <a:gd name="T35" fmla="*/ 61 h 100"/>
                    <a:gd name="T36" fmla="*/ 11 w 62"/>
                    <a:gd name="T37" fmla="*/ 49 h 10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2"/>
                    <a:gd name="T58" fmla="*/ 0 h 100"/>
                    <a:gd name="T59" fmla="*/ 62 w 62"/>
                    <a:gd name="T60" fmla="*/ 100 h 10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2" h="100">
                      <a:moveTo>
                        <a:pt x="11" y="49"/>
                      </a:moveTo>
                      <a:lnTo>
                        <a:pt x="3" y="64"/>
                      </a:lnTo>
                      <a:lnTo>
                        <a:pt x="0" y="76"/>
                      </a:lnTo>
                      <a:lnTo>
                        <a:pt x="0" y="85"/>
                      </a:lnTo>
                      <a:lnTo>
                        <a:pt x="2" y="91"/>
                      </a:lnTo>
                      <a:lnTo>
                        <a:pt x="6" y="96"/>
                      </a:lnTo>
                      <a:lnTo>
                        <a:pt x="14" y="99"/>
                      </a:lnTo>
                      <a:lnTo>
                        <a:pt x="24" y="98"/>
                      </a:lnTo>
                      <a:lnTo>
                        <a:pt x="35" y="94"/>
                      </a:lnTo>
                      <a:lnTo>
                        <a:pt x="43" y="84"/>
                      </a:lnTo>
                      <a:lnTo>
                        <a:pt x="50" y="70"/>
                      </a:lnTo>
                      <a:lnTo>
                        <a:pt x="54" y="44"/>
                      </a:lnTo>
                      <a:lnTo>
                        <a:pt x="61" y="17"/>
                      </a:lnTo>
                      <a:lnTo>
                        <a:pt x="60" y="0"/>
                      </a:lnTo>
                      <a:lnTo>
                        <a:pt x="48" y="38"/>
                      </a:lnTo>
                      <a:lnTo>
                        <a:pt x="37" y="62"/>
                      </a:lnTo>
                      <a:lnTo>
                        <a:pt x="22" y="62"/>
                      </a:lnTo>
                      <a:lnTo>
                        <a:pt x="9" y="61"/>
                      </a:lnTo>
                      <a:lnTo>
                        <a:pt x="11" y="49"/>
                      </a:lnTo>
                    </a:path>
                  </a:pathLst>
                </a:custGeom>
                <a:solidFill>
                  <a:srgbClr val="FF2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632" name="Freeform 20"/>
                <p:cNvSpPr/>
                <p:nvPr/>
              </p:nvSpPr>
              <p:spPr bwMode="auto">
                <a:xfrm>
                  <a:off x="2536" y="2952"/>
                  <a:ext cx="71" cy="109"/>
                </a:xfrm>
                <a:custGeom>
                  <a:avLst/>
                  <a:gdLst>
                    <a:gd name="T0" fmla="*/ 1 w 71"/>
                    <a:gd name="T1" fmla="*/ 0 h 109"/>
                    <a:gd name="T2" fmla="*/ 0 w 71"/>
                    <a:gd name="T3" fmla="*/ 11 h 109"/>
                    <a:gd name="T4" fmla="*/ 9 w 71"/>
                    <a:gd name="T5" fmla="*/ 38 h 109"/>
                    <a:gd name="T6" fmla="*/ 15 w 71"/>
                    <a:gd name="T7" fmla="*/ 61 h 109"/>
                    <a:gd name="T8" fmla="*/ 22 w 71"/>
                    <a:gd name="T9" fmla="*/ 82 h 109"/>
                    <a:gd name="T10" fmla="*/ 29 w 71"/>
                    <a:gd name="T11" fmla="*/ 94 h 109"/>
                    <a:gd name="T12" fmla="*/ 36 w 71"/>
                    <a:gd name="T13" fmla="*/ 103 h 109"/>
                    <a:gd name="T14" fmla="*/ 46 w 71"/>
                    <a:gd name="T15" fmla="*/ 106 h 109"/>
                    <a:gd name="T16" fmla="*/ 57 w 71"/>
                    <a:gd name="T17" fmla="*/ 108 h 109"/>
                    <a:gd name="T18" fmla="*/ 62 w 71"/>
                    <a:gd name="T19" fmla="*/ 104 h 109"/>
                    <a:gd name="T20" fmla="*/ 67 w 71"/>
                    <a:gd name="T21" fmla="*/ 102 h 109"/>
                    <a:gd name="T22" fmla="*/ 70 w 71"/>
                    <a:gd name="T23" fmla="*/ 91 h 109"/>
                    <a:gd name="T24" fmla="*/ 68 w 71"/>
                    <a:gd name="T25" fmla="*/ 77 h 109"/>
                    <a:gd name="T26" fmla="*/ 62 w 71"/>
                    <a:gd name="T27" fmla="*/ 60 h 109"/>
                    <a:gd name="T28" fmla="*/ 58 w 71"/>
                    <a:gd name="T29" fmla="*/ 51 h 109"/>
                    <a:gd name="T30" fmla="*/ 56 w 71"/>
                    <a:gd name="T31" fmla="*/ 59 h 109"/>
                    <a:gd name="T32" fmla="*/ 53 w 71"/>
                    <a:gd name="T33" fmla="*/ 62 h 109"/>
                    <a:gd name="T34" fmla="*/ 44 w 71"/>
                    <a:gd name="T35" fmla="*/ 65 h 109"/>
                    <a:gd name="T36" fmla="*/ 37 w 71"/>
                    <a:gd name="T37" fmla="*/ 66 h 109"/>
                    <a:gd name="T38" fmla="*/ 23 w 71"/>
                    <a:gd name="T39" fmla="*/ 63 h 109"/>
                    <a:gd name="T40" fmla="*/ 9 w 71"/>
                    <a:gd name="T41" fmla="*/ 21 h 109"/>
                    <a:gd name="T42" fmla="*/ 1 w 71"/>
                    <a:gd name="T43" fmla="*/ 0 h 10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1"/>
                    <a:gd name="T67" fmla="*/ 0 h 109"/>
                    <a:gd name="T68" fmla="*/ 71 w 71"/>
                    <a:gd name="T69" fmla="*/ 109 h 10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1" h="109">
                      <a:moveTo>
                        <a:pt x="1" y="0"/>
                      </a:moveTo>
                      <a:lnTo>
                        <a:pt x="0" y="11"/>
                      </a:lnTo>
                      <a:lnTo>
                        <a:pt x="9" y="38"/>
                      </a:lnTo>
                      <a:lnTo>
                        <a:pt x="15" y="61"/>
                      </a:lnTo>
                      <a:lnTo>
                        <a:pt x="22" y="82"/>
                      </a:lnTo>
                      <a:lnTo>
                        <a:pt x="29" y="94"/>
                      </a:lnTo>
                      <a:lnTo>
                        <a:pt x="36" y="103"/>
                      </a:lnTo>
                      <a:lnTo>
                        <a:pt x="46" y="106"/>
                      </a:lnTo>
                      <a:lnTo>
                        <a:pt x="57" y="108"/>
                      </a:lnTo>
                      <a:lnTo>
                        <a:pt x="62" y="104"/>
                      </a:lnTo>
                      <a:lnTo>
                        <a:pt x="67" y="102"/>
                      </a:lnTo>
                      <a:lnTo>
                        <a:pt x="70" y="91"/>
                      </a:lnTo>
                      <a:lnTo>
                        <a:pt x="68" y="77"/>
                      </a:lnTo>
                      <a:lnTo>
                        <a:pt x="62" y="60"/>
                      </a:lnTo>
                      <a:lnTo>
                        <a:pt x="58" y="51"/>
                      </a:lnTo>
                      <a:lnTo>
                        <a:pt x="56" y="59"/>
                      </a:lnTo>
                      <a:lnTo>
                        <a:pt x="53" y="62"/>
                      </a:lnTo>
                      <a:lnTo>
                        <a:pt x="44" y="65"/>
                      </a:lnTo>
                      <a:lnTo>
                        <a:pt x="37" y="66"/>
                      </a:lnTo>
                      <a:lnTo>
                        <a:pt x="23" y="63"/>
                      </a:lnTo>
                      <a:lnTo>
                        <a:pt x="9" y="21"/>
                      </a:lnTo>
                      <a:lnTo>
                        <a:pt x="1" y="0"/>
                      </a:lnTo>
                    </a:path>
                  </a:pathLst>
                </a:custGeom>
                <a:solidFill>
                  <a:srgbClr val="FF2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
            <p:nvSpPr>
              <p:cNvPr id="60630" name="Freeform 21"/>
              <p:cNvSpPr/>
              <p:nvPr/>
            </p:nvSpPr>
            <p:spPr bwMode="auto">
              <a:xfrm>
                <a:off x="2390" y="1964"/>
                <a:ext cx="291" cy="723"/>
              </a:xfrm>
              <a:custGeom>
                <a:avLst/>
                <a:gdLst>
                  <a:gd name="T0" fmla="*/ 115 w 291"/>
                  <a:gd name="T1" fmla="*/ 0 h 723"/>
                  <a:gd name="T2" fmla="*/ 46 w 291"/>
                  <a:gd name="T3" fmla="*/ 38 h 723"/>
                  <a:gd name="T4" fmla="*/ 37 w 291"/>
                  <a:gd name="T5" fmla="*/ 50 h 723"/>
                  <a:gd name="T6" fmla="*/ 0 w 291"/>
                  <a:gd name="T7" fmla="*/ 227 h 723"/>
                  <a:gd name="T8" fmla="*/ 56 w 291"/>
                  <a:gd name="T9" fmla="*/ 234 h 723"/>
                  <a:gd name="T10" fmla="*/ 63 w 291"/>
                  <a:gd name="T11" fmla="*/ 189 h 723"/>
                  <a:gd name="T12" fmla="*/ 84 w 291"/>
                  <a:gd name="T13" fmla="*/ 284 h 723"/>
                  <a:gd name="T14" fmla="*/ 49 w 291"/>
                  <a:gd name="T15" fmla="*/ 405 h 723"/>
                  <a:gd name="T16" fmla="*/ 49 w 291"/>
                  <a:gd name="T17" fmla="*/ 493 h 723"/>
                  <a:gd name="T18" fmla="*/ 56 w 291"/>
                  <a:gd name="T19" fmla="*/ 555 h 723"/>
                  <a:gd name="T20" fmla="*/ 74 w 291"/>
                  <a:gd name="T21" fmla="*/ 644 h 723"/>
                  <a:gd name="T22" fmla="*/ 90 w 291"/>
                  <a:gd name="T23" fmla="*/ 712 h 723"/>
                  <a:gd name="T24" fmla="*/ 144 w 291"/>
                  <a:gd name="T25" fmla="*/ 722 h 723"/>
                  <a:gd name="T26" fmla="*/ 149 w 291"/>
                  <a:gd name="T27" fmla="*/ 711 h 723"/>
                  <a:gd name="T28" fmla="*/ 200 w 291"/>
                  <a:gd name="T29" fmla="*/ 709 h 723"/>
                  <a:gd name="T30" fmla="*/ 217 w 291"/>
                  <a:gd name="T31" fmla="*/ 624 h 723"/>
                  <a:gd name="T32" fmla="*/ 234 w 291"/>
                  <a:gd name="T33" fmla="*/ 514 h 723"/>
                  <a:gd name="T34" fmla="*/ 246 w 291"/>
                  <a:gd name="T35" fmla="*/ 401 h 723"/>
                  <a:gd name="T36" fmla="*/ 213 w 291"/>
                  <a:gd name="T37" fmla="*/ 274 h 723"/>
                  <a:gd name="T38" fmla="*/ 226 w 291"/>
                  <a:gd name="T39" fmla="*/ 203 h 723"/>
                  <a:gd name="T40" fmla="*/ 234 w 291"/>
                  <a:gd name="T41" fmla="*/ 229 h 723"/>
                  <a:gd name="T42" fmla="*/ 290 w 291"/>
                  <a:gd name="T43" fmla="*/ 214 h 723"/>
                  <a:gd name="T44" fmla="*/ 247 w 291"/>
                  <a:gd name="T45" fmla="*/ 48 h 723"/>
                  <a:gd name="T46" fmla="*/ 173 w 291"/>
                  <a:gd name="T47" fmla="*/ 0 h 723"/>
                  <a:gd name="T48" fmla="*/ 171 w 291"/>
                  <a:gd name="T49" fmla="*/ 6 h 723"/>
                  <a:gd name="T50" fmla="*/ 162 w 291"/>
                  <a:gd name="T51" fmla="*/ 12 h 723"/>
                  <a:gd name="T52" fmla="*/ 154 w 291"/>
                  <a:gd name="T53" fmla="*/ 14 h 723"/>
                  <a:gd name="T54" fmla="*/ 146 w 291"/>
                  <a:gd name="T55" fmla="*/ 14 h 723"/>
                  <a:gd name="T56" fmla="*/ 137 w 291"/>
                  <a:gd name="T57" fmla="*/ 13 h 723"/>
                  <a:gd name="T58" fmla="*/ 128 w 291"/>
                  <a:gd name="T59" fmla="*/ 11 h 723"/>
                  <a:gd name="T60" fmla="*/ 119 w 291"/>
                  <a:gd name="T61" fmla="*/ 6 h 723"/>
                  <a:gd name="T62" fmla="*/ 115 w 291"/>
                  <a:gd name="T63" fmla="*/ 0 h 72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91"/>
                  <a:gd name="T97" fmla="*/ 0 h 723"/>
                  <a:gd name="T98" fmla="*/ 291 w 291"/>
                  <a:gd name="T99" fmla="*/ 723 h 72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91" h="723">
                    <a:moveTo>
                      <a:pt x="115" y="0"/>
                    </a:moveTo>
                    <a:lnTo>
                      <a:pt x="46" y="38"/>
                    </a:lnTo>
                    <a:lnTo>
                      <a:pt x="37" y="50"/>
                    </a:lnTo>
                    <a:lnTo>
                      <a:pt x="0" y="227"/>
                    </a:lnTo>
                    <a:lnTo>
                      <a:pt x="56" y="234"/>
                    </a:lnTo>
                    <a:lnTo>
                      <a:pt x="63" y="189"/>
                    </a:lnTo>
                    <a:lnTo>
                      <a:pt x="84" y="284"/>
                    </a:lnTo>
                    <a:lnTo>
                      <a:pt x="49" y="405"/>
                    </a:lnTo>
                    <a:lnTo>
                      <a:pt x="49" y="493"/>
                    </a:lnTo>
                    <a:lnTo>
                      <a:pt x="56" y="555"/>
                    </a:lnTo>
                    <a:lnTo>
                      <a:pt x="74" y="644"/>
                    </a:lnTo>
                    <a:lnTo>
                      <a:pt x="90" y="712"/>
                    </a:lnTo>
                    <a:lnTo>
                      <a:pt x="144" y="722"/>
                    </a:lnTo>
                    <a:lnTo>
                      <a:pt x="149" y="711"/>
                    </a:lnTo>
                    <a:lnTo>
                      <a:pt x="200" y="709"/>
                    </a:lnTo>
                    <a:lnTo>
                      <a:pt x="217" y="624"/>
                    </a:lnTo>
                    <a:lnTo>
                      <a:pt x="234" y="514"/>
                    </a:lnTo>
                    <a:lnTo>
                      <a:pt x="246" y="401"/>
                    </a:lnTo>
                    <a:lnTo>
                      <a:pt x="213" y="274"/>
                    </a:lnTo>
                    <a:lnTo>
                      <a:pt x="226" y="203"/>
                    </a:lnTo>
                    <a:lnTo>
                      <a:pt x="234" y="229"/>
                    </a:lnTo>
                    <a:lnTo>
                      <a:pt x="290" y="214"/>
                    </a:lnTo>
                    <a:lnTo>
                      <a:pt x="247" y="48"/>
                    </a:lnTo>
                    <a:lnTo>
                      <a:pt x="173" y="0"/>
                    </a:lnTo>
                    <a:lnTo>
                      <a:pt x="171" y="6"/>
                    </a:lnTo>
                    <a:lnTo>
                      <a:pt x="162" y="12"/>
                    </a:lnTo>
                    <a:lnTo>
                      <a:pt x="154" y="14"/>
                    </a:lnTo>
                    <a:lnTo>
                      <a:pt x="146" y="14"/>
                    </a:lnTo>
                    <a:lnTo>
                      <a:pt x="137" y="13"/>
                    </a:lnTo>
                    <a:lnTo>
                      <a:pt x="128" y="11"/>
                    </a:lnTo>
                    <a:lnTo>
                      <a:pt x="119" y="6"/>
                    </a:lnTo>
                    <a:lnTo>
                      <a:pt x="115" y="0"/>
                    </a:lnTo>
                  </a:path>
                </a:pathLst>
              </a:custGeom>
              <a:solidFill>
                <a:srgbClr val="FF2040"/>
              </a:solidFill>
              <a:ln w="12700" cap="rnd">
                <a:solidFill>
                  <a:srgbClr val="FF2040"/>
                </a:solidFill>
                <a:round/>
              </a:ln>
            </p:spPr>
            <p:txBody>
              <a:bodyPr/>
              <a:p>
                <a:endParaRPr lang="zh-CN" altLang="en-US"/>
              </a:p>
            </p:txBody>
          </p:sp>
        </p:grpSp>
        <p:grpSp>
          <p:nvGrpSpPr>
            <p:cNvPr id="60425" name="Group 22"/>
            <p:cNvGrpSpPr/>
            <p:nvPr/>
          </p:nvGrpSpPr>
          <p:grpSpPr bwMode="auto">
            <a:xfrm>
              <a:off x="2583" y="1747"/>
              <a:ext cx="299" cy="1377"/>
              <a:chOff x="2583" y="1747"/>
              <a:chExt cx="299" cy="1377"/>
            </a:xfrm>
          </p:grpSpPr>
          <p:grpSp>
            <p:nvGrpSpPr>
              <p:cNvPr id="60603" name="Group 23"/>
              <p:cNvGrpSpPr/>
              <p:nvPr/>
            </p:nvGrpSpPr>
            <p:grpSpPr bwMode="auto">
              <a:xfrm>
                <a:off x="2649" y="1747"/>
                <a:ext cx="155" cy="328"/>
                <a:chOff x="2649" y="1747"/>
                <a:chExt cx="155" cy="328"/>
              </a:xfrm>
            </p:grpSpPr>
            <p:sp>
              <p:nvSpPr>
                <p:cNvPr id="60623" name="Freeform 24"/>
                <p:cNvSpPr/>
                <p:nvPr/>
              </p:nvSpPr>
              <p:spPr bwMode="auto">
                <a:xfrm>
                  <a:off x="2649" y="1747"/>
                  <a:ext cx="155" cy="252"/>
                </a:xfrm>
                <a:custGeom>
                  <a:avLst/>
                  <a:gdLst>
                    <a:gd name="T0" fmla="*/ 58 w 155"/>
                    <a:gd name="T1" fmla="*/ 4 h 252"/>
                    <a:gd name="T2" fmla="*/ 42 w 155"/>
                    <a:gd name="T3" fmla="*/ 12 h 252"/>
                    <a:gd name="T4" fmla="*/ 30 w 155"/>
                    <a:gd name="T5" fmla="*/ 23 h 252"/>
                    <a:gd name="T6" fmla="*/ 23 w 155"/>
                    <a:gd name="T7" fmla="*/ 36 h 252"/>
                    <a:gd name="T8" fmla="*/ 15 w 155"/>
                    <a:gd name="T9" fmla="*/ 61 h 252"/>
                    <a:gd name="T10" fmla="*/ 6 w 155"/>
                    <a:gd name="T11" fmla="*/ 98 h 252"/>
                    <a:gd name="T12" fmla="*/ 0 w 155"/>
                    <a:gd name="T13" fmla="*/ 131 h 252"/>
                    <a:gd name="T14" fmla="*/ 1 w 155"/>
                    <a:gd name="T15" fmla="*/ 146 h 252"/>
                    <a:gd name="T16" fmla="*/ 4 w 155"/>
                    <a:gd name="T17" fmla="*/ 159 h 252"/>
                    <a:gd name="T18" fmla="*/ 6 w 155"/>
                    <a:gd name="T19" fmla="*/ 180 h 252"/>
                    <a:gd name="T20" fmla="*/ 18 w 155"/>
                    <a:gd name="T21" fmla="*/ 251 h 252"/>
                    <a:gd name="T22" fmla="*/ 26 w 155"/>
                    <a:gd name="T23" fmla="*/ 236 h 252"/>
                    <a:gd name="T24" fmla="*/ 37 w 155"/>
                    <a:gd name="T25" fmla="*/ 235 h 252"/>
                    <a:gd name="T26" fmla="*/ 45 w 155"/>
                    <a:gd name="T27" fmla="*/ 231 h 252"/>
                    <a:gd name="T28" fmla="*/ 56 w 155"/>
                    <a:gd name="T29" fmla="*/ 222 h 252"/>
                    <a:gd name="T30" fmla="*/ 53 w 155"/>
                    <a:gd name="T31" fmla="*/ 184 h 252"/>
                    <a:gd name="T32" fmla="*/ 53 w 155"/>
                    <a:gd name="T33" fmla="*/ 172 h 252"/>
                    <a:gd name="T34" fmla="*/ 41 w 155"/>
                    <a:gd name="T35" fmla="*/ 147 h 252"/>
                    <a:gd name="T36" fmla="*/ 39 w 155"/>
                    <a:gd name="T37" fmla="*/ 106 h 252"/>
                    <a:gd name="T38" fmla="*/ 41 w 155"/>
                    <a:gd name="T39" fmla="*/ 71 h 252"/>
                    <a:gd name="T40" fmla="*/ 63 w 155"/>
                    <a:gd name="T41" fmla="*/ 48 h 252"/>
                    <a:gd name="T42" fmla="*/ 100 w 155"/>
                    <a:gd name="T43" fmla="*/ 44 h 252"/>
                    <a:gd name="T44" fmla="*/ 117 w 155"/>
                    <a:gd name="T45" fmla="*/ 67 h 252"/>
                    <a:gd name="T46" fmla="*/ 115 w 155"/>
                    <a:gd name="T47" fmla="*/ 143 h 252"/>
                    <a:gd name="T48" fmla="*/ 100 w 155"/>
                    <a:gd name="T49" fmla="*/ 173 h 252"/>
                    <a:gd name="T50" fmla="*/ 97 w 155"/>
                    <a:gd name="T51" fmla="*/ 222 h 252"/>
                    <a:gd name="T52" fmla="*/ 105 w 155"/>
                    <a:gd name="T53" fmla="*/ 214 h 252"/>
                    <a:gd name="T54" fmla="*/ 113 w 155"/>
                    <a:gd name="T55" fmla="*/ 223 h 252"/>
                    <a:gd name="T56" fmla="*/ 122 w 155"/>
                    <a:gd name="T57" fmla="*/ 228 h 252"/>
                    <a:gd name="T58" fmla="*/ 128 w 155"/>
                    <a:gd name="T59" fmla="*/ 233 h 252"/>
                    <a:gd name="T60" fmla="*/ 138 w 155"/>
                    <a:gd name="T61" fmla="*/ 239 h 252"/>
                    <a:gd name="T62" fmla="*/ 147 w 155"/>
                    <a:gd name="T63" fmla="*/ 188 h 252"/>
                    <a:gd name="T64" fmla="*/ 150 w 155"/>
                    <a:gd name="T65" fmla="*/ 157 h 252"/>
                    <a:gd name="T66" fmla="*/ 153 w 155"/>
                    <a:gd name="T67" fmla="*/ 136 h 252"/>
                    <a:gd name="T68" fmla="*/ 154 w 155"/>
                    <a:gd name="T69" fmla="*/ 123 h 252"/>
                    <a:gd name="T70" fmla="*/ 153 w 155"/>
                    <a:gd name="T71" fmla="*/ 106 h 252"/>
                    <a:gd name="T72" fmla="*/ 150 w 155"/>
                    <a:gd name="T73" fmla="*/ 94 h 252"/>
                    <a:gd name="T74" fmla="*/ 147 w 155"/>
                    <a:gd name="T75" fmla="*/ 82 h 252"/>
                    <a:gd name="T76" fmla="*/ 144 w 155"/>
                    <a:gd name="T77" fmla="*/ 70 h 252"/>
                    <a:gd name="T78" fmla="*/ 144 w 155"/>
                    <a:gd name="T79" fmla="*/ 60 h 252"/>
                    <a:gd name="T80" fmla="*/ 141 w 155"/>
                    <a:gd name="T81" fmla="*/ 47 h 252"/>
                    <a:gd name="T82" fmla="*/ 136 w 155"/>
                    <a:gd name="T83" fmla="*/ 31 h 252"/>
                    <a:gd name="T84" fmla="*/ 125 w 155"/>
                    <a:gd name="T85" fmla="*/ 16 h 252"/>
                    <a:gd name="T86" fmla="*/ 111 w 155"/>
                    <a:gd name="T87" fmla="*/ 5 h 252"/>
                    <a:gd name="T88" fmla="*/ 95 w 155"/>
                    <a:gd name="T89" fmla="*/ 1 h 252"/>
                    <a:gd name="T90" fmla="*/ 79 w 155"/>
                    <a:gd name="T91" fmla="*/ 0 h 252"/>
                    <a:gd name="T92" fmla="*/ 58 w 155"/>
                    <a:gd name="T93" fmla="*/ 4 h 25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55"/>
                    <a:gd name="T142" fmla="*/ 0 h 252"/>
                    <a:gd name="T143" fmla="*/ 155 w 155"/>
                    <a:gd name="T144" fmla="*/ 252 h 25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55" h="252">
                      <a:moveTo>
                        <a:pt x="58" y="4"/>
                      </a:moveTo>
                      <a:lnTo>
                        <a:pt x="42" y="12"/>
                      </a:lnTo>
                      <a:lnTo>
                        <a:pt x="30" y="23"/>
                      </a:lnTo>
                      <a:lnTo>
                        <a:pt x="23" y="36"/>
                      </a:lnTo>
                      <a:lnTo>
                        <a:pt x="15" y="61"/>
                      </a:lnTo>
                      <a:lnTo>
                        <a:pt x="6" y="98"/>
                      </a:lnTo>
                      <a:lnTo>
                        <a:pt x="0" y="131"/>
                      </a:lnTo>
                      <a:lnTo>
                        <a:pt x="1" y="146"/>
                      </a:lnTo>
                      <a:lnTo>
                        <a:pt x="4" y="159"/>
                      </a:lnTo>
                      <a:lnTo>
                        <a:pt x="6" y="180"/>
                      </a:lnTo>
                      <a:lnTo>
                        <a:pt x="18" y="251"/>
                      </a:lnTo>
                      <a:lnTo>
                        <a:pt x="26" y="236"/>
                      </a:lnTo>
                      <a:lnTo>
                        <a:pt x="37" y="235"/>
                      </a:lnTo>
                      <a:lnTo>
                        <a:pt x="45" y="231"/>
                      </a:lnTo>
                      <a:lnTo>
                        <a:pt x="56" y="222"/>
                      </a:lnTo>
                      <a:lnTo>
                        <a:pt x="53" y="184"/>
                      </a:lnTo>
                      <a:lnTo>
                        <a:pt x="53" y="172"/>
                      </a:lnTo>
                      <a:lnTo>
                        <a:pt x="41" y="147"/>
                      </a:lnTo>
                      <a:lnTo>
                        <a:pt x="39" y="106"/>
                      </a:lnTo>
                      <a:lnTo>
                        <a:pt x="41" y="71"/>
                      </a:lnTo>
                      <a:lnTo>
                        <a:pt x="63" y="48"/>
                      </a:lnTo>
                      <a:lnTo>
                        <a:pt x="100" y="44"/>
                      </a:lnTo>
                      <a:lnTo>
                        <a:pt x="117" y="67"/>
                      </a:lnTo>
                      <a:lnTo>
                        <a:pt x="115" y="143"/>
                      </a:lnTo>
                      <a:lnTo>
                        <a:pt x="100" y="173"/>
                      </a:lnTo>
                      <a:lnTo>
                        <a:pt x="97" y="222"/>
                      </a:lnTo>
                      <a:lnTo>
                        <a:pt x="105" y="214"/>
                      </a:lnTo>
                      <a:lnTo>
                        <a:pt x="113" y="223"/>
                      </a:lnTo>
                      <a:lnTo>
                        <a:pt x="122" y="228"/>
                      </a:lnTo>
                      <a:lnTo>
                        <a:pt x="128" y="233"/>
                      </a:lnTo>
                      <a:lnTo>
                        <a:pt x="138" y="239"/>
                      </a:lnTo>
                      <a:lnTo>
                        <a:pt x="147" y="188"/>
                      </a:lnTo>
                      <a:lnTo>
                        <a:pt x="150" y="157"/>
                      </a:lnTo>
                      <a:lnTo>
                        <a:pt x="153" y="136"/>
                      </a:lnTo>
                      <a:lnTo>
                        <a:pt x="154" y="123"/>
                      </a:lnTo>
                      <a:lnTo>
                        <a:pt x="153" y="106"/>
                      </a:lnTo>
                      <a:lnTo>
                        <a:pt x="150" y="94"/>
                      </a:lnTo>
                      <a:lnTo>
                        <a:pt x="147" y="82"/>
                      </a:lnTo>
                      <a:lnTo>
                        <a:pt x="144" y="70"/>
                      </a:lnTo>
                      <a:lnTo>
                        <a:pt x="144" y="60"/>
                      </a:lnTo>
                      <a:lnTo>
                        <a:pt x="141" y="47"/>
                      </a:lnTo>
                      <a:lnTo>
                        <a:pt x="136" y="31"/>
                      </a:lnTo>
                      <a:lnTo>
                        <a:pt x="125" y="16"/>
                      </a:lnTo>
                      <a:lnTo>
                        <a:pt x="111" y="5"/>
                      </a:lnTo>
                      <a:lnTo>
                        <a:pt x="95" y="1"/>
                      </a:lnTo>
                      <a:lnTo>
                        <a:pt x="79" y="0"/>
                      </a:lnTo>
                      <a:lnTo>
                        <a:pt x="58" y="4"/>
                      </a:lnTo>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624" name="Freeform 25"/>
                <p:cNvSpPr/>
                <p:nvPr/>
              </p:nvSpPr>
              <p:spPr bwMode="auto">
                <a:xfrm>
                  <a:off x="2666" y="1787"/>
                  <a:ext cx="126" cy="288"/>
                </a:xfrm>
                <a:custGeom>
                  <a:avLst/>
                  <a:gdLst>
                    <a:gd name="T0" fmla="*/ 46 w 126"/>
                    <a:gd name="T1" fmla="*/ 4 h 288"/>
                    <a:gd name="T2" fmla="*/ 36 w 126"/>
                    <a:gd name="T3" fmla="*/ 9 h 288"/>
                    <a:gd name="T4" fmla="*/ 27 w 126"/>
                    <a:gd name="T5" fmla="*/ 19 h 288"/>
                    <a:gd name="T6" fmla="*/ 23 w 126"/>
                    <a:gd name="T7" fmla="*/ 31 h 288"/>
                    <a:gd name="T8" fmla="*/ 21 w 126"/>
                    <a:gd name="T9" fmla="*/ 45 h 288"/>
                    <a:gd name="T10" fmla="*/ 19 w 126"/>
                    <a:gd name="T11" fmla="*/ 66 h 288"/>
                    <a:gd name="T12" fmla="*/ 23 w 126"/>
                    <a:gd name="T13" fmla="*/ 103 h 288"/>
                    <a:gd name="T14" fmla="*/ 26 w 126"/>
                    <a:gd name="T15" fmla="*/ 116 h 288"/>
                    <a:gd name="T16" fmla="*/ 36 w 126"/>
                    <a:gd name="T17" fmla="*/ 134 h 288"/>
                    <a:gd name="T18" fmla="*/ 36 w 126"/>
                    <a:gd name="T19" fmla="*/ 178 h 288"/>
                    <a:gd name="T20" fmla="*/ 0 w 126"/>
                    <a:gd name="T21" fmla="*/ 202 h 288"/>
                    <a:gd name="T22" fmla="*/ 65 w 126"/>
                    <a:gd name="T23" fmla="*/ 287 h 288"/>
                    <a:gd name="T24" fmla="*/ 125 w 126"/>
                    <a:gd name="T25" fmla="*/ 197 h 288"/>
                    <a:gd name="T26" fmla="*/ 82 w 126"/>
                    <a:gd name="T27" fmla="*/ 169 h 288"/>
                    <a:gd name="T28" fmla="*/ 82 w 126"/>
                    <a:gd name="T29" fmla="*/ 135 h 288"/>
                    <a:gd name="T30" fmla="*/ 95 w 126"/>
                    <a:gd name="T31" fmla="*/ 115 h 288"/>
                    <a:gd name="T32" fmla="*/ 99 w 126"/>
                    <a:gd name="T33" fmla="*/ 104 h 288"/>
                    <a:gd name="T34" fmla="*/ 101 w 126"/>
                    <a:gd name="T35" fmla="*/ 69 h 288"/>
                    <a:gd name="T36" fmla="*/ 102 w 126"/>
                    <a:gd name="T37" fmla="*/ 49 h 288"/>
                    <a:gd name="T38" fmla="*/ 102 w 126"/>
                    <a:gd name="T39" fmla="*/ 35 h 288"/>
                    <a:gd name="T40" fmla="*/ 98 w 126"/>
                    <a:gd name="T41" fmla="*/ 22 h 288"/>
                    <a:gd name="T42" fmla="*/ 91 w 126"/>
                    <a:gd name="T43" fmla="*/ 11 h 288"/>
                    <a:gd name="T44" fmla="*/ 82 w 126"/>
                    <a:gd name="T45" fmla="*/ 5 h 288"/>
                    <a:gd name="T46" fmla="*/ 70 w 126"/>
                    <a:gd name="T47" fmla="*/ 0 h 288"/>
                    <a:gd name="T48" fmla="*/ 57 w 126"/>
                    <a:gd name="T49" fmla="*/ 0 h 288"/>
                    <a:gd name="T50" fmla="*/ 46 w 126"/>
                    <a:gd name="T51" fmla="*/ 4 h 28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6"/>
                    <a:gd name="T79" fmla="*/ 0 h 288"/>
                    <a:gd name="T80" fmla="*/ 126 w 126"/>
                    <a:gd name="T81" fmla="*/ 288 h 28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6" h="288">
                      <a:moveTo>
                        <a:pt x="46" y="4"/>
                      </a:moveTo>
                      <a:lnTo>
                        <a:pt x="36" y="9"/>
                      </a:lnTo>
                      <a:lnTo>
                        <a:pt x="27" y="19"/>
                      </a:lnTo>
                      <a:lnTo>
                        <a:pt x="23" y="31"/>
                      </a:lnTo>
                      <a:lnTo>
                        <a:pt x="21" y="45"/>
                      </a:lnTo>
                      <a:lnTo>
                        <a:pt x="19" y="66"/>
                      </a:lnTo>
                      <a:lnTo>
                        <a:pt x="23" y="103"/>
                      </a:lnTo>
                      <a:lnTo>
                        <a:pt x="26" y="116"/>
                      </a:lnTo>
                      <a:lnTo>
                        <a:pt x="36" y="134"/>
                      </a:lnTo>
                      <a:lnTo>
                        <a:pt x="36" y="178"/>
                      </a:lnTo>
                      <a:lnTo>
                        <a:pt x="0" y="202"/>
                      </a:lnTo>
                      <a:lnTo>
                        <a:pt x="65" y="287"/>
                      </a:lnTo>
                      <a:lnTo>
                        <a:pt x="125" y="197"/>
                      </a:lnTo>
                      <a:lnTo>
                        <a:pt x="82" y="169"/>
                      </a:lnTo>
                      <a:lnTo>
                        <a:pt x="82" y="135"/>
                      </a:lnTo>
                      <a:lnTo>
                        <a:pt x="95" y="115"/>
                      </a:lnTo>
                      <a:lnTo>
                        <a:pt x="99" y="104"/>
                      </a:lnTo>
                      <a:lnTo>
                        <a:pt x="101" y="69"/>
                      </a:lnTo>
                      <a:lnTo>
                        <a:pt x="102" y="49"/>
                      </a:lnTo>
                      <a:lnTo>
                        <a:pt x="102" y="35"/>
                      </a:lnTo>
                      <a:lnTo>
                        <a:pt x="98" y="22"/>
                      </a:lnTo>
                      <a:lnTo>
                        <a:pt x="91" y="11"/>
                      </a:lnTo>
                      <a:lnTo>
                        <a:pt x="82" y="5"/>
                      </a:lnTo>
                      <a:lnTo>
                        <a:pt x="70" y="0"/>
                      </a:lnTo>
                      <a:lnTo>
                        <a:pt x="57" y="0"/>
                      </a:lnTo>
                      <a:lnTo>
                        <a:pt x="46" y="4"/>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625" name="Freeform 26"/>
                <p:cNvSpPr/>
                <p:nvPr/>
              </p:nvSpPr>
              <p:spPr bwMode="auto">
                <a:xfrm>
                  <a:off x="2694" y="1837"/>
                  <a:ext cx="38" cy="51"/>
                </a:xfrm>
                <a:custGeom>
                  <a:avLst/>
                  <a:gdLst>
                    <a:gd name="T0" fmla="*/ 4 w 38"/>
                    <a:gd name="T1" fmla="*/ 1 h 51"/>
                    <a:gd name="T2" fmla="*/ 14 w 38"/>
                    <a:gd name="T3" fmla="*/ 0 h 51"/>
                    <a:gd name="T4" fmla="*/ 23 w 38"/>
                    <a:gd name="T5" fmla="*/ 3 h 51"/>
                    <a:gd name="T6" fmla="*/ 27 w 38"/>
                    <a:gd name="T7" fmla="*/ 4 h 51"/>
                    <a:gd name="T8" fmla="*/ 27 w 38"/>
                    <a:gd name="T9" fmla="*/ 44 h 51"/>
                    <a:gd name="T10" fmla="*/ 37 w 38"/>
                    <a:gd name="T11" fmla="*/ 44 h 51"/>
                    <a:gd name="T12" fmla="*/ 30 w 38"/>
                    <a:gd name="T13" fmla="*/ 50 h 51"/>
                    <a:gd name="T14" fmla="*/ 24 w 38"/>
                    <a:gd name="T15" fmla="*/ 44 h 51"/>
                    <a:gd name="T16" fmla="*/ 24 w 38"/>
                    <a:gd name="T17" fmla="*/ 14 h 51"/>
                    <a:gd name="T18" fmla="*/ 10 w 38"/>
                    <a:gd name="T19" fmla="*/ 17 h 51"/>
                    <a:gd name="T20" fmla="*/ 19 w 38"/>
                    <a:gd name="T21" fmla="*/ 12 h 51"/>
                    <a:gd name="T22" fmla="*/ 7 w 38"/>
                    <a:gd name="T23" fmla="*/ 13 h 51"/>
                    <a:gd name="T24" fmla="*/ 0 w 38"/>
                    <a:gd name="T25" fmla="*/ 9 h 51"/>
                    <a:gd name="T26" fmla="*/ 4 w 38"/>
                    <a:gd name="T27" fmla="*/ 1 h 5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51"/>
                    <a:gd name="T44" fmla="*/ 38 w 38"/>
                    <a:gd name="T45" fmla="*/ 51 h 5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51">
                      <a:moveTo>
                        <a:pt x="4" y="1"/>
                      </a:moveTo>
                      <a:lnTo>
                        <a:pt x="14" y="0"/>
                      </a:lnTo>
                      <a:lnTo>
                        <a:pt x="23" y="3"/>
                      </a:lnTo>
                      <a:lnTo>
                        <a:pt x="27" y="4"/>
                      </a:lnTo>
                      <a:lnTo>
                        <a:pt x="27" y="44"/>
                      </a:lnTo>
                      <a:lnTo>
                        <a:pt x="37" y="44"/>
                      </a:lnTo>
                      <a:lnTo>
                        <a:pt x="30" y="50"/>
                      </a:lnTo>
                      <a:lnTo>
                        <a:pt x="24" y="44"/>
                      </a:lnTo>
                      <a:lnTo>
                        <a:pt x="24" y="14"/>
                      </a:lnTo>
                      <a:lnTo>
                        <a:pt x="10" y="17"/>
                      </a:lnTo>
                      <a:lnTo>
                        <a:pt x="19" y="12"/>
                      </a:lnTo>
                      <a:lnTo>
                        <a:pt x="7" y="13"/>
                      </a:lnTo>
                      <a:lnTo>
                        <a:pt x="0" y="9"/>
                      </a:lnTo>
                      <a:lnTo>
                        <a:pt x="4" y="1"/>
                      </a:lnTo>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nvGrpSpPr>
              <p:cNvPr id="60604" name="Group 27"/>
              <p:cNvGrpSpPr/>
              <p:nvPr/>
            </p:nvGrpSpPr>
            <p:grpSpPr bwMode="auto">
              <a:xfrm>
                <a:off x="2632" y="2414"/>
                <a:ext cx="245" cy="651"/>
                <a:chOff x="2632" y="2414"/>
                <a:chExt cx="245" cy="651"/>
              </a:xfrm>
            </p:grpSpPr>
            <p:grpSp>
              <p:nvGrpSpPr>
                <p:cNvPr id="60619" name="Group 28"/>
                <p:cNvGrpSpPr/>
                <p:nvPr/>
              </p:nvGrpSpPr>
              <p:grpSpPr bwMode="auto">
                <a:xfrm>
                  <a:off x="2632" y="2414"/>
                  <a:ext cx="245" cy="651"/>
                  <a:chOff x="2632" y="2414"/>
                  <a:chExt cx="245" cy="651"/>
                </a:xfrm>
              </p:grpSpPr>
              <p:sp>
                <p:nvSpPr>
                  <p:cNvPr id="60621" name="Freeform 29"/>
                  <p:cNvSpPr/>
                  <p:nvPr/>
                </p:nvSpPr>
                <p:spPr bwMode="auto">
                  <a:xfrm>
                    <a:off x="2632" y="2557"/>
                    <a:ext cx="174" cy="508"/>
                  </a:xfrm>
                  <a:custGeom>
                    <a:avLst/>
                    <a:gdLst>
                      <a:gd name="T0" fmla="*/ 32 w 174"/>
                      <a:gd name="T1" fmla="*/ 11 h 508"/>
                      <a:gd name="T2" fmla="*/ 33 w 174"/>
                      <a:gd name="T3" fmla="*/ 157 h 508"/>
                      <a:gd name="T4" fmla="*/ 33 w 174"/>
                      <a:gd name="T5" fmla="*/ 279 h 508"/>
                      <a:gd name="T6" fmla="*/ 40 w 174"/>
                      <a:gd name="T7" fmla="*/ 399 h 508"/>
                      <a:gd name="T8" fmla="*/ 20 w 174"/>
                      <a:gd name="T9" fmla="*/ 450 h 508"/>
                      <a:gd name="T10" fmla="*/ 5 w 174"/>
                      <a:gd name="T11" fmla="*/ 485 h 508"/>
                      <a:gd name="T12" fmla="*/ 0 w 174"/>
                      <a:gd name="T13" fmla="*/ 495 h 508"/>
                      <a:gd name="T14" fmla="*/ 7 w 174"/>
                      <a:gd name="T15" fmla="*/ 507 h 508"/>
                      <a:gd name="T16" fmla="*/ 38 w 174"/>
                      <a:gd name="T17" fmla="*/ 505 h 508"/>
                      <a:gd name="T18" fmla="*/ 65 w 174"/>
                      <a:gd name="T19" fmla="*/ 437 h 508"/>
                      <a:gd name="T20" fmla="*/ 67 w 174"/>
                      <a:gd name="T21" fmla="*/ 395 h 508"/>
                      <a:gd name="T22" fmla="*/ 87 w 174"/>
                      <a:gd name="T23" fmla="*/ 255 h 508"/>
                      <a:gd name="T24" fmla="*/ 90 w 174"/>
                      <a:gd name="T25" fmla="*/ 222 h 508"/>
                      <a:gd name="T26" fmla="*/ 89 w 174"/>
                      <a:gd name="T27" fmla="*/ 287 h 508"/>
                      <a:gd name="T28" fmla="*/ 99 w 174"/>
                      <a:gd name="T29" fmla="*/ 381 h 508"/>
                      <a:gd name="T30" fmla="*/ 96 w 174"/>
                      <a:gd name="T31" fmla="*/ 425 h 508"/>
                      <a:gd name="T32" fmla="*/ 110 w 174"/>
                      <a:gd name="T33" fmla="*/ 468 h 508"/>
                      <a:gd name="T34" fmla="*/ 128 w 174"/>
                      <a:gd name="T35" fmla="*/ 500 h 508"/>
                      <a:gd name="T36" fmla="*/ 156 w 174"/>
                      <a:gd name="T37" fmla="*/ 501 h 508"/>
                      <a:gd name="T38" fmla="*/ 165 w 174"/>
                      <a:gd name="T39" fmla="*/ 490 h 508"/>
                      <a:gd name="T40" fmla="*/ 135 w 174"/>
                      <a:gd name="T41" fmla="*/ 423 h 508"/>
                      <a:gd name="T42" fmla="*/ 132 w 174"/>
                      <a:gd name="T43" fmla="*/ 391 h 508"/>
                      <a:gd name="T44" fmla="*/ 138 w 174"/>
                      <a:gd name="T45" fmla="*/ 323 h 508"/>
                      <a:gd name="T46" fmla="*/ 149 w 174"/>
                      <a:gd name="T47" fmla="*/ 213 h 508"/>
                      <a:gd name="T48" fmla="*/ 173 w 174"/>
                      <a:gd name="T49" fmla="*/ 0 h 508"/>
                      <a:gd name="T50" fmla="*/ 32 w 174"/>
                      <a:gd name="T51" fmla="*/ 11 h 50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74"/>
                      <a:gd name="T79" fmla="*/ 0 h 508"/>
                      <a:gd name="T80" fmla="*/ 174 w 174"/>
                      <a:gd name="T81" fmla="*/ 508 h 50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74" h="508">
                        <a:moveTo>
                          <a:pt x="32" y="11"/>
                        </a:moveTo>
                        <a:lnTo>
                          <a:pt x="33" y="157"/>
                        </a:lnTo>
                        <a:lnTo>
                          <a:pt x="33" y="279"/>
                        </a:lnTo>
                        <a:lnTo>
                          <a:pt x="40" y="399"/>
                        </a:lnTo>
                        <a:lnTo>
                          <a:pt x="20" y="450"/>
                        </a:lnTo>
                        <a:lnTo>
                          <a:pt x="5" y="485"/>
                        </a:lnTo>
                        <a:lnTo>
                          <a:pt x="0" y="495"/>
                        </a:lnTo>
                        <a:lnTo>
                          <a:pt x="7" y="507"/>
                        </a:lnTo>
                        <a:lnTo>
                          <a:pt x="38" y="505"/>
                        </a:lnTo>
                        <a:lnTo>
                          <a:pt x="65" y="437"/>
                        </a:lnTo>
                        <a:lnTo>
                          <a:pt x="67" y="395"/>
                        </a:lnTo>
                        <a:lnTo>
                          <a:pt x="87" y="255"/>
                        </a:lnTo>
                        <a:lnTo>
                          <a:pt x="90" y="222"/>
                        </a:lnTo>
                        <a:lnTo>
                          <a:pt x="89" y="287"/>
                        </a:lnTo>
                        <a:lnTo>
                          <a:pt x="99" y="381"/>
                        </a:lnTo>
                        <a:lnTo>
                          <a:pt x="96" y="425"/>
                        </a:lnTo>
                        <a:lnTo>
                          <a:pt x="110" y="468"/>
                        </a:lnTo>
                        <a:lnTo>
                          <a:pt x="128" y="500"/>
                        </a:lnTo>
                        <a:lnTo>
                          <a:pt x="156" y="501"/>
                        </a:lnTo>
                        <a:lnTo>
                          <a:pt x="165" y="490"/>
                        </a:lnTo>
                        <a:lnTo>
                          <a:pt x="135" y="423"/>
                        </a:lnTo>
                        <a:lnTo>
                          <a:pt x="132" y="391"/>
                        </a:lnTo>
                        <a:lnTo>
                          <a:pt x="138" y="323"/>
                        </a:lnTo>
                        <a:lnTo>
                          <a:pt x="149" y="213"/>
                        </a:lnTo>
                        <a:lnTo>
                          <a:pt x="173" y="0"/>
                        </a:lnTo>
                        <a:lnTo>
                          <a:pt x="32" y="11"/>
                        </a:lnTo>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622" name="Freeform 30"/>
                  <p:cNvSpPr/>
                  <p:nvPr/>
                </p:nvSpPr>
                <p:spPr bwMode="auto">
                  <a:xfrm>
                    <a:off x="2839" y="2414"/>
                    <a:ext cx="38" cy="60"/>
                  </a:xfrm>
                  <a:custGeom>
                    <a:avLst/>
                    <a:gdLst>
                      <a:gd name="T0" fmla="*/ 37 w 38"/>
                      <a:gd name="T1" fmla="*/ 0 h 60"/>
                      <a:gd name="T2" fmla="*/ 37 w 38"/>
                      <a:gd name="T3" fmla="*/ 31 h 60"/>
                      <a:gd name="T4" fmla="*/ 0 w 38"/>
                      <a:gd name="T5" fmla="*/ 59 h 60"/>
                      <a:gd name="T6" fmla="*/ 17 w 38"/>
                      <a:gd name="T7" fmla="*/ 4 h 60"/>
                      <a:gd name="T8" fmla="*/ 37 w 38"/>
                      <a:gd name="T9" fmla="*/ 0 h 60"/>
                      <a:gd name="T10" fmla="*/ 0 60000 65536"/>
                      <a:gd name="T11" fmla="*/ 0 60000 65536"/>
                      <a:gd name="T12" fmla="*/ 0 60000 65536"/>
                      <a:gd name="T13" fmla="*/ 0 60000 65536"/>
                      <a:gd name="T14" fmla="*/ 0 60000 65536"/>
                      <a:gd name="T15" fmla="*/ 0 w 38"/>
                      <a:gd name="T16" fmla="*/ 0 h 60"/>
                      <a:gd name="T17" fmla="*/ 38 w 38"/>
                      <a:gd name="T18" fmla="*/ 60 h 60"/>
                    </a:gdLst>
                    <a:ahLst/>
                    <a:cxnLst>
                      <a:cxn ang="T10">
                        <a:pos x="T0" y="T1"/>
                      </a:cxn>
                      <a:cxn ang="T11">
                        <a:pos x="T2" y="T3"/>
                      </a:cxn>
                      <a:cxn ang="T12">
                        <a:pos x="T4" y="T5"/>
                      </a:cxn>
                      <a:cxn ang="T13">
                        <a:pos x="T6" y="T7"/>
                      </a:cxn>
                      <a:cxn ang="T14">
                        <a:pos x="T8" y="T9"/>
                      </a:cxn>
                    </a:cxnLst>
                    <a:rect l="T15" t="T16" r="T17" b="T18"/>
                    <a:pathLst>
                      <a:path w="38" h="60">
                        <a:moveTo>
                          <a:pt x="37" y="0"/>
                        </a:moveTo>
                        <a:lnTo>
                          <a:pt x="37" y="31"/>
                        </a:lnTo>
                        <a:lnTo>
                          <a:pt x="0" y="59"/>
                        </a:lnTo>
                        <a:lnTo>
                          <a:pt x="17" y="4"/>
                        </a:lnTo>
                        <a:lnTo>
                          <a:pt x="37" y="0"/>
                        </a:lnTo>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
              <p:nvSpPr>
                <p:cNvPr id="60620" name="Freeform 31"/>
                <p:cNvSpPr/>
                <p:nvPr/>
              </p:nvSpPr>
              <p:spPr bwMode="auto">
                <a:xfrm>
                  <a:off x="2724" y="2561"/>
                  <a:ext cx="17" cy="228"/>
                </a:xfrm>
                <a:custGeom>
                  <a:avLst/>
                  <a:gdLst>
                    <a:gd name="T0" fmla="*/ 16 w 17"/>
                    <a:gd name="T1" fmla="*/ 0 h 228"/>
                    <a:gd name="T2" fmla="*/ 16 w 17"/>
                    <a:gd name="T3" fmla="*/ 75 h 228"/>
                    <a:gd name="T4" fmla="*/ 12 w 17"/>
                    <a:gd name="T5" fmla="*/ 120 h 228"/>
                    <a:gd name="T6" fmla="*/ 9 w 17"/>
                    <a:gd name="T7" fmla="*/ 169 h 228"/>
                    <a:gd name="T8" fmla="*/ 0 w 17"/>
                    <a:gd name="T9" fmla="*/ 216 h 228"/>
                    <a:gd name="T10" fmla="*/ 2 w 17"/>
                    <a:gd name="T11" fmla="*/ 227 h 228"/>
                    <a:gd name="T12" fmla="*/ 16 w 17"/>
                    <a:gd name="T13" fmla="*/ 0 h 228"/>
                    <a:gd name="T14" fmla="*/ 0 60000 65536"/>
                    <a:gd name="T15" fmla="*/ 0 60000 65536"/>
                    <a:gd name="T16" fmla="*/ 0 60000 65536"/>
                    <a:gd name="T17" fmla="*/ 0 60000 65536"/>
                    <a:gd name="T18" fmla="*/ 0 60000 65536"/>
                    <a:gd name="T19" fmla="*/ 0 60000 65536"/>
                    <a:gd name="T20" fmla="*/ 0 60000 65536"/>
                    <a:gd name="T21" fmla="*/ 0 w 17"/>
                    <a:gd name="T22" fmla="*/ 0 h 228"/>
                    <a:gd name="T23" fmla="*/ 17 w 17"/>
                    <a:gd name="T24" fmla="*/ 228 h 2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28">
                      <a:moveTo>
                        <a:pt x="16" y="0"/>
                      </a:moveTo>
                      <a:lnTo>
                        <a:pt x="16" y="75"/>
                      </a:lnTo>
                      <a:lnTo>
                        <a:pt x="12" y="120"/>
                      </a:lnTo>
                      <a:lnTo>
                        <a:pt x="9" y="169"/>
                      </a:lnTo>
                      <a:lnTo>
                        <a:pt x="0" y="216"/>
                      </a:lnTo>
                      <a:lnTo>
                        <a:pt x="2" y="227"/>
                      </a:lnTo>
                      <a:lnTo>
                        <a:pt x="16" y="0"/>
                      </a:lnTo>
                    </a:path>
                  </a:pathLst>
                </a:custGeom>
                <a:solidFill>
                  <a:srgbClr val="FF6020"/>
                </a:solidFill>
                <a:ln w="12700" cap="rnd">
                  <a:solidFill>
                    <a:srgbClr val="FF6020"/>
                  </a:solidFill>
                  <a:round/>
                </a:ln>
              </p:spPr>
              <p:txBody>
                <a:bodyPr/>
                <a:p>
                  <a:endParaRPr lang="zh-CN" altLang="en-US"/>
                </a:p>
              </p:txBody>
            </p:sp>
          </p:grpSp>
          <p:grpSp>
            <p:nvGrpSpPr>
              <p:cNvPr id="60605" name="Group 32"/>
              <p:cNvGrpSpPr/>
              <p:nvPr/>
            </p:nvGrpSpPr>
            <p:grpSpPr bwMode="auto">
              <a:xfrm>
                <a:off x="2623" y="2985"/>
                <a:ext cx="185" cy="139"/>
                <a:chOff x="2623" y="2985"/>
                <a:chExt cx="185" cy="139"/>
              </a:xfrm>
            </p:grpSpPr>
            <p:sp>
              <p:nvSpPr>
                <p:cNvPr id="60617" name="Freeform 33"/>
                <p:cNvSpPr/>
                <p:nvPr/>
              </p:nvSpPr>
              <p:spPr bwMode="auto">
                <a:xfrm>
                  <a:off x="2726" y="2985"/>
                  <a:ext cx="82" cy="131"/>
                </a:xfrm>
                <a:custGeom>
                  <a:avLst/>
                  <a:gdLst>
                    <a:gd name="T0" fmla="*/ 5 w 82"/>
                    <a:gd name="T1" fmla="*/ 0 h 131"/>
                    <a:gd name="T2" fmla="*/ 0 w 82"/>
                    <a:gd name="T3" fmla="*/ 20 h 131"/>
                    <a:gd name="T4" fmla="*/ 0 w 82"/>
                    <a:gd name="T5" fmla="*/ 58 h 131"/>
                    <a:gd name="T6" fmla="*/ 8 w 82"/>
                    <a:gd name="T7" fmla="*/ 44 h 131"/>
                    <a:gd name="T8" fmla="*/ 17 w 82"/>
                    <a:gd name="T9" fmla="*/ 63 h 131"/>
                    <a:gd name="T10" fmla="*/ 20 w 82"/>
                    <a:gd name="T11" fmla="*/ 89 h 131"/>
                    <a:gd name="T12" fmla="*/ 32 w 82"/>
                    <a:gd name="T13" fmla="*/ 113 h 131"/>
                    <a:gd name="T14" fmla="*/ 52 w 82"/>
                    <a:gd name="T15" fmla="*/ 126 h 131"/>
                    <a:gd name="T16" fmla="*/ 68 w 82"/>
                    <a:gd name="T17" fmla="*/ 130 h 131"/>
                    <a:gd name="T18" fmla="*/ 81 w 82"/>
                    <a:gd name="T19" fmla="*/ 127 h 131"/>
                    <a:gd name="T20" fmla="*/ 81 w 82"/>
                    <a:gd name="T21" fmla="*/ 101 h 131"/>
                    <a:gd name="T22" fmla="*/ 70 w 82"/>
                    <a:gd name="T23" fmla="*/ 64 h 131"/>
                    <a:gd name="T24" fmla="*/ 64 w 82"/>
                    <a:gd name="T25" fmla="*/ 74 h 131"/>
                    <a:gd name="T26" fmla="*/ 52 w 82"/>
                    <a:gd name="T27" fmla="*/ 74 h 131"/>
                    <a:gd name="T28" fmla="*/ 36 w 82"/>
                    <a:gd name="T29" fmla="*/ 72 h 131"/>
                    <a:gd name="T30" fmla="*/ 25 w 82"/>
                    <a:gd name="T31" fmla="*/ 55 h 131"/>
                    <a:gd name="T32" fmla="*/ 15 w 82"/>
                    <a:gd name="T33" fmla="*/ 34 h 131"/>
                    <a:gd name="T34" fmla="*/ 5 w 82"/>
                    <a:gd name="T35" fmla="*/ 0 h 1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131"/>
                    <a:gd name="T56" fmla="*/ 82 w 82"/>
                    <a:gd name="T57" fmla="*/ 131 h 13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131">
                      <a:moveTo>
                        <a:pt x="5" y="0"/>
                      </a:moveTo>
                      <a:lnTo>
                        <a:pt x="0" y="20"/>
                      </a:lnTo>
                      <a:lnTo>
                        <a:pt x="0" y="58"/>
                      </a:lnTo>
                      <a:lnTo>
                        <a:pt x="8" y="44"/>
                      </a:lnTo>
                      <a:lnTo>
                        <a:pt x="17" y="63"/>
                      </a:lnTo>
                      <a:lnTo>
                        <a:pt x="20" y="89"/>
                      </a:lnTo>
                      <a:lnTo>
                        <a:pt x="32" y="113"/>
                      </a:lnTo>
                      <a:lnTo>
                        <a:pt x="52" y="126"/>
                      </a:lnTo>
                      <a:lnTo>
                        <a:pt x="68" y="130"/>
                      </a:lnTo>
                      <a:lnTo>
                        <a:pt x="81" y="127"/>
                      </a:lnTo>
                      <a:lnTo>
                        <a:pt x="81" y="101"/>
                      </a:lnTo>
                      <a:lnTo>
                        <a:pt x="70" y="64"/>
                      </a:lnTo>
                      <a:lnTo>
                        <a:pt x="64" y="74"/>
                      </a:lnTo>
                      <a:lnTo>
                        <a:pt x="52" y="74"/>
                      </a:lnTo>
                      <a:lnTo>
                        <a:pt x="36" y="72"/>
                      </a:lnTo>
                      <a:lnTo>
                        <a:pt x="25" y="55"/>
                      </a:lnTo>
                      <a:lnTo>
                        <a:pt x="15" y="34"/>
                      </a:lnTo>
                      <a:lnTo>
                        <a:pt x="5" y="0"/>
                      </a:lnTo>
                    </a:path>
                  </a:pathLst>
                </a:custGeom>
                <a:solidFill>
                  <a:srgbClr val="806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618" name="Freeform 34"/>
                <p:cNvSpPr/>
                <p:nvPr/>
              </p:nvSpPr>
              <p:spPr bwMode="auto">
                <a:xfrm>
                  <a:off x="2623" y="2988"/>
                  <a:ext cx="74" cy="136"/>
                </a:xfrm>
                <a:custGeom>
                  <a:avLst/>
                  <a:gdLst>
                    <a:gd name="T0" fmla="*/ 72 w 74"/>
                    <a:gd name="T1" fmla="*/ 0 h 136"/>
                    <a:gd name="T2" fmla="*/ 73 w 74"/>
                    <a:gd name="T3" fmla="*/ 54 h 136"/>
                    <a:gd name="T4" fmla="*/ 69 w 74"/>
                    <a:gd name="T5" fmla="*/ 41 h 136"/>
                    <a:gd name="T6" fmla="*/ 62 w 74"/>
                    <a:gd name="T7" fmla="*/ 58 h 136"/>
                    <a:gd name="T8" fmla="*/ 57 w 74"/>
                    <a:gd name="T9" fmla="*/ 83 h 136"/>
                    <a:gd name="T10" fmla="*/ 51 w 74"/>
                    <a:gd name="T11" fmla="*/ 104 h 136"/>
                    <a:gd name="T12" fmla="*/ 37 w 74"/>
                    <a:gd name="T13" fmla="*/ 122 h 136"/>
                    <a:gd name="T14" fmla="*/ 23 w 74"/>
                    <a:gd name="T15" fmla="*/ 131 h 136"/>
                    <a:gd name="T16" fmla="*/ 10 w 74"/>
                    <a:gd name="T17" fmla="*/ 135 h 136"/>
                    <a:gd name="T18" fmla="*/ 5 w 74"/>
                    <a:gd name="T19" fmla="*/ 129 h 136"/>
                    <a:gd name="T20" fmla="*/ 1 w 74"/>
                    <a:gd name="T21" fmla="*/ 116 h 136"/>
                    <a:gd name="T22" fmla="*/ 0 w 74"/>
                    <a:gd name="T23" fmla="*/ 103 h 136"/>
                    <a:gd name="T24" fmla="*/ 2 w 74"/>
                    <a:gd name="T25" fmla="*/ 89 h 136"/>
                    <a:gd name="T26" fmla="*/ 8 w 74"/>
                    <a:gd name="T27" fmla="*/ 67 h 136"/>
                    <a:gd name="T28" fmla="*/ 19 w 74"/>
                    <a:gd name="T29" fmla="*/ 75 h 136"/>
                    <a:gd name="T30" fmla="*/ 35 w 74"/>
                    <a:gd name="T31" fmla="*/ 75 h 136"/>
                    <a:gd name="T32" fmla="*/ 45 w 74"/>
                    <a:gd name="T33" fmla="*/ 74 h 136"/>
                    <a:gd name="T34" fmla="*/ 64 w 74"/>
                    <a:gd name="T35" fmla="*/ 28 h 136"/>
                    <a:gd name="T36" fmla="*/ 72 w 74"/>
                    <a:gd name="T37" fmla="*/ 0 h 1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4"/>
                    <a:gd name="T58" fmla="*/ 0 h 136"/>
                    <a:gd name="T59" fmla="*/ 74 w 74"/>
                    <a:gd name="T60" fmla="*/ 136 h 1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4" h="136">
                      <a:moveTo>
                        <a:pt x="72" y="0"/>
                      </a:moveTo>
                      <a:lnTo>
                        <a:pt x="73" y="54"/>
                      </a:lnTo>
                      <a:lnTo>
                        <a:pt x="69" y="41"/>
                      </a:lnTo>
                      <a:lnTo>
                        <a:pt x="62" y="58"/>
                      </a:lnTo>
                      <a:lnTo>
                        <a:pt x="57" y="83"/>
                      </a:lnTo>
                      <a:lnTo>
                        <a:pt x="51" y="104"/>
                      </a:lnTo>
                      <a:lnTo>
                        <a:pt x="37" y="122"/>
                      </a:lnTo>
                      <a:lnTo>
                        <a:pt x="23" y="131"/>
                      </a:lnTo>
                      <a:lnTo>
                        <a:pt x="10" y="135"/>
                      </a:lnTo>
                      <a:lnTo>
                        <a:pt x="5" y="129"/>
                      </a:lnTo>
                      <a:lnTo>
                        <a:pt x="1" y="116"/>
                      </a:lnTo>
                      <a:lnTo>
                        <a:pt x="0" y="103"/>
                      </a:lnTo>
                      <a:lnTo>
                        <a:pt x="2" y="89"/>
                      </a:lnTo>
                      <a:lnTo>
                        <a:pt x="8" y="67"/>
                      </a:lnTo>
                      <a:lnTo>
                        <a:pt x="19" y="75"/>
                      </a:lnTo>
                      <a:lnTo>
                        <a:pt x="35" y="75"/>
                      </a:lnTo>
                      <a:lnTo>
                        <a:pt x="45" y="74"/>
                      </a:lnTo>
                      <a:lnTo>
                        <a:pt x="64" y="28"/>
                      </a:lnTo>
                      <a:lnTo>
                        <a:pt x="72" y="0"/>
                      </a:lnTo>
                    </a:path>
                  </a:pathLst>
                </a:custGeom>
                <a:solidFill>
                  <a:srgbClr val="806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nvGrpSpPr>
              <p:cNvPr id="60606" name="Group 35"/>
              <p:cNvGrpSpPr/>
              <p:nvPr/>
            </p:nvGrpSpPr>
            <p:grpSpPr bwMode="auto">
              <a:xfrm>
                <a:off x="2583" y="1977"/>
                <a:ext cx="299" cy="998"/>
                <a:chOff x="2583" y="1977"/>
                <a:chExt cx="299" cy="998"/>
              </a:xfrm>
            </p:grpSpPr>
            <p:grpSp>
              <p:nvGrpSpPr>
                <p:cNvPr id="60608" name="Group 36"/>
                <p:cNvGrpSpPr/>
                <p:nvPr/>
              </p:nvGrpSpPr>
              <p:grpSpPr bwMode="auto">
                <a:xfrm>
                  <a:off x="2583" y="1977"/>
                  <a:ext cx="299" cy="998"/>
                  <a:chOff x="2583" y="1977"/>
                  <a:chExt cx="299" cy="998"/>
                </a:xfrm>
              </p:grpSpPr>
              <p:sp>
                <p:nvSpPr>
                  <p:cNvPr id="60613" name="Freeform 37"/>
                  <p:cNvSpPr/>
                  <p:nvPr/>
                </p:nvSpPr>
                <p:spPr bwMode="auto">
                  <a:xfrm>
                    <a:off x="2583" y="1977"/>
                    <a:ext cx="299" cy="998"/>
                  </a:xfrm>
                  <a:custGeom>
                    <a:avLst/>
                    <a:gdLst>
                      <a:gd name="T0" fmla="*/ 85 w 299"/>
                      <a:gd name="T1" fmla="*/ 10 h 998"/>
                      <a:gd name="T2" fmla="*/ 26 w 299"/>
                      <a:gd name="T3" fmla="*/ 43 h 998"/>
                      <a:gd name="T4" fmla="*/ 11 w 299"/>
                      <a:gd name="T5" fmla="*/ 70 h 998"/>
                      <a:gd name="T6" fmla="*/ 0 w 299"/>
                      <a:gd name="T7" fmla="*/ 299 h 998"/>
                      <a:gd name="T8" fmla="*/ 5 w 299"/>
                      <a:gd name="T9" fmla="*/ 353 h 998"/>
                      <a:gd name="T10" fmla="*/ 40 w 299"/>
                      <a:gd name="T11" fmla="*/ 349 h 998"/>
                      <a:gd name="T12" fmla="*/ 39 w 299"/>
                      <a:gd name="T13" fmla="*/ 485 h 998"/>
                      <a:gd name="T14" fmla="*/ 55 w 299"/>
                      <a:gd name="T15" fmla="*/ 485 h 998"/>
                      <a:gd name="T16" fmla="*/ 76 w 299"/>
                      <a:gd name="T17" fmla="*/ 768 h 998"/>
                      <a:gd name="T18" fmla="*/ 78 w 299"/>
                      <a:gd name="T19" fmla="*/ 916 h 998"/>
                      <a:gd name="T20" fmla="*/ 81 w 299"/>
                      <a:gd name="T21" fmla="*/ 984 h 998"/>
                      <a:gd name="T22" fmla="*/ 95 w 299"/>
                      <a:gd name="T23" fmla="*/ 997 h 998"/>
                      <a:gd name="T24" fmla="*/ 120 w 299"/>
                      <a:gd name="T25" fmla="*/ 986 h 998"/>
                      <a:gd name="T26" fmla="*/ 134 w 299"/>
                      <a:gd name="T27" fmla="*/ 870 h 998"/>
                      <a:gd name="T28" fmla="*/ 145 w 299"/>
                      <a:gd name="T29" fmla="*/ 990 h 998"/>
                      <a:gd name="T30" fmla="*/ 166 w 299"/>
                      <a:gd name="T31" fmla="*/ 996 h 998"/>
                      <a:gd name="T32" fmla="*/ 186 w 299"/>
                      <a:gd name="T33" fmla="*/ 988 h 998"/>
                      <a:gd name="T34" fmla="*/ 208 w 299"/>
                      <a:gd name="T35" fmla="*/ 761 h 998"/>
                      <a:gd name="T36" fmla="*/ 234 w 299"/>
                      <a:gd name="T37" fmla="*/ 595 h 998"/>
                      <a:gd name="T38" fmla="*/ 274 w 299"/>
                      <a:gd name="T39" fmla="*/ 441 h 998"/>
                      <a:gd name="T40" fmla="*/ 298 w 299"/>
                      <a:gd name="T41" fmla="*/ 438 h 998"/>
                      <a:gd name="T42" fmla="*/ 276 w 299"/>
                      <a:gd name="T43" fmla="*/ 226 h 998"/>
                      <a:gd name="T44" fmla="*/ 275 w 299"/>
                      <a:gd name="T45" fmla="*/ 60 h 998"/>
                      <a:gd name="T46" fmla="*/ 262 w 299"/>
                      <a:gd name="T47" fmla="*/ 41 h 998"/>
                      <a:gd name="T48" fmla="*/ 200 w 299"/>
                      <a:gd name="T49" fmla="*/ 0 h 998"/>
                      <a:gd name="T50" fmla="*/ 148 w 299"/>
                      <a:gd name="T51" fmla="*/ 90 h 998"/>
                      <a:gd name="T52" fmla="*/ 85 w 299"/>
                      <a:gd name="T53" fmla="*/ 10 h 99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99"/>
                      <a:gd name="T82" fmla="*/ 0 h 998"/>
                      <a:gd name="T83" fmla="*/ 299 w 299"/>
                      <a:gd name="T84" fmla="*/ 998 h 99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99" h="998">
                        <a:moveTo>
                          <a:pt x="85" y="10"/>
                        </a:moveTo>
                        <a:lnTo>
                          <a:pt x="26" y="43"/>
                        </a:lnTo>
                        <a:lnTo>
                          <a:pt x="11" y="70"/>
                        </a:lnTo>
                        <a:lnTo>
                          <a:pt x="0" y="299"/>
                        </a:lnTo>
                        <a:lnTo>
                          <a:pt x="5" y="353"/>
                        </a:lnTo>
                        <a:lnTo>
                          <a:pt x="40" y="349"/>
                        </a:lnTo>
                        <a:lnTo>
                          <a:pt x="39" y="485"/>
                        </a:lnTo>
                        <a:lnTo>
                          <a:pt x="55" y="485"/>
                        </a:lnTo>
                        <a:lnTo>
                          <a:pt x="76" y="768"/>
                        </a:lnTo>
                        <a:lnTo>
                          <a:pt x="78" y="916"/>
                        </a:lnTo>
                        <a:lnTo>
                          <a:pt x="81" y="984"/>
                        </a:lnTo>
                        <a:lnTo>
                          <a:pt x="95" y="997"/>
                        </a:lnTo>
                        <a:lnTo>
                          <a:pt x="120" y="986"/>
                        </a:lnTo>
                        <a:lnTo>
                          <a:pt x="134" y="870"/>
                        </a:lnTo>
                        <a:lnTo>
                          <a:pt x="145" y="990"/>
                        </a:lnTo>
                        <a:lnTo>
                          <a:pt x="166" y="996"/>
                        </a:lnTo>
                        <a:lnTo>
                          <a:pt x="186" y="988"/>
                        </a:lnTo>
                        <a:lnTo>
                          <a:pt x="208" y="761"/>
                        </a:lnTo>
                        <a:lnTo>
                          <a:pt x="234" y="595"/>
                        </a:lnTo>
                        <a:lnTo>
                          <a:pt x="274" y="441"/>
                        </a:lnTo>
                        <a:lnTo>
                          <a:pt x="298" y="438"/>
                        </a:lnTo>
                        <a:lnTo>
                          <a:pt x="276" y="226"/>
                        </a:lnTo>
                        <a:lnTo>
                          <a:pt x="275" y="60"/>
                        </a:lnTo>
                        <a:lnTo>
                          <a:pt x="262" y="41"/>
                        </a:lnTo>
                        <a:lnTo>
                          <a:pt x="200" y="0"/>
                        </a:lnTo>
                        <a:lnTo>
                          <a:pt x="148" y="90"/>
                        </a:lnTo>
                        <a:lnTo>
                          <a:pt x="85" y="10"/>
                        </a:lnTo>
                      </a:path>
                    </a:pathLst>
                  </a:custGeom>
                  <a:solidFill>
                    <a:srgbClr val="806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60614" name="Group 38"/>
                  <p:cNvGrpSpPr/>
                  <p:nvPr/>
                </p:nvGrpSpPr>
                <p:grpSpPr bwMode="auto">
                  <a:xfrm>
                    <a:off x="2629" y="2254"/>
                    <a:ext cx="134" cy="212"/>
                    <a:chOff x="2629" y="2254"/>
                    <a:chExt cx="134" cy="212"/>
                  </a:xfrm>
                </p:grpSpPr>
                <p:sp>
                  <p:nvSpPr>
                    <p:cNvPr id="60615" name="Freeform 39"/>
                    <p:cNvSpPr/>
                    <p:nvPr/>
                  </p:nvSpPr>
                  <p:spPr bwMode="auto">
                    <a:xfrm>
                      <a:off x="2647" y="2254"/>
                      <a:ext cx="116" cy="212"/>
                    </a:xfrm>
                    <a:custGeom>
                      <a:avLst/>
                      <a:gdLst>
                        <a:gd name="T0" fmla="*/ 0 w 116"/>
                        <a:gd name="T1" fmla="*/ 211 h 212"/>
                        <a:gd name="T2" fmla="*/ 112 w 116"/>
                        <a:gd name="T3" fmla="*/ 200 h 212"/>
                        <a:gd name="T4" fmla="*/ 115 w 116"/>
                        <a:gd name="T5" fmla="*/ 0 h 212"/>
                        <a:gd name="T6" fmla="*/ 0 60000 65536"/>
                        <a:gd name="T7" fmla="*/ 0 60000 65536"/>
                        <a:gd name="T8" fmla="*/ 0 60000 65536"/>
                        <a:gd name="T9" fmla="*/ 0 w 116"/>
                        <a:gd name="T10" fmla="*/ 0 h 212"/>
                        <a:gd name="T11" fmla="*/ 116 w 116"/>
                        <a:gd name="T12" fmla="*/ 212 h 212"/>
                      </a:gdLst>
                      <a:ahLst/>
                      <a:cxnLst>
                        <a:cxn ang="T6">
                          <a:pos x="T0" y="T1"/>
                        </a:cxn>
                        <a:cxn ang="T7">
                          <a:pos x="T2" y="T3"/>
                        </a:cxn>
                        <a:cxn ang="T8">
                          <a:pos x="T4" y="T5"/>
                        </a:cxn>
                      </a:cxnLst>
                      <a:rect l="T9" t="T10" r="T11" b="T12"/>
                      <a:pathLst>
                        <a:path w="116" h="212">
                          <a:moveTo>
                            <a:pt x="0" y="211"/>
                          </a:moveTo>
                          <a:lnTo>
                            <a:pt x="112" y="200"/>
                          </a:lnTo>
                          <a:lnTo>
                            <a:pt x="115" y="0"/>
                          </a:lnTo>
                        </a:path>
                      </a:pathLst>
                    </a:custGeom>
                    <a:noFill/>
                    <a:ln w="12700" cap="rnd">
                      <a:solidFill>
                        <a:srgbClr val="60402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sp>
                  <p:nvSpPr>
                    <p:cNvPr id="60616" name="Freeform 40"/>
                    <p:cNvSpPr/>
                    <p:nvPr/>
                  </p:nvSpPr>
                  <p:spPr bwMode="auto">
                    <a:xfrm>
                      <a:off x="2629" y="2279"/>
                      <a:ext cx="131" cy="54"/>
                    </a:xfrm>
                    <a:custGeom>
                      <a:avLst/>
                      <a:gdLst>
                        <a:gd name="T0" fmla="*/ 0 w 131"/>
                        <a:gd name="T1" fmla="*/ 53 h 54"/>
                        <a:gd name="T2" fmla="*/ 46 w 131"/>
                        <a:gd name="T3" fmla="*/ 39 h 54"/>
                        <a:gd name="T4" fmla="*/ 130 w 131"/>
                        <a:gd name="T5" fmla="*/ 0 h 54"/>
                        <a:gd name="T6" fmla="*/ 0 60000 65536"/>
                        <a:gd name="T7" fmla="*/ 0 60000 65536"/>
                        <a:gd name="T8" fmla="*/ 0 60000 65536"/>
                        <a:gd name="T9" fmla="*/ 0 w 131"/>
                        <a:gd name="T10" fmla="*/ 0 h 54"/>
                        <a:gd name="T11" fmla="*/ 131 w 131"/>
                        <a:gd name="T12" fmla="*/ 54 h 54"/>
                      </a:gdLst>
                      <a:ahLst/>
                      <a:cxnLst>
                        <a:cxn ang="T6">
                          <a:pos x="T0" y="T1"/>
                        </a:cxn>
                        <a:cxn ang="T7">
                          <a:pos x="T2" y="T3"/>
                        </a:cxn>
                        <a:cxn ang="T8">
                          <a:pos x="T4" y="T5"/>
                        </a:cxn>
                      </a:cxnLst>
                      <a:rect l="T9" t="T10" r="T11" b="T12"/>
                      <a:pathLst>
                        <a:path w="131" h="54">
                          <a:moveTo>
                            <a:pt x="0" y="53"/>
                          </a:moveTo>
                          <a:lnTo>
                            <a:pt x="46" y="39"/>
                          </a:lnTo>
                          <a:lnTo>
                            <a:pt x="130" y="0"/>
                          </a:lnTo>
                        </a:path>
                      </a:pathLst>
                    </a:custGeom>
                    <a:noFill/>
                    <a:ln w="12700" cap="rnd">
                      <a:solidFill>
                        <a:srgbClr val="60402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grpSp>
            </p:grpSp>
            <p:grpSp>
              <p:nvGrpSpPr>
                <p:cNvPr id="60609" name="Group 41"/>
                <p:cNvGrpSpPr/>
                <p:nvPr/>
              </p:nvGrpSpPr>
              <p:grpSpPr bwMode="auto">
                <a:xfrm>
                  <a:off x="2624" y="2080"/>
                  <a:ext cx="182" cy="244"/>
                  <a:chOff x="2624" y="2080"/>
                  <a:chExt cx="182" cy="244"/>
                </a:xfrm>
              </p:grpSpPr>
              <p:sp>
                <p:nvSpPr>
                  <p:cNvPr id="60610" name="Freeform 42"/>
                  <p:cNvSpPr/>
                  <p:nvPr/>
                </p:nvSpPr>
                <p:spPr bwMode="auto">
                  <a:xfrm>
                    <a:off x="2638" y="2080"/>
                    <a:ext cx="155" cy="184"/>
                  </a:xfrm>
                  <a:custGeom>
                    <a:avLst/>
                    <a:gdLst>
                      <a:gd name="T0" fmla="*/ 0 w 155"/>
                      <a:gd name="T1" fmla="*/ 65 h 184"/>
                      <a:gd name="T2" fmla="*/ 99 w 155"/>
                      <a:gd name="T3" fmla="*/ 0 h 184"/>
                      <a:gd name="T4" fmla="*/ 154 w 155"/>
                      <a:gd name="T5" fmla="*/ 123 h 184"/>
                      <a:gd name="T6" fmla="*/ 54 w 155"/>
                      <a:gd name="T7" fmla="*/ 183 h 184"/>
                      <a:gd name="T8" fmla="*/ 0 w 155"/>
                      <a:gd name="T9" fmla="*/ 65 h 184"/>
                      <a:gd name="T10" fmla="*/ 0 60000 65536"/>
                      <a:gd name="T11" fmla="*/ 0 60000 65536"/>
                      <a:gd name="T12" fmla="*/ 0 60000 65536"/>
                      <a:gd name="T13" fmla="*/ 0 60000 65536"/>
                      <a:gd name="T14" fmla="*/ 0 60000 65536"/>
                      <a:gd name="T15" fmla="*/ 0 w 155"/>
                      <a:gd name="T16" fmla="*/ 0 h 184"/>
                      <a:gd name="T17" fmla="*/ 155 w 155"/>
                      <a:gd name="T18" fmla="*/ 184 h 184"/>
                    </a:gdLst>
                    <a:ahLst/>
                    <a:cxnLst>
                      <a:cxn ang="T10">
                        <a:pos x="T0" y="T1"/>
                      </a:cxn>
                      <a:cxn ang="T11">
                        <a:pos x="T2" y="T3"/>
                      </a:cxn>
                      <a:cxn ang="T12">
                        <a:pos x="T4" y="T5"/>
                      </a:cxn>
                      <a:cxn ang="T13">
                        <a:pos x="T6" y="T7"/>
                      </a:cxn>
                      <a:cxn ang="T14">
                        <a:pos x="T8" y="T9"/>
                      </a:cxn>
                    </a:cxnLst>
                    <a:rect l="T15" t="T16" r="T17" b="T18"/>
                    <a:pathLst>
                      <a:path w="155" h="184">
                        <a:moveTo>
                          <a:pt x="0" y="65"/>
                        </a:moveTo>
                        <a:lnTo>
                          <a:pt x="99" y="0"/>
                        </a:lnTo>
                        <a:lnTo>
                          <a:pt x="154" y="123"/>
                        </a:lnTo>
                        <a:lnTo>
                          <a:pt x="54" y="183"/>
                        </a:lnTo>
                        <a:lnTo>
                          <a:pt x="0" y="65"/>
                        </a:lnTo>
                      </a:path>
                    </a:pathLst>
                  </a:custGeom>
                  <a:solidFill>
                    <a:srgbClr val="E0E0FF"/>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611" name="Freeform 43"/>
                  <p:cNvSpPr/>
                  <p:nvPr/>
                </p:nvSpPr>
                <p:spPr bwMode="auto">
                  <a:xfrm>
                    <a:off x="2741" y="2159"/>
                    <a:ext cx="65" cy="97"/>
                  </a:xfrm>
                  <a:custGeom>
                    <a:avLst/>
                    <a:gdLst>
                      <a:gd name="T0" fmla="*/ 0 w 65"/>
                      <a:gd name="T1" fmla="*/ 59 h 97"/>
                      <a:gd name="T2" fmla="*/ 16 w 65"/>
                      <a:gd name="T3" fmla="*/ 44 h 97"/>
                      <a:gd name="T4" fmla="*/ 25 w 65"/>
                      <a:gd name="T5" fmla="*/ 16 h 97"/>
                      <a:gd name="T6" fmla="*/ 37 w 65"/>
                      <a:gd name="T7" fmla="*/ 7 h 97"/>
                      <a:gd name="T8" fmla="*/ 43 w 65"/>
                      <a:gd name="T9" fmla="*/ 0 h 97"/>
                      <a:gd name="T10" fmla="*/ 47 w 65"/>
                      <a:gd name="T11" fmla="*/ 3 h 97"/>
                      <a:gd name="T12" fmla="*/ 48 w 65"/>
                      <a:gd name="T13" fmla="*/ 10 h 97"/>
                      <a:gd name="T14" fmla="*/ 60 w 65"/>
                      <a:gd name="T15" fmla="*/ 23 h 97"/>
                      <a:gd name="T16" fmla="*/ 64 w 65"/>
                      <a:gd name="T17" fmla="*/ 47 h 97"/>
                      <a:gd name="T18" fmla="*/ 60 w 65"/>
                      <a:gd name="T19" fmla="*/ 64 h 97"/>
                      <a:gd name="T20" fmla="*/ 42 w 65"/>
                      <a:gd name="T21" fmla="*/ 83 h 97"/>
                      <a:gd name="T22" fmla="*/ 6 w 65"/>
                      <a:gd name="T23" fmla="*/ 96 h 97"/>
                      <a:gd name="T24" fmla="*/ 0 w 65"/>
                      <a:gd name="T25" fmla="*/ 59 h 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5"/>
                      <a:gd name="T40" fmla="*/ 0 h 97"/>
                      <a:gd name="T41" fmla="*/ 65 w 65"/>
                      <a:gd name="T42" fmla="*/ 97 h 9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5" h="97">
                        <a:moveTo>
                          <a:pt x="0" y="59"/>
                        </a:moveTo>
                        <a:lnTo>
                          <a:pt x="16" y="44"/>
                        </a:lnTo>
                        <a:lnTo>
                          <a:pt x="25" y="16"/>
                        </a:lnTo>
                        <a:lnTo>
                          <a:pt x="37" y="7"/>
                        </a:lnTo>
                        <a:lnTo>
                          <a:pt x="43" y="0"/>
                        </a:lnTo>
                        <a:lnTo>
                          <a:pt x="47" y="3"/>
                        </a:lnTo>
                        <a:lnTo>
                          <a:pt x="48" y="10"/>
                        </a:lnTo>
                        <a:lnTo>
                          <a:pt x="60" y="23"/>
                        </a:lnTo>
                        <a:lnTo>
                          <a:pt x="64" y="47"/>
                        </a:lnTo>
                        <a:lnTo>
                          <a:pt x="60" y="64"/>
                        </a:lnTo>
                        <a:lnTo>
                          <a:pt x="42" y="83"/>
                        </a:lnTo>
                        <a:lnTo>
                          <a:pt x="6" y="96"/>
                        </a:lnTo>
                        <a:lnTo>
                          <a:pt x="0" y="59"/>
                        </a:lnTo>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612" name="Freeform 44"/>
                  <p:cNvSpPr/>
                  <p:nvPr/>
                </p:nvSpPr>
                <p:spPr bwMode="auto">
                  <a:xfrm>
                    <a:off x="2624" y="2217"/>
                    <a:ext cx="124" cy="107"/>
                  </a:xfrm>
                  <a:custGeom>
                    <a:avLst/>
                    <a:gdLst>
                      <a:gd name="T0" fmla="*/ 0 w 124"/>
                      <a:gd name="T1" fmla="*/ 106 h 107"/>
                      <a:gd name="T2" fmla="*/ 49 w 124"/>
                      <a:gd name="T3" fmla="*/ 88 h 107"/>
                      <a:gd name="T4" fmla="*/ 87 w 124"/>
                      <a:gd name="T5" fmla="*/ 67 h 107"/>
                      <a:gd name="T6" fmla="*/ 123 w 124"/>
                      <a:gd name="T7" fmla="*/ 46 h 107"/>
                      <a:gd name="T8" fmla="*/ 109 w 124"/>
                      <a:gd name="T9" fmla="*/ 0 h 107"/>
                      <a:gd name="T10" fmla="*/ 45 w 124"/>
                      <a:gd name="T11" fmla="*/ 29 h 107"/>
                      <a:gd name="T12" fmla="*/ 5 w 124"/>
                      <a:gd name="T13" fmla="*/ 44 h 107"/>
                      <a:gd name="T14" fmla="*/ 4 w 124"/>
                      <a:gd name="T15" fmla="*/ 36 h 107"/>
                      <a:gd name="T16" fmla="*/ 0 w 124"/>
                      <a:gd name="T17" fmla="*/ 106 h 10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4"/>
                      <a:gd name="T28" fmla="*/ 0 h 107"/>
                      <a:gd name="T29" fmla="*/ 124 w 124"/>
                      <a:gd name="T30" fmla="*/ 107 h 10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4" h="107">
                        <a:moveTo>
                          <a:pt x="0" y="106"/>
                        </a:moveTo>
                        <a:lnTo>
                          <a:pt x="49" y="88"/>
                        </a:lnTo>
                        <a:lnTo>
                          <a:pt x="87" y="67"/>
                        </a:lnTo>
                        <a:lnTo>
                          <a:pt x="123" y="46"/>
                        </a:lnTo>
                        <a:lnTo>
                          <a:pt x="109" y="0"/>
                        </a:lnTo>
                        <a:lnTo>
                          <a:pt x="45" y="29"/>
                        </a:lnTo>
                        <a:lnTo>
                          <a:pt x="5" y="44"/>
                        </a:lnTo>
                        <a:lnTo>
                          <a:pt x="4" y="36"/>
                        </a:lnTo>
                        <a:lnTo>
                          <a:pt x="0" y="106"/>
                        </a:lnTo>
                      </a:path>
                    </a:pathLst>
                  </a:custGeom>
                  <a:solidFill>
                    <a:srgbClr val="806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sp>
            <p:nvSpPr>
              <p:cNvPr id="60607" name="Freeform 45"/>
              <p:cNvSpPr/>
              <p:nvPr/>
            </p:nvSpPr>
            <p:spPr bwMode="auto">
              <a:xfrm>
                <a:off x="2721" y="2496"/>
                <a:ext cx="19" cy="364"/>
              </a:xfrm>
              <a:custGeom>
                <a:avLst/>
                <a:gdLst>
                  <a:gd name="T0" fmla="*/ 18 w 19"/>
                  <a:gd name="T1" fmla="*/ 0 h 364"/>
                  <a:gd name="T2" fmla="*/ 12 w 19"/>
                  <a:gd name="T3" fmla="*/ 196 h 364"/>
                  <a:gd name="T4" fmla="*/ 0 w 19"/>
                  <a:gd name="T5" fmla="*/ 363 h 364"/>
                  <a:gd name="T6" fmla="*/ 0 60000 65536"/>
                  <a:gd name="T7" fmla="*/ 0 60000 65536"/>
                  <a:gd name="T8" fmla="*/ 0 60000 65536"/>
                  <a:gd name="T9" fmla="*/ 0 w 19"/>
                  <a:gd name="T10" fmla="*/ 0 h 364"/>
                  <a:gd name="T11" fmla="*/ 19 w 19"/>
                  <a:gd name="T12" fmla="*/ 364 h 364"/>
                </a:gdLst>
                <a:ahLst/>
                <a:cxnLst>
                  <a:cxn ang="T6">
                    <a:pos x="T0" y="T1"/>
                  </a:cxn>
                  <a:cxn ang="T7">
                    <a:pos x="T2" y="T3"/>
                  </a:cxn>
                  <a:cxn ang="T8">
                    <a:pos x="T4" y="T5"/>
                  </a:cxn>
                </a:cxnLst>
                <a:rect l="T9" t="T10" r="T11" b="T12"/>
                <a:pathLst>
                  <a:path w="19" h="364">
                    <a:moveTo>
                      <a:pt x="18" y="0"/>
                    </a:moveTo>
                    <a:lnTo>
                      <a:pt x="12" y="196"/>
                    </a:lnTo>
                    <a:lnTo>
                      <a:pt x="0" y="363"/>
                    </a:lnTo>
                  </a:path>
                </a:pathLst>
              </a:custGeom>
              <a:noFill/>
              <a:ln w="12700" cap="rnd">
                <a:solidFill>
                  <a:srgbClr val="60402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grpSp>
        <p:grpSp>
          <p:nvGrpSpPr>
            <p:cNvPr id="60426" name="Group 46"/>
            <p:cNvGrpSpPr/>
            <p:nvPr/>
          </p:nvGrpSpPr>
          <p:grpSpPr bwMode="auto">
            <a:xfrm>
              <a:off x="3090" y="1705"/>
              <a:ext cx="420" cy="1315"/>
              <a:chOff x="3090" y="1705"/>
              <a:chExt cx="420" cy="1315"/>
            </a:xfrm>
          </p:grpSpPr>
          <p:grpSp>
            <p:nvGrpSpPr>
              <p:cNvPr id="60586" name="Group 47"/>
              <p:cNvGrpSpPr/>
              <p:nvPr/>
            </p:nvGrpSpPr>
            <p:grpSpPr bwMode="auto">
              <a:xfrm>
                <a:off x="3090" y="1897"/>
                <a:ext cx="420" cy="367"/>
                <a:chOff x="3090" y="1897"/>
                <a:chExt cx="420" cy="367"/>
              </a:xfrm>
            </p:grpSpPr>
            <p:sp>
              <p:nvSpPr>
                <p:cNvPr id="60596" name="Freeform 48"/>
                <p:cNvSpPr/>
                <p:nvPr/>
              </p:nvSpPr>
              <p:spPr bwMode="auto">
                <a:xfrm>
                  <a:off x="3090" y="1897"/>
                  <a:ext cx="420" cy="367"/>
                </a:xfrm>
                <a:custGeom>
                  <a:avLst/>
                  <a:gdLst>
                    <a:gd name="T0" fmla="*/ 159 w 420"/>
                    <a:gd name="T1" fmla="*/ 0 h 367"/>
                    <a:gd name="T2" fmla="*/ 109 w 420"/>
                    <a:gd name="T3" fmla="*/ 31 h 367"/>
                    <a:gd name="T4" fmla="*/ 58 w 420"/>
                    <a:gd name="T5" fmla="*/ 55 h 367"/>
                    <a:gd name="T6" fmla="*/ 26 w 420"/>
                    <a:gd name="T7" fmla="*/ 161 h 367"/>
                    <a:gd name="T8" fmla="*/ 1 w 420"/>
                    <a:gd name="T9" fmla="*/ 240 h 367"/>
                    <a:gd name="T10" fmla="*/ 0 w 420"/>
                    <a:gd name="T11" fmla="*/ 257 h 367"/>
                    <a:gd name="T12" fmla="*/ 23 w 420"/>
                    <a:gd name="T13" fmla="*/ 297 h 367"/>
                    <a:gd name="T14" fmla="*/ 38 w 420"/>
                    <a:gd name="T15" fmla="*/ 311 h 367"/>
                    <a:gd name="T16" fmla="*/ 51 w 420"/>
                    <a:gd name="T17" fmla="*/ 313 h 367"/>
                    <a:gd name="T18" fmla="*/ 52 w 420"/>
                    <a:gd name="T19" fmla="*/ 324 h 367"/>
                    <a:gd name="T20" fmla="*/ 77 w 420"/>
                    <a:gd name="T21" fmla="*/ 308 h 367"/>
                    <a:gd name="T22" fmla="*/ 79 w 420"/>
                    <a:gd name="T23" fmla="*/ 351 h 367"/>
                    <a:gd name="T24" fmla="*/ 94 w 420"/>
                    <a:gd name="T25" fmla="*/ 366 h 367"/>
                    <a:gd name="T26" fmla="*/ 339 w 420"/>
                    <a:gd name="T27" fmla="*/ 366 h 367"/>
                    <a:gd name="T28" fmla="*/ 360 w 420"/>
                    <a:gd name="T29" fmla="*/ 346 h 367"/>
                    <a:gd name="T30" fmla="*/ 356 w 420"/>
                    <a:gd name="T31" fmla="*/ 308 h 367"/>
                    <a:gd name="T32" fmla="*/ 383 w 420"/>
                    <a:gd name="T33" fmla="*/ 332 h 367"/>
                    <a:gd name="T34" fmla="*/ 419 w 420"/>
                    <a:gd name="T35" fmla="*/ 262 h 367"/>
                    <a:gd name="T36" fmla="*/ 344 w 420"/>
                    <a:gd name="T37" fmla="*/ 48 h 367"/>
                    <a:gd name="T38" fmla="*/ 264 w 420"/>
                    <a:gd name="T39" fmla="*/ 20 h 367"/>
                    <a:gd name="T40" fmla="*/ 239 w 420"/>
                    <a:gd name="T41" fmla="*/ 6 h 367"/>
                    <a:gd name="T42" fmla="*/ 201 w 420"/>
                    <a:gd name="T43" fmla="*/ 42 h 367"/>
                    <a:gd name="T44" fmla="*/ 159 w 420"/>
                    <a:gd name="T45" fmla="*/ 0 h 36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20"/>
                    <a:gd name="T70" fmla="*/ 0 h 367"/>
                    <a:gd name="T71" fmla="*/ 420 w 420"/>
                    <a:gd name="T72" fmla="*/ 367 h 36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20" h="367">
                      <a:moveTo>
                        <a:pt x="159" y="0"/>
                      </a:moveTo>
                      <a:lnTo>
                        <a:pt x="109" y="31"/>
                      </a:lnTo>
                      <a:lnTo>
                        <a:pt x="58" y="55"/>
                      </a:lnTo>
                      <a:lnTo>
                        <a:pt x="26" y="161"/>
                      </a:lnTo>
                      <a:lnTo>
                        <a:pt x="1" y="240"/>
                      </a:lnTo>
                      <a:lnTo>
                        <a:pt x="0" y="257"/>
                      </a:lnTo>
                      <a:lnTo>
                        <a:pt x="23" y="297"/>
                      </a:lnTo>
                      <a:lnTo>
                        <a:pt x="38" y="311"/>
                      </a:lnTo>
                      <a:lnTo>
                        <a:pt x="51" y="313"/>
                      </a:lnTo>
                      <a:lnTo>
                        <a:pt x="52" y="324"/>
                      </a:lnTo>
                      <a:lnTo>
                        <a:pt x="77" y="308"/>
                      </a:lnTo>
                      <a:lnTo>
                        <a:pt x="79" y="351"/>
                      </a:lnTo>
                      <a:lnTo>
                        <a:pt x="94" y="366"/>
                      </a:lnTo>
                      <a:lnTo>
                        <a:pt x="339" y="366"/>
                      </a:lnTo>
                      <a:lnTo>
                        <a:pt x="360" y="346"/>
                      </a:lnTo>
                      <a:lnTo>
                        <a:pt x="356" y="308"/>
                      </a:lnTo>
                      <a:lnTo>
                        <a:pt x="383" y="332"/>
                      </a:lnTo>
                      <a:lnTo>
                        <a:pt x="419" y="262"/>
                      </a:lnTo>
                      <a:lnTo>
                        <a:pt x="344" y="48"/>
                      </a:lnTo>
                      <a:lnTo>
                        <a:pt x="264" y="20"/>
                      </a:lnTo>
                      <a:lnTo>
                        <a:pt x="239" y="6"/>
                      </a:lnTo>
                      <a:lnTo>
                        <a:pt x="201" y="42"/>
                      </a:lnTo>
                      <a:lnTo>
                        <a:pt x="159" y="0"/>
                      </a:lnTo>
                    </a:path>
                  </a:pathLst>
                </a:custGeom>
                <a:solidFill>
                  <a:srgbClr val="4080FF"/>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60597" name="Group 49"/>
                <p:cNvGrpSpPr/>
                <p:nvPr/>
              </p:nvGrpSpPr>
              <p:grpSpPr bwMode="auto">
                <a:xfrm>
                  <a:off x="3174" y="1936"/>
                  <a:ext cx="291" cy="327"/>
                  <a:chOff x="3174" y="1936"/>
                  <a:chExt cx="291" cy="327"/>
                </a:xfrm>
              </p:grpSpPr>
              <p:sp>
                <p:nvSpPr>
                  <p:cNvPr id="60598" name="Freeform 50"/>
                  <p:cNvSpPr/>
                  <p:nvPr/>
                </p:nvSpPr>
                <p:spPr bwMode="auto">
                  <a:xfrm>
                    <a:off x="3267" y="1936"/>
                    <a:ext cx="57" cy="327"/>
                  </a:xfrm>
                  <a:custGeom>
                    <a:avLst/>
                    <a:gdLst>
                      <a:gd name="T0" fmla="*/ 16 w 57"/>
                      <a:gd name="T1" fmla="*/ 0 h 327"/>
                      <a:gd name="T2" fmla="*/ 5 w 57"/>
                      <a:gd name="T3" fmla="*/ 22 h 327"/>
                      <a:gd name="T4" fmla="*/ 16 w 57"/>
                      <a:gd name="T5" fmla="*/ 33 h 327"/>
                      <a:gd name="T6" fmla="*/ 0 w 57"/>
                      <a:gd name="T7" fmla="*/ 261 h 327"/>
                      <a:gd name="T8" fmla="*/ 2 w 57"/>
                      <a:gd name="T9" fmla="*/ 301 h 327"/>
                      <a:gd name="T10" fmla="*/ 30 w 57"/>
                      <a:gd name="T11" fmla="*/ 326 h 327"/>
                      <a:gd name="T12" fmla="*/ 56 w 57"/>
                      <a:gd name="T13" fmla="*/ 298 h 327"/>
                      <a:gd name="T14" fmla="*/ 56 w 57"/>
                      <a:gd name="T15" fmla="*/ 251 h 327"/>
                      <a:gd name="T16" fmla="*/ 33 w 57"/>
                      <a:gd name="T17" fmla="*/ 35 h 327"/>
                      <a:gd name="T18" fmla="*/ 43 w 57"/>
                      <a:gd name="T19" fmla="*/ 22 h 327"/>
                      <a:gd name="T20" fmla="*/ 34 w 57"/>
                      <a:gd name="T21" fmla="*/ 1 h 327"/>
                      <a:gd name="T22" fmla="*/ 25 w 57"/>
                      <a:gd name="T23" fmla="*/ 8 h 327"/>
                      <a:gd name="T24" fmla="*/ 16 w 57"/>
                      <a:gd name="T25" fmla="*/ 0 h 3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7"/>
                      <a:gd name="T40" fmla="*/ 0 h 327"/>
                      <a:gd name="T41" fmla="*/ 57 w 57"/>
                      <a:gd name="T42" fmla="*/ 327 h 3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7" h="327">
                        <a:moveTo>
                          <a:pt x="16" y="0"/>
                        </a:moveTo>
                        <a:lnTo>
                          <a:pt x="5" y="22"/>
                        </a:lnTo>
                        <a:lnTo>
                          <a:pt x="16" y="33"/>
                        </a:lnTo>
                        <a:lnTo>
                          <a:pt x="0" y="261"/>
                        </a:lnTo>
                        <a:lnTo>
                          <a:pt x="2" y="301"/>
                        </a:lnTo>
                        <a:lnTo>
                          <a:pt x="30" y="326"/>
                        </a:lnTo>
                        <a:lnTo>
                          <a:pt x="56" y="298"/>
                        </a:lnTo>
                        <a:lnTo>
                          <a:pt x="56" y="251"/>
                        </a:lnTo>
                        <a:lnTo>
                          <a:pt x="33" y="35"/>
                        </a:lnTo>
                        <a:lnTo>
                          <a:pt x="43" y="22"/>
                        </a:lnTo>
                        <a:lnTo>
                          <a:pt x="34" y="1"/>
                        </a:lnTo>
                        <a:lnTo>
                          <a:pt x="25" y="8"/>
                        </a:lnTo>
                        <a:lnTo>
                          <a:pt x="16" y="0"/>
                        </a:lnTo>
                      </a:path>
                    </a:pathLst>
                  </a:custGeom>
                  <a:solidFill>
                    <a:srgbClr val="0020A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60599" name="Group 51"/>
                  <p:cNvGrpSpPr/>
                  <p:nvPr/>
                </p:nvGrpSpPr>
                <p:grpSpPr bwMode="auto">
                  <a:xfrm>
                    <a:off x="3174" y="2077"/>
                    <a:ext cx="291" cy="108"/>
                    <a:chOff x="3174" y="2077"/>
                    <a:chExt cx="291" cy="108"/>
                  </a:xfrm>
                </p:grpSpPr>
                <p:sp>
                  <p:nvSpPr>
                    <p:cNvPr id="60600" name="Freeform 52"/>
                    <p:cNvSpPr/>
                    <p:nvPr/>
                  </p:nvSpPr>
                  <p:spPr bwMode="auto">
                    <a:xfrm>
                      <a:off x="3237" y="2100"/>
                      <a:ext cx="226" cy="68"/>
                    </a:xfrm>
                    <a:custGeom>
                      <a:avLst/>
                      <a:gdLst>
                        <a:gd name="T0" fmla="*/ 20 w 226"/>
                        <a:gd name="T1" fmla="*/ 42 h 68"/>
                        <a:gd name="T2" fmla="*/ 172 w 226"/>
                        <a:gd name="T3" fmla="*/ 0 h 68"/>
                        <a:gd name="T4" fmla="*/ 225 w 226"/>
                        <a:gd name="T5" fmla="*/ 5 h 68"/>
                        <a:gd name="T6" fmla="*/ 37 w 226"/>
                        <a:gd name="T7" fmla="*/ 67 h 68"/>
                        <a:gd name="T8" fmla="*/ 0 w 226"/>
                        <a:gd name="T9" fmla="*/ 49 h 68"/>
                        <a:gd name="T10" fmla="*/ 20 w 226"/>
                        <a:gd name="T11" fmla="*/ 42 h 68"/>
                        <a:gd name="T12" fmla="*/ 0 60000 65536"/>
                        <a:gd name="T13" fmla="*/ 0 60000 65536"/>
                        <a:gd name="T14" fmla="*/ 0 60000 65536"/>
                        <a:gd name="T15" fmla="*/ 0 60000 65536"/>
                        <a:gd name="T16" fmla="*/ 0 60000 65536"/>
                        <a:gd name="T17" fmla="*/ 0 60000 65536"/>
                        <a:gd name="T18" fmla="*/ 0 w 226"/>
                        <a:gd name="T19" fmla="*/ 0 h 68"/>
                        <a:gd name="T20" fmla="*/ 226 w 226"/>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226" h="68">
                          <a:moveTo>
                            <a:pt x="20" y="42"/>
                          </a:moveTo>
                          <a:lnTo>
                            <a:pt x="172" y="0"/>
                          </a:lnTo>
                          <a:lnTo>
                            <a:pt x="225" y="5"/>
                          </a:lnTo>
                          <a:lnTo>
                            <a:pt x="37" y="67"/>
                          </a:lnTo>
                          <a:lnTo>
                            <a:pt x="0" y="49"/>
                          </a:lnTo>
                          <a:lnTo>
                            <a:pt x="20" y="42"/>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601" name="Freeform 53"/>
                    <p:cNvSpPr/>
                    <p:nvPr/>
                  </p:nvSpPr>
                  <p:spPr bwMode="auto">
                    <a:xfrm>
                      <a:off x="3341" y="2103"/>
                      <a:ext cx="124" cy="79"/>
                    </a:xfrm>
                    <a:custGeom>
                      <a:avLst/>
                      <a:gdLst>
                        <a:gd name="T0" fmla="*/ 64 w 124"/>
                        <a:gd name="T1" fmla="*/ 0 h 79"/>
                        <a:gd name="T2" fmla="*/ 15 w 124"/>
                        <a:gd name="T3" fmla="*/ 12 h 79"/>
                        <a:gd name="T4" fmla="*/ 12 w 124"/>
                        <a:gd name="T5" fmla="*/ 28 h 79"/>
                        <a:gd name="T6" fmla="*/ 0 w 124"/>
                        <a:gd name="T7" fmla="*/ 41 h 79"/>
                        <a:gd name="T8" fmla="*/ 20 w 124"/>
                        <a:gd name="T9" fmla="*/ 62 h 79"/>
                        <a:gd name="T10" fmla="*/ 47 w 124"/>
                        <a:gd name="T11" fmla="*/ 75 h 79"/>
                        <a:gd name="T12" fmla="*/ 87 w 124"/>
                        <a:gd name="T13" fmla="*/ 78 h 79"/>
                        <a:gd name="T14" fmla="*/ 123 w 124"/>
                        <a:gd name="T15" fmla="*/ 44 h 79"/>
                        <a:gd name="T16" fmla="*/ 118 w 124"/>
                        <a:gd name="T17" fmla="*/ 3 h 79"/>
                        <a:gd name="T18" fmla="*/ 87 w 124"/>
                        <a:gd name="T19" fmla="*/ 23 h 79"/>
                        <a:gd name="T20" fmla="*/ 64 w 124"/>
                        <a:gd name="T21" fmla="*/ 0 h 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4"/>
                        <a:gd name="T34" fmla="*/ 0 h 79"/>
                        <a:gd name="T35" fmla="*/ 124 w 124"/>
                        <a:gd name="T36" fmla="*/ 79 h 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4" h="79">
                          <a:moveTo>
                            <a:pt x="64" y="0"/>
                          </a:moveTo>
                          <a:lnTo>
                            <a:pt x="15" y="12"/>
                          </a:lnTo>
                          <a:lnTo>
                            <a:pt x="12" y="28"/>
                          </a:lnTo>
                          <a:lnTo>
                            <a:pt x="0" y="41"/>
                          </a:lnTo>
                          <a:lnTo>
                            <a:pt x="20" y="62"/>
                          </a:lnTo>
                          <a:lnTo>
                            <a:pt x="47" y="75"/>
                          </a:lnTo>
                          <a:lnTo>
                            <a:pt x="87" y="78"/>
                          </a:lnTo>
                          <a:lnTo>
                            <a:pt x="123" y="44"/>
                          </a:lnTo>
                          <a:lnTo>
                            <a:pt x="118" y="3"/>
                          </a:lnTo>
                          <a:lnTo>
                            <a:pt x="87" y="23"/>
                          </a:lnTo>
                          <a:lnTo>
                            <a:pt x="64" y="0"/>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602" name="Freeform 54"/>
                    <p:cNvSpPr/>
                    <p:nvPr/>
                  </p:nvSpPr>
                  <p:spPr bwMode="auto">
                    <a:xfrm>
                      <a:off x="3174" y="2077"/>
                      <a:ext cx="100" cy="108"/>
                    </a:xfrm>
                    <a:custGeom>
                      <a:avLst/>
                      <a:gdLst>
                        <a:gd name="T0" fmla="*/ 0 w 100"/>
                        <a:gd name="T1" fmla="*/ 66 h 108"/>
                        <a:gd name="T2" fmla="*/ 12 w 100"/>
                        <a:gd name="T3" fmla="*/ 48 h 108"/>
                        <a:gd name="T4" fmla="*/ 22 w 100"/>
                        <a:gd name="T5" fmla="*/ 27 h 108"/>
                        <a:gd name="T6" fmla="*/ 27 w 100"/>
                        <a:gd name="T7" fmla="*/ 8 h 108"/>
                        <a:gd name="T8" fmla="*/ 57 w 100"/>
                        <a:gd name="T9" fmla="*/ 0 h 108"/>
                        <a:gd name="T10" fmla="*/ 80 w 100"/>
                        <a:gd name="T11" fmla="*/ 0 h 108"/>
                        <a:gd name="T12" fmla="*/ 99 w 100"/>
                        <a:gd name="T13" fmla="*/ 54 h 108"/>
                        <a:gd name="T14" fmla="*/ 93 w 100"/>
                        <a:gd name="T15" fmla="*/ 66 h 108"/>
                        <a:gd name="T16" fmla="*/ 80 w 100"/>
                        <a:gd name="T17" fmla="*/ 80 h 108"/>
                        <a:gd name="T18" fmla="*/ 60 w 100"/>
                        <a:gd name="T19" fmla="*/ 86 h 108"/>
                        <a:gd name="T20" fmla="*/ 45 w 100"/>
                        <a:gd name="T21" fmla="*/ 88 h 108"/>
                        <a:gd name="T22" fmla="*/ 38 w 100"/>
                        <a:gd name="T23" fmla="*/ 91 h 108"/>
                        <a:gd name="T24" fmla="*/ 28 w 100"/>
                        <a:gd name="T25" fmla="*/ 102 h 108"/>
                        <a:gd name="T26" fmla="*/ 12 w 100"/>
                        <a:gd name="T27" fmla="*/ 107 h 108"/>
                        <a:gd name="T28" fmla="*/ 4 w 100"/>
                        <a:gd name="T29" fmla="*/ 107 h 108"/>
                        <a:gd name="T30" fmla="*/ 0 w 100"/>
                        <a:gd name="T31" fmla="*/ 66 h 1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0"/>
                        <a:gd name="T49" fmla="*/ 0 h 108"/>
                        <a:gd name="T50" fmla="*/ 100 w 100"/>
                        <a:gd name="T51" fmla="*/ 108 h 10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0" h="108">
                          <a:moveTo>
                            <a:pt x="0" y="66"/>
                          </a:moveTo>
                          <a:lnTo>
                            <a:pt x="12" y="48"/>
                          </a:lnTo>
                          <a:lnTo>
                            <a:pt x="22" y="27"/>
                          </a:lnTo>
                          <a:lnTo>
                            <a:pt x="27" y="8"/>
                          </a:lnTo>
                          <a:lnTo>
                            <a:pt x="57" y="0"/>
                          </a:lnTo>
                          <a:lnTo>
                            <a:pt x="80" y="0"/>
                          </a:lnTo>
                          <a:lnTo>
                            <a:pt x="99" y="54"/>
                          </a:lnTo>
                          <a:lnTo>
                            <a:pt x="93" y="66"/>
                          </a:lnTo>
                          <a:lnTo>
                            <a:pt x="80" y="80"/>
                          </a:lnTo>
                          <a:lnTo>
                            <a:pt x="60" y="86"/>
                          </a:lnTo>
                          <a:lnTo>
                            <a:pt x="45" y="88"/>
                          </a:lnTo>
                          <a:lnTo>
                            <a:pt x="38" y="91"/>
                          </a:lnTo>
                          <a:lnTo>
                            <a:pt x="28" y="102"/>
                          </a:lnTo>
                          <a:lnTo>
                            <a:pt x="12" y="107"/>
                          </a:lnTo>
                          <a:lnTo>
                            <a:pt x="4" y="107"/>
                          </a:lnTo>
                          <a:lnTo>
                            <a:pt x="0" y="66"/>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grpSp>
          <p:grpSp>
            <p:nvGrpSpPr>
              <p:cNvPr id="60587" name="Group 55"/>
              <p:cNvGrpSpPr/>
              <p:nvPr/>
            </p:nvGrpSpPr>
            <p:grpSpPr bwMode="auto">
              <a:xfrm>
                <a:off x="3100" y="1705"/>
                <a:ext cx="394" cy="1315"/>
                <a:chOff x="3100" y="1705"/>
                <a:chExt cx="394" cy="1315"/>
              </a:xfrm>
            </p:grpSpPr>
            <p:grpSp>
              <p:nvGrpSpPr>
                <p:cNvPr id="60588" name="Group 56"/>
                <p:cNvGrpSpPr/>
                <p:nvPr/>
              </p:nvGrpSpPr>
              <p:grpSpPr bwMode="auto">
                <a:xfrm>
                  <a:off x="3224" y="1705"/>
                  <a:ext cx="142" cy="235"/>
                  <a:chOff x="3224" y="1705"/>
                  <a:chExt cx="142" cy="235"/>
                </a:xfrm>
              </p:grpSpPr>
              <p:sp>
                <p:nvSpPr>
                  <p:cNvPr id="60593" name="Freeform 57"/>
                  <p:cNvSpPr/>
                  <p:nvPr/>
                </p:nvSpPr>
                <p:spPr bwMode="auto">
                  <a:xfrm>
                    <a:off x="3227" y="1718"/>
                    <a:ext cx="131" cy="222"/>
                  </a:xfrm>
                  <a:custGeom>
                    <a:avLst/>
                    <a:gdLst>
                      <a:gd name="T0" fmla="*/ 0 w 131"/>
                      <a:gd name="T1" fmla="*/ 94 h 222"/>
                      <a:gd name="T2" fmla="*/ 5 w 131"/>
                      <a:gd name="T3" fmla="*/ 113 h 222"/>
                      <a:gd name="T4" fmla="*/ 10 w 131"/>
                      <a:gd name="T5" fmla="*/ 124 h 222"/>
                      <a:gd name="T6" fmla="*/ 15 w 131"/>
                      <a:gd name="T7" fmla="*/ 133 h 222"/>
                      <a:gd name="T8" fmla="*/ 22 w 131"/>
                      <a:gd name="T9" fmla="*/ 132 h 222"/>
                      <a:gd name="T10" fmla="*/ 24 w 131"/>
                      <a:gd name="T11" fmla="*/ 132 h 222"/>
                      <a:gd name="T12" fmla="*/ 24 w 131"/>
                      <a:gd name="T13" fmla="*/ 176 h 222"/>
                      <a:gd name="T14" fmla="*/ 65 w 131"/>
                      <a:gd name="T15" fmla="*/ 221 h 222"/>
                      <a:gd name="T16" fmla="*/ 102 w 131"/>
                      <a:gd name="T17" fmla="*/ 187 h 222"/>
                      <a:gd name="T18" fmla="*/ 103 w 131"/>
                      <a:gd name="T19" fmla="*/ 176 h 222"/>
                      <a:gd name="T20" fmla="*/ 108 w 131"/>
                      <a:gd name="T21" fmla="*/ 167 h 222"/>
                      <a:gd name="T22" fmla="*/ 114 w 131"/>
                      <a:gd name="T23" fmla="*/ 158 h 222"/>
                      <a:gd name="T24" fmla="*/ 118 w 131"/>
                      <a:gd name="T25" fmla="*/ 139 h 222"/>
                      <a:gd name="T26" fmla="*/ 126 w 131"/>
                      <a:gd name="T27" fmla="*/ 120 h 222"/>
                      <a:gd name="T28" fmla="*/ 128 w 131"/>
                      <a:gd name="T29" fmla="*/ 104 h 222"/>
                      <a:gd name="T30" fmla="*/ 129 w 131"/>
                      <a:gd name="T31" fmla="*/ 66 h 222"/>
                      <a:gd name="T32" fmla="*/ 130 w 131"/>
                      <a:gd name="T33" fmla="*/ 50 h 222"/>
                      <a:gd name="T34" fmla="*/ 127 w 131"/>
                      <a:gd name="T35" fmla="*/ 34 h 222"/>
                      <a:gd name="T36" fmla="*/ 119 w 131"/>
                      <a:gd name="T37" fmla="*/ 20 h 222"/>
                      <a:gd name="T38" fmla="*/ 104 w 131"/>
                      <a:gd name="T39" fmla="*/ 8 h 222"/>
                      <a:gd name="T40" fmla="*/ 88 w 131"/>
                      <a:gd name="T41" fmla="*/ 3 h 222"/>
                      <a:gd name="T42" fmla="*/ 70 w 131"/>
                      <a:gd name="T43" fmla="*/ 0 h 222"/>
                      <a:gd name="T44" fmla="*/ 51 w 131"/>
                      <a:gd name="T45" fmla="*/ 2 h 222"/>
                      <a:gd name="T46" fmla="*/ 38 w 131"/>
                      <a:gd name="T47" fmla="*/ 7 h 222"/>
                      <a:gd name="T48" fmla="*/ 25 w 131"/>
                      <a:gd name="T49" fmla="*/ 17 h 222"/>
                      <a:gd name="T50" fmla="*/ 16 w 131"/>
                      <a:gd name="T51" fmla="*/ 27 h 222"/>
                      <a:gd name="T52" fmla="*/ 10 w 131"/>
                      <a:gd name="T53" fmla="*/ 37 h 222"/>
                      <a:gd name="T54" fmla="*/ 5 w 131"/>
                      <a:gd name="T55" fmla="*/ 50 h 222"/>
                      <a:gd name="T56" fmla="*/ 3 w 131"/>
                      <a:gd name="T57" fmla="*/ 61 h 222"/>
                      <a:gd name="T58" fmla="*/ 2 w 131"/>
                      <a:gd name="T59" fmla="*/ 77 h 222"/>
                      <a:gd name="T60" fmla="*/ 4 w 131"/>
                      <a:gd name="T61" fmla="*/ 88 h 222"/>
                      <a:gd name="T62" fmla="*/ 0 w 131"/>
                      <a:gd name="T63" fmla="*/ 94 h 22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31"/>
                      <a:gd name="T97" fmla="*/ 0 h 222"/>
                      <a:gd name="T98" fmla="*/ 131 w 131"/>
                      <a:gd name="T99" fmla="*/ 222 h 22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31" h="222">
                        <a:moveTo>
                          <a:pt x="0" y="94"/>
                        </a:moveTo>
                        <a:lnTo>
                          <a:pt x="5" y="113"/>
                        </a:lnTo>
                        <a:lnTo>
                          <a:pt x="10" y="124"/>
                        </a:lnTo>
                        <a:lnTo>
                          <a:pt x="15" y="133"/>
                        </a:lnTo>
                        <a:lnTo>
                          <a:pt x="22" y="132"/>
                        </a:lnTo>
                        <a:lnTo>
                          <a:pt x="24" y="132"/>
                        </a:lnTo>
                        <a:lnTo>
                          <a:pt x="24" y="176"/>
                        </a:lnTo>
                        <a:lnTo>
                          <a:pt x="65" y="221"/>
                        </a:lnTo>
                        <a:lnTo>
                          <a:pt x="102" y="187"/>
                        </a:lnTo>
                        <a:lnTo>
                          <a:pt x="103" y="176"/>
                        </a:lnTo>
                        <a:lnTo>
                          <a:pt x="108" y="167"/>
                        </a:lnTo>
                        <a:lnTo>
                          <a:pt x="114" y="158"/>
                        </a:lnTo>
                        <a:lnTo>
                          <a:pt x="118" y="139"/>
                        </a:lnTo>
                        <a:lnTo>
                          <a:pt x="126" y="120"/>
                        </a:lnTo>
                        <a:lnTo>
                          <a:pt x="128" y="104"/>
                        </a:lnTo>
                        <a:lnTo>
                          <a:pt x="129" y="66"/>
                        </a:lnTo>
                        <a:lnTo>
                          <a:pt x="130" y="50"/>
                        </a:lnTo>
                        <a:lnTo>
                          <a:pt x="127" y="34"/>
                        </a:lnTo>
                        <a:lnTo>
                          <a:pt x="119" y="20"/>
                        </a:lnTo>
                        <a:lnTo>
                          <a:pt x="104" y="8"/>
                        </a:lnTo>
                        <a:lnTo>
                          <a:pt x="88" y="3"/>
                        </a:lnTo>
                        <a:lnTo>
                          <a:pt x="70" y="0"/>
                        </a:lnTo>
                        <a:lnTo>
                          <a:pt x="51" y="2"/>
                        </a:lnTo>
                        <a:lnTo>
                          <a:pt x="38" y="7"/>
                        </a:lnTo>
                        <a:lnTo>
                          <a:pt x="25" y="17"/>
                        </a:lnTo>
                        <a:lnTo>
                          <a:pt x="16" y="27"/>
                        </a:lnTo>
                        <a:lnTo>
                          <a:pt x="10" y="37"/>
                        </a:lnTo>
                        <a:lnTo>
                          <a:pt x="5" y="50"/>
                        </a:lnTo>
                        <a:lnTo>
                          <a:pt x="3" y="61"/>
                        </a:lnTo>
                        <a:lnTo>
                          <a:pt x="2" y="77"/>
                        </a:lnTo>
                        <a:lnTo>
                          <a:pt x="4" y="88"/>
                        </a:lnTo>
                        <a:lnTo>
                          <a:pt x="0" y="94"/>
                        </a:lnTo>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594" name="Freeform 58"/>
                  <p:cNvSpPr/>
                  <p:nvPr/>
                </p:nvSpPr>
                <p:spPr bwMode="auto">
                  <a:xfrm>
                    <a:off x="3227" y="1734"/>
                    <a:ext cx="91" cy="204"/>
                  </a:xfrm>
                  <a:custGeom>
                    <a:avLst/>
                    <a:gdLst>
                      <a:gd name="T0" fmla="*/ 14 w 91"/>
                      <a:gd name="T1" fmla="*/ 16 h 204"/>
                      <a:gd name="T2" fmla="*/ 19 w 91"/>
                      <a:gd name="T3" fmla="*/ 7 h 204"/>
                      <a:gd name="T4" fmla="*/ 25 w 91"/>
                      <a:gd name="T5" fmla="*/ 0 h 204"/>
                      <a:gd name="T6" fmla="*/ 50 w 91"/>
                      <a:gd name="T7" fmla="*/ 25 h 204"/>
                      <a:gd name="T8" fmla="*/ 51 w 91"/>
                      <a:gd name="T9" fmla="*/ 59 h 204"/>
                      <a:gd name="T10" fmla="*/ 77 w 91"/>
                      <a:gd name="T11" fmla="*/ 65 h 204"/>
                      <a:gd name="T12" fmla="*/ 86 w 91"/>
                      <a:gd name="T13" fmla="*/ 66 h 204"/>
                      <a:gd name="T14" fmla="*/ 90 w 91"/>
                      <a:gd name="T15" fmla="*/ 111 h 204"/>
                      <a:gd name="T16" fmla="*/ 83 w 91"/>
                      <a:gd name="T17" fmla="*/ 108 h 204"/>
                      <a:gd name="T18" fmla="*/ 78 w 91"/>
                      <a:gd name="T19" fmla="*/ 113 h 204"/>
                      <a:gd name="T20" fmla="*/ 78 w 91"/>
                      <a:gd name="T21" fmla="*/ 73 h 204"/>
                      <a:gd name="T22" fmla="*/ 53 w 91"/>
                      <a:gd name="T23" fmla="*/ 79 h 204"/>
                      <a:gd name="T24" fmla="*/ 46 w 91"/>
                      <a:gd name="T25" fmla="*/ 83 h 204"/>
                      <a:gd name="T26" fmla="*/ 41 w 91"/>
                      <a:gd name="T27" fmla="*/ 93 h 204"/>
                      <a:gd name="T28" fmla="*/ 51 w 91"/>
                      <a:gd name="T29" fmla="*/ 111 h 204"/>
                      <a:gd name="T30" fmla="*/ 42 w 91"/>
                      <a:gd name="T31" fmla="*/ 118 h 204"/>
                      <a:gd name="T32" fmla="*/ 42 w 91"/>
                      <a:gd name="T33" fmla="*/ 149 h 204"/>
                      <a:gd name="T34" fmla="*/ 54 w 91"/>
                      <a:gd name="T35" fmla="*/ 155 h 204"/>
                      <a:gd name="T36" fmla="*/ 69 w 91"/>
                      <a:gd name="T37" fmla="*/ 163 h 204"/>
                      <a:gd name="T38" fmla="*/ 62 w 91"/>
                      <a:gd name="T39" fmla="*/ 203 h 204"/>
                      <a:gd name="T40" fmla="*/ 23 w 91"/>
                      <a:gd name="T41" fmla="*/ 161 h 204"/>
                      <a:gd name="T42" fmla="*/ 23 w 91"/>
                      <a:gd name="T43" fmla="*/ 116 h 204"/>
                      <a:gd name="T44" fmla="*/ 14 w 91"/>
                      <a:gd name="T45" fmla="*/ 116 h 204"/>
                      <a:gd name="T46" fmla="*/ 0 w 91"/>
                      <a:gd name="T47" fmla="*/ 80 h 204"/>
                      <a:gd name="T48" fmla="*/ 3 w 91"/>
                      <a:gd name="T49" fmla="*/ 74 h 204"/>
                      <a:gd name="T50" fmla="*/ 2 w 91"/>
                      <a:gd name="T51" fmla="*/ 60 h 204"/>
                      <a:gd name="T52" fmla="*/ 3 w 91"/>
                      <a:gd name="T53" fmla="*/ 52 h 204"/>
                      <a:gd name="T54" fmla="*/ 3 w 91"/>
                      <a:gd name="T55" fmla="*/ 42 h 204"/>
                      <a:gd name="T56" fmla="*/ 6 w 91"/>
                      <a:gd name="T57" fmla="*/ 28 h 204"/>
                      <a:gd name="T58" fmla="*/ 14 w 91"/>
                      <a:gd name="T59" fmla="*/ 16 h 20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1"/>
                      <a:gd name="T91" fmla="*/ 0 h 204"/>
                      <a:gd name="T92" fmla="*/ 91 w 91"/>
                      <a:gd name="T93" fmla="*/ 204 h 20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1" h="204">
                        <a:moveTo>
                          <a:pt x="14" y="16"/>
                        </a:moveTo>
                        <a:lnTo>
                          <a:pt x="19" y="7"/>
                        </a:lnTo>
                        <a:lnTo>
                          <a:pt x="25" y="0"/>
                        </a:lnTo>
                        <a:lnTo>
                          <a:pt x="50" y="25"/>
                        </a:lnTo>
                        <a:lnTo>
                          <a:pt x="51" y="59"/>
                        </a:lnTo>
                        <a:lnTo>
                          <a:pt x="77" y="65"/>
                        </a:lnTo>
                        <a:lnTo>
                          <a:pt x="86" y="66"/>
                        </a:lnTo>
                        <a:lnTo>
                          <a:pt x="90" y="111"/>
                        </a:lnTo>
                        <a:lnTo>
                          <a:pt x="83" y="108"/>
                        </a:lnTo>
                        <a:lnTo>
                          <a:pt x="78" y="113"/>
                        </a:lnTo>
                        <a:lnTo>
                          <a:pt x="78" y="73"/>
                        </a:lnTo>
                        <a:lnTo>
                          <a:pt x="53" y="79"/>
                        </a:lnTo>
                        <a:lnTo>
                          <a:pt x="46" y="83"/>
                        </a:lnTo>
                        <a:lnTo>
                          <a:pt x="41" y="93"/>
                        </a:lnTo>
                        <a:lnTo>
                          <a:pt x="51" y="111"/>
                        </a:lnTo>
                        <a:lnTo>
                          <a:pt x="42" y="118"/>
                        </a:lnTo>
                        <a:lnTo>
                          <a:pt x="42" y="149"/>
                        </a:lnTo>
                        <a:lnTo>
                          <a:pt x="54" y="155"/>
                        </a:lnTo>
                        <a:lnTo>
                          <a:pt x="69" y="163"/>
                        </a:lnTo>
                        <a:lnTo>
                          <a:pt x="62" y="203"/>
                        </a:lnTo>
                        <a:lnTo>
                          <a:pt x="23" y="161"/>
                        </a:lnTo>
                        <a:lnTo>
                          <a:pt x="23" y="116"/>
                        </a:lnTo>
                        <a:lnTo>
                          <a:pt x="14" y="116"/>
                        </a:lnTo>
                        <a:lnTo>
                          <a:pt x="0" y="80"/>
                        </a:lnTo>
                        <a:lnTo>
                          <a:pt x="3" y="74"/>
                        </a:lnTo>
                        <a:lnTo>
                          <a:pt x="2" y="60"/>
                        </a:lnTo>
                        <a:lnTo>
                          <a:pt x="3" y="52"/>
                        </a:lnTo>
                        <a:lnTo>
                          <a:pt x="3" y="42"/>
                        </a:lnTo>
                        <a:lnTo>
                          <a:pt x="6" y="28"/>
                        </a:lnTo>
                        <a:lnTo>
                          <a:pt x="14" y="16"/>
                        </a:lnTo>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595" name="Freeform 59"/>
                  <p:cNvSpPr/>
                  <p:nvPr/>
                </p:nvSpPr>
                <p:spPr bwMode="auto">
                  <a:xfrm>
                    <a:off x="3224" y="1705"/>
                    <a:ext cx="142" cy="118"/>
                  </a:xfrm>
                  <a:custGeom>
                    <a:avLst/>
                    <a:gdLst>
                      <a:gd name="T0" fmla="*/ 1 w 142"/>
                      <a:gd name="T1" fmla="*/ 96 h 118"/>
                      <a:gd name="T2" fmla="*/ 0 w 142"/>
                      <a:gd name="T3" fmla="*/ 81 h 118"/>
                      <a:gd name="T4" fmla="*/ 3 w 142"/>
                      <a:gd name="T5" fmla="*/ 62 h 118"/>
                      <a:gd name="T6" fmla="*/ 6 w 142"/>
                      <a:gd name="T7" fmla="*/ 45 h 118"/>
                      <a:gd name="T8" fmla="*/ 11 w 142"/>
                      <a:gd name="T9" fmla="*/ 32 h 118"/>
                      <a:gd name="T10" fmla="*/ 18 w 142"/>
                      <a:gd name="T11" fmla="*/ 21 h 118"/>
                      <a:gd name="T12" fmla="*/ 30 w 142"/>
                      <a:gd name="T13" fmla="*/ 16 h 118"/>
                      <a:gd name="T14" fmla="*/ 37 w 142"/>
                      <a:gd name="T15" fmla="*/ 11 h 118"/>
                      <a:gd name="T16" fmla="*/ 50 w 142"/>
                      <a:gd name="T17" fmla="*/ 5 h 118"/>
                      <a:gd name="T18" fmla="*/ 64 w 142"/>
                      <a:gd name="T19" fmla="*/ 0 h 118"/>
                      <a:gd name="T20" fmla="*/ 79 w 142"/>
                      <a:gd name="T21" fmla="*/ 0 h 118"/>
                      <a:gd name="T22" fmla="*/ 96 w 142"/>
                      <a:gd name="T23" fmla="*/ 3 h 118"/>
                      <a:gd name="T24" fmla="*/ 106 w 142"/>
                      <a:gd name="T25" fmla="*/ 8 h 118"/>
                      <a:gd name="T26" fmla="*/ 114 w 142"/>
                      <a:gd name="T27" fmla="*/ 14 h 118"/>
                      <a:gd name="T28" fmla="*/ 127 w 142"/>
                      <a:gd name="T29" fmla="*/ 24 h 118"/>
                      <a:gd name="T30" fmla="*/ 135 w 142"/>
                      <a:gd name="T31" fmla="*/ 33 h 118"/>
                      <a:gd name="T32" fmla="*/ 141 w 142"/>
                      <a:gd name="T33" fmla="*/ 38 h 118"/>
                      <a:gd name="T34" fmla="*/ 135 w 142"/>
                      <a:gd name="T35" fmla="*/ 38 h 118"/>
                      <a:gd name="T36" fmla="*/ 135 w 142"/>
                      <a:gd name="T37" fmla="*/ 42 h 118"/>
                      <a:gd name="T38" fmla="*/ 135 w 142"/>
                      <a:gd name="T39" fmla="*/ 48 h 118"/>
                      <a:gd name="T40" fmla="*/ 134 w 142"/>
                      <a:gd name="T41" fmla="*/ 57 h 118"/>
                      <a:gd name="T42" fmla="*/ 137 w 142"/>
                      <a:gd name="T43" fmla="*/ 70 h 118"/>
                      <a:gd name="T44" fmla="*/ 138 w 142"/>
                      <a:gd name="T45" fmla="*/ 84 h 118"/>
                      <a:gd name="T46" fmla="*/ 131 w 142"/>
                      <a:gd name="T47" fmla="*/ 100 h 118"/>
                      <a:gd name="T48" fmla="*/ 132 w 142"/>
                      <a:gd name="T49" fmla="*/ 78 h 118"/>
                      <a:gd name="T50" fmla="*/ 131 w 142"/>
                      <a:gd name="T51" fmla="*/ 63 h 118"/>
                      <a:gd name="T52" fmla="*/ 127 w 142"/>
                      <a:gd name="T53" fmla="*/ 55 h 118"/>
                      <a:gd name="T54" fmla="*/ 122 w 142"/>
                      <a:gd name="T55" fmla="*/ 52 h 118"/>
                      <a:gd name="T56" fmla="*/ 119 w 142"/>
                      <a:gd name="T57" fmla="*/ 47 h 118"/>
                      <a:gd name="T58" fmla="*/ 114 w 142"/>
                      <a:gd name="T59" fmla="*/ 48 h 118"/>
                      <a:gd name="T60" fmla="*/ 105 w 142"/>
                      <a:gd name="T61" fmla="*/ 52 h 118"/>
                      <a:gd name="T62" fmla="*/ 96 w 142"/>
                      <a:gd name="T63" fmla="*/ 52 h 118"/>
                      <a:gd name="T64" fmla="*/ 85 w 142"/>
                      <a:gd name="T65" fmla="*/ 52 h 118"/>
                      <a:gd name="T66" fmla="*/ 76 w 142"/>
                      <a:gd name="T67" fmla="*/ 51 h 118"/>
                      <a:gd name="T68" fmla="*/ 69 w 142"/>
                      <a:gd name="T69" fmla="*/ 51 h 118"/>
                      <a:gd name="T70" fmla="*/ 75 w 142"/>
                      <a:gd name="T71" fmla="*/ 54 h 118"/>
                      <a:gd name="T72" fmla="*/ 80 w 142"/>
                      <a:gd name="T73" fmla="*/ 55 h 118"/>
                      <a:gd name="T74" fmla="*/ 74 w 142"/>
                      <a:gd name="T75" fmla="*/ 56 h 118"/>
                      <a:gd name="T76" fmla="*/ 64 w 142"/>
                      <a:gd name="T77" fmla="*/ 55 h 118"/>
                      <a:gd name="T78" fmla="*/ 53 w 142"/>
                      <a:gd name="T79" fmla="*/ 54 h 118"/>
                      <a:gd name="T80" fmla="*/ 42 w 142"/>
                      <a:gd name="T81" fmla="*/ 54 h 118"/>
                      <a:gd name="T82" fmla="*/ 36 w 142"/>
                      <a:gd name="T83" fmla="*/ 54 h 118"/>
                      <a:gd name="T84" fmla="*/ 31 w 142"/>
                      <a:gd name="T85" fmla="*/ 54 h 118"/>
                      <a:gd name="T86" fmla="*/ 33 w 142"/>
                      <a:gd name="T87" fmla="*/ 55 h 118"/>
                      <a:gd name="T88" fmla="*/ 36 w 142"/>
                      <a:gd name="T89" fmla="*/ 60 h 118"/>
                      <a:gd name="T90" fmla="*/ 36 w 142"/>
                      <a:gd name="T91" fmla="*/ 67 h 118"/>
                      <a:gd name="T92" fmla="*/ 34 w 142"/>
                      <a:gd name="T93" fmla="*/ 74 h 118"/>
                      <a:gd name="T94" fmla="*/ 29 w 142"/>
                      <a:gd name="T95" fmla="*/ 82 h 118"/>
                      <a:gd name="T96" fmla="*/ 26 w 142"/>
                      <a:gd name="T97" fmla="*/ 91 h 118"/>
                      <a:gd name="T98" fmla="*/ 25 w 142"/>
                      <a:gd name="T99" fmla="*/ 101 h 118"/>
                      <a:gd name="T100" fmla="*/ 26 w 142"/>
                      <a:gd name="T101" fmla="*/ 113 h 118"/>
                      <a:gd name="T102" fmla="*/ 27 w 142"/>
                      <a:gd name="T103" fmla="*/ 117 h 118"/>
                      <a:gd name="T104" fmla="*/ 19 w 142"/>
                      <a:gd name="T105" fmla="*/ 109 h 118"/>
                      <a:gd name="T106" fmla="*/ 9 w 142"/>
                      <a:gd name="T107" fmla="*/ 100 h 118"/>
                      <a:gd name="T108" fmla="*/ 6 w 142"/>
                      <a:gd name="T109" fmla="*/ 101 h 118"/>
                      <a:gd name="T110" fmla="*/ 4 w 142"/>
                      <a:gd name="T111" fmla="*/ 108 h 118"/>
                      <a:gd name="T112" fmla="*/ 1 w 142"/>
                      <a:gd name="T113" fmla="*/ 96 h 11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2"/>
                      <a:gd name="T172" fmla="*/ 0 h 118"/>
                      <a:gd name="T173" fmla="*/ 142 w 142"/>
                      <a:gd name="T174" fmla="*/ 118 h 11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2" h="118">
                        <a:moveTo>
                          <a:pt x="1" y="96"/>
                        </a:moveTo>
                        <a:lnTo>
                          <a:pt x="0" y="81"/>
                        </a:lnTo>
                        <a:lnTo>
                          <a:pt x="3" y="62"/>
                        </a:lnTo>
                        <a:lnTo>
                          <a:pt x="6" y="45"/>
                        </a:lnTo>
                        <a:lnTo>
                          <a:pt x="11" y="32"/>
                        </a:lnTo>
                        <a:lnTo>
                          <a:pt x="18" y="21"/>
                        </a:lnTo>
                        <a:lnTo>
                          <a:pt x="30" y="16"/>
                        </a:lnTo>
                        <a:lnTo>
                          <a:pt x="37" y="11"/>
                        </a:lnTo>
                        <a:lnTo>
                          <a:pt x="50" y="5"/>
                        </a:lnTo>
                        <a:lnTo>
                          <a:pt x="64" y="0"/>
                        </a:lnTo>
                        <a:lnTo>
                          <a:pt x="79" y="0"/>
                        </a:lnTo>
                        <a:lnTo>
                          <a:pt x="96" y="3"/>
                        </a:lnTo>
                        <a:lnTo>
                          <a:pt x="106" y="8"/>
                        </a:lnTo>
                        <a:lnTo>
                          <a:pt x="114" y="14"/>
                        </a:lnTo>
                        <a:lnTo>
                          <a:pt x="127" y="24"/>
                        </a:lnTo>
                        <a:lnTo>
                          <a:pt x="135" y="33"/>
                        </a:lnTo>
                        <a:lnTo>
                          <a:pt x="141" y="38"/>
                        </a:lnTo>
                        <a:lnTo>
                          <a:pt x="135" y="38"/>
                        </a:lnTo>
                        <a:lnTo>
                          <a:pt x="135" y="42"/>
                        </a:lnTo>
                        <a:lnTo>
                          <a:pt x="135" y="48"/>
                        </a:lnTo>
                        <a:lnTo>
                          <a:pt x="134" y="57"/>
                        </a:lnTo>
                        <a:lnTo>
                          <a:pt x="137" y="70"/>
                        </a:lnTo>
                        <a:lnTo>
                          <a:pt x="138" y="84"/>
                        </a:lnTo>
                        <a:lnTo>
                          <a:pt x="131" y="100"/>
                        </a:lnTo>
                        <a:lnTo>
                          <a:pt x="132" y="78"/>
                        </a:lnTo>
                        <a:lnTo>
                          <a:pt x="131" y="63"/>
                        </a:lnTo>
                        <a:lnTo>
                          <a:pt x="127" y="55"/>
                        </a:lnTo>
                        <a:lnTo>
                          <a:pt x="122" y="52"/>
                        </a:lnTo>
                        <a:lnTo>
                          <a:pt x="119" y="47"/>
                        </a:lnTo>
                        <a:lnTo>
                          <a:pt x="114" y="48"/>
                        </a:lnTo>
                        <a:lnTo>
                          <a:pt x="105" y="52"/>
                        </a:lnTo>
                        <a:lnTo>
                          <a:pt x="96" y="52"/>
                        </a:lnTo>
                        <a:lnTo>
                          <a:pt x="85" y="52"/>
                        </a:lnTo>
                        <a:lnTo>
                          <a:pt x="76" y="51"/>
                        </a:lnTo>
                        <a:lnTo>
                          <a:pt x="69" y="51"/>
                        </a:lnTo>
                        <a:lnTo>
                          <a:pt x="75" y="54"/>
                        </a:lnTo>
                        <a:lnTo>
                          <a:pt x="80" y="55"/>
                        </a:lnTo>
                        <a:lnTo>
                          <a:pt x="74" y="56"/>
                        </a:lnTo>
                        <a:lnTo>
                          <a:pt x="64" y="55"/>
                        </a:lnTo>
                        <a:lnTo>
                          <a:pt x="53" y="54"/>
                        </a:lnTo>
                        <a:lnTo>
                          <a:pt x="42" y="54"/>
                        </a:lnTo>
                        <a:lnTo>
                          <a:pt x="36" y="54"/>
                        </a:lnTo>
                        <a:lnTo>
                          <a:pt x="31" y="54"/>
                        </a:lnTo>
                        <a:lnTo>
                          <a:pt x="33" y="55"/>
                        </a:lnTo>
                        <a:lnTo>
                          <a:pt x="36" y="60"/>
                        </a:lnTo>
                        <a:lnTo>
                          <a:pt x="36" y="67"/>
                        </a:lnTo>
                        <a:lnTo>
                          <a:pt x="34" y="74"/>
                        </a:lnTo>
                        <a:lnTo>
                          <a:pt x="29" y="82"/>
                        </a:lnTo>
                        <a:lnTo>
                          <a:pt x="26" y="91"/>
                        </a:lnTo>
                        <a:lnTo>
                          <a:pt x="25" y="101"/>
                        </a:lnTo>
                        <a:lnTo>
                          <a:pt x="26" y="113"/>
                        </a:lnTo>
                        <a:lnTo>
                          <a:pt x="27" y="117"/>
                        </a:lnTo>
                        <a:lnTo>
                          <a:pt x="19" y="109"/>
                        </a:lnTo>
                        <a:lnTo>
                          <a:pt x="9" y="100"/>
                        </a:lnTo>
                        <a:lnTo>
                          <a:pt x="6" y="101"/>
                        </a:lnTo>
                        <a:lnTo>
                          <a:pt x="4" y="108"/>
                        </a:lnTo>
                        <a:lnTo>
                          <a:pt x="1" y="96"/>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nvGrpSpPr>
                <p:cNvPr id="60589" name="Group 60"/>
                <p:cNvGrpSpPr/>
                <p:nvPr/>
              </p:nvGrpSpPr>
              <p:grpSpPr bwMode="auto">
                <a:xfrm>
                  <a:off x="3100" y="2924"/>
                  <a:ext cx="394" cy="96"/>
                  <a:chOff x="3100" y="2924"/>
                  <a:chExt cx="394" cy="96"/>
                </a:xfrm>
              </p:grpSpPr>
              <p:sp>
                <p:nvSpPr>
                  <p:cNvPr id="60591" name="Freeform 61"/>
                  <p:cNvSpPr/>
                  <p:nvPr/>
                </p:nvSpPr>
                <p:spPr bwMode="auto">
                  <a:xfrm>
                    <a:off x="3100" y="2924"/>
                    <a:ext cx="171" cy="96"/>
                  </a:xfrm>
                  <a:custGeom>
                    <a:avLst/>
                    <a:gdLst>
                      <a:gd name="T0" fmla="*/ 81 w 171"/>
                      <a:gd name="T1" fmla="*/ 13 h 96"/>
                      <a:gd name="T2" fmla="*/ 60 w 171"/>
                      <a:gd name="T3" fmla="*/ 28 h 96"/>
                      <a:gd name="T4" fmla="*/ 33 w 171"/>
                      <a:gd name="T5" fmla="*/ 47 h 96"/>
                      <a:gd name="T6" fmla="*/ 14 w 171"/>
                      <a:gd name="T7" fmla="*/ 58 h 96"/>
                      <a:gd name="T8" fmla="*/ 2 w 171"/>
                      <a:gd name="T9" fmla="*/ 66 h 96"/>
                      <a:gd name="T10" fmla="*/ 0 w 171"/>
                      <a:gd name="T11" fmla="*/ 83 h 96"/>
                      <a:gd name="T12" fmla="*/ 11 w 171"/>
                      <a:gd name="T13" fmla="*/ 90 h 96"/>
                      <a:gd name="T14" fmla="*/ 35 w 171"/>
                      <a:gd name="T15" fmla="*/ 93 h 96"/>
                      <a:gd name="T16" fmla="*/ 59 w 171"/>
                      <a:gd name="T17" fmla="*/ 95 h 96"/>
                      <a:gd name="T18" fmla="*/ 81 w 171"/>
                      <a:gd name="T19" fmla="*/ 93 h 96"/>
                      <a:gd name="T20" fmla="*/ 97 w 171"/>
                      <a:gd name="T21" fmla="*/ 83 h 96"/>
                      <a:gd name="T22" fmla="*/ 124 w 171"/>
                      <a:gd name="T23" fmla="*/ 71 h 96"/>
                      <a:gd name="T24" fmla="*/ 167 w 171"/>
                      <a:gd name="T25" fmla="*/ 60 h 96"/>
                      <a:gd name="T26" fmla="*/ 170 w 171"/>
                      <a:gd name="T27" fmla="*/ 24 h 96"/>
                      <a:gd name="T28" fmla="*/ 164 w 171"/>
                      <a:gd name="T29" fmla="*/ 0 h 96"/>
                      <a:gd name="T30" fmla="*/ 81 w 171"/>
                      <a:gd name="T31" fmla="*/ 13 h 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1"/>
                      <a:gd name="T49" fmla="*/ 0 h 96"/>
                      <a:gd name="T50" fmla="*/ 171 w 171"/>
                      <a:gd name="T51" fmla="*/ 96 h 9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1" h="96">
                        <a:moveTo>
                          <a:pt x="81" y="13"/>
                        </a:moveTo>
                        <a:lnTo>
                          <a:pt x="60" y="28"/>
                        </a:lnTo>
                        <a:lnTo>
                          <a:pt x="33" y="47"/>
                        </a:lnTo>
                        <a:lnTo>
                          <a:pt x="14" y="58"/>
                        </a:lnTo>
                        <a:lnTo>
                          <a:pt x="2" y="66"/>
                        </a:lnTo>
                        <a:lnTo>
                          <a:pt x="0" y="83"/>
                        </a:lnTo>
                        <a:lnTo>
                          <a:pt x="11" y="90"/>
                        </a:lnTo>
                        <a:lnTo>
                          <a:pt x="35" y="93"/>
                        </a:lnTo>
                        <a:lnTo>
                          <a:pt x="59" y="95"/>
                        </a:lnTo>
                        <a:lnTo>
                          <a:pt x="81" y="93"/>
                        </a:lnTo>
                        <a:lnTo>
                          <a:pt x="97" y="83"/>
                        </a:lnTo>
                        <a:lnTo>
                          <a:pt x="124" y="71"/>
                        </a:lnTo>
                        <a:lnTo>
                          <a:pt x="167" y="60"/>
                        </a:lnTo>
                        <a:lnTo>
                          <a:pt x="170" y="24"/>
                        </a:lnTo>
                        <a:lnTo>
                          <a:pt x="164" y="0"/>
                        </a:lnTo>
                        <a:lnTo>
                          <a:pt x="81" y="13"/>
                        </a:lnTo>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592" name="Freeform 62"/>
                  <p:cNvSpPr/>
                  <p:nvPr/>
                </p:nvSpPr>
                <p:spPr bwMode="auto">
                  <a:xfrm>
                    <a:off x="3318" y="2932"/>
                    <a:ext cx="176" cy="80"/>
                  </a:xfrm>
                  <a:custGeom>
                    <a:avLst/>
                    <a:gdLst>
                      <a:gd name="T0" fmla="*/ 4 w 176"/>
                      <a:gd name="T1" fmla="*/ 1 h 80"/>
                      <a:gd name="T2" fmla="*/ 0 w 176"/>
                      <a:gd name="T3" fmla="*/ 31 h 80"/>
                      <a:gd name="T4" fmla="*/ 4 w 176"/>
                      <a:gd name="T5" fmla="*/ 55 h 80"/>
                      <a:gd name="T6" fmla="*/ 44 w 176"/>
                      <a:gd name="T7" fmla="*/ 63 h 80"/>
                      <a:gd name="T8" fmla="*/ 65 w 176"/>
                      <a:gd name="T9" fmla="*/ 63 h 80"/>
                      <a:gd name="T10" fmla="*/ 94 w 176"/>
                      <a:gd name="T11" fmla="*/ 71 h 80"/>
                      <a:gd name="T12" fmla="*/ 129 w 176"/>
                      <a:gd name="T13" fmla="*/ 76 h 80"/>
                      <a:gd name="T14" fmla="*/ 174 w 176"/>
                      <a:gd name="T15" fmla="*/ 79 h 80"/>
                      <a:gd name="T16" fmla="*/ 175 w 176"/>
                      <a:gd name="T17" fmla="*/ 68 h 80"/>
                      <a:gd name="T18" fmla="*/ 175 w 176"/>
                      <a:gd name="T19" fmla="*/ 56 h 80"/>
                      <a:gd name="T20" fmla="*/ 140 w 176"/>
                      <a:gd name="T21" fmla="*/ 37 h 80"/>
                      <a:gd name="T22" fmla="*/ 100 w 176"/>
                      <a:gd name="T23" fmla="*/ 16 h 80"/>
                      <a:gd name="T24" fmla="*/ 76 w 176"/>
                      <a:gd name="T25" fmla="*/ 0 h 80"/>
                      <a:gd name="T26" fmla="*/ 4 w 176"/>
                      <a:gd name="T27" fmla="*/ 1 h 8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6"/>
                      <a:gd name="T43" fmla="*/ 0 h 80"/>
                      <a:gd name="T44" fmla="*/ 176 w 176"/>
                      <a:gd name="T45" fmla="*/ 80 h 8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6" h="80">
                        <a:moveTo>
                          <a:pt x="4" y="1"/>
                        </a:moveTo>
                        <a:lnTo>
                          <a:pt x="0" y="31"/>
                        </a:lnTo>
                        <a:lnTo>
                          <a:pt x="4" y="55"/>
                        </a:lnTo>
                        <a:lnTo>
                          <a:pt x="44" y="63"/>
                        </a:lnTo>
                        <a:lnTo>
                          <a:pt x="65" y="63"/>
                        </a:lnTo>
                        <a:lnTo>
                          <a:pt x="94" y="71"/>
                        </a:lnTo>
                        <a:lnTo>
                          <a:pt x="129" y="76"/>
                        </a:lnTo>
                        <a:lnTo>
                          <a:pt x="174" y="79"/>
                        </a:lnTo>
                        <a:lnTo>
                          <a:pt x="175" y="68"/>
                        </a:lnTo>
                        <a:lnTo>
                          <a:pt x="175" y="56"/>
                        </a:lnTo>
                        <a:lnTo>
                          <a:pt x="140" y="37"/>
                        </a:lnTo>
                        <a:lnTo>
                          <a:pt x="100" y="16"/>
                        </a:lnTo>
                        <a:lnTo>
                          <a:pt x="76" y="0"/>
                        </a:lnTo>
                        <a:lnTo>
                          <a:pt x="4" y="1"/>
                        </a:lnTo>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
              <p:nvSpPr>
                <p:cNvPr id="60590" name="Freeform 63"/>
                <p:cNvSpPr/>
                <p:nvPr/>
              </p:nvSpPr>
              <p:spPr bwMode="auto">
                <a:xfrm>
                  <a:off x="3170" y="2265"/>
                  <a:ext cx="268" cy="690"/>
                </a:xfrm>
                <a:custGeom>
                  <a:avLst/>
                  <a:gdLst>
                    <a:gd name="T0" fmla="*/ 8 w 268"/>
                    <a:gd name="T1" fmla="*/ 0 h 690"/>
                    <a:gd name="T2" fmla="*/ 0 w 268"/>
                    <a:gd name="T3" fmla="*/ 60 h 690"/>
                    <a:gd name="T4" fmla="*/ 0 w 268"/>
                    <a:gd name="T5" fmla="*/ 155 h 690"/>
                    <a:gd name="T6" fmla="*/ 0 w 268"/>
                    <a:gd name="T7" fmla="*/ 267 h 690"/>
                    <a:gd name="T8" fmla="*/ 8 w 268"/>
                    <a:gd name="T9" fmla="*/ 333 h 690"/>
                    <a:gd name="T10" fmla="*/ 8 w 268"/>
                    <a:gd name="T11" fmla="*/ 361 h 690"/>
                    <a:gd name="T12" fmla="*/ 3 w 268"/>
                    <a:gd name="T13" fmla="*/ 467 h 690"/>
                    <a:gd name="T14" fmla="*/ 6 w 268"/>
                    <a:gd name="T15" fmla="*/ 542 h 690"/>
                    <a:gd name="T16" fmla="*/ 11 w 268"/>
                    <a:gd name="T17" fmla="*/ 644 h 690"/>
                    <a:gd name="T18" fmla="*/ 11 w 268"/>
                    <a:gd name="T19" fmla="*/ 672 h 690"/>
                    <a:gd name="T20" fmla="*/ 28 w 268"/>
                    <a:gd name="T21" fmla="*/ 686 h 690"/>
                    <a:gd name="T22" fmla="*/ 96 w 268"/>
                    <a:gd name="T23" fmla="*/ 669 h 690"/>
                    <a:gd name="T24" fmla="*/ 115 w 268"/>
                    <a:gd name="T25" fmla="*/ 450 h 690"/>
                    <a:gd name="T26" fmla="*/ 121 w 268"/>
                    <a:gd name="T27" fmla="*/ 311 h 690"/>
                    <a:gd name="T28" fmla="*/ 129 w 268"/>
                    <a:gd name="T29" fmla="*/ 189 h 690"/>
                    <a:gd name="T30" fmla="*/ 138 w 268"/>
                    <a:gd name="T31" fmla="*/ 383 h 690"/>
                    <a:gd name="T32" fmla="*/ 146 w 268"/>
                    <a:gd name="T33" fmla="*/ 667 h 690"/>
                    <a:gd name="T34" fmla="*/ 214 w 268"/>
                    <a:gd name="T35" fmla="*/ 689 h 690"/>
                    <a:gd name="T36" fmla="*/ 228 w 268"/>
                    <a:gd name="T37" fmla="*/ 672 h 690"/>
                    <a:gd name="T38" fmla="*/ 245 w 268"/>
                    <a:gd name="T39" fmla="*/ 422 h 690"/>
                    <a:gd name="T40" fmla="*/ 247 w 268"/>
                    <a:gd name="T41" fmla="*/ 300 h 690"/>
                    <a:gd name="T42" fmla="*/ 267 w 268"/>
                    <a:gd name="T43" fmla="*/ 33 h 690"/>
                    <a:gd name="T44" fmla="*/ 261 w 268"/>
                    <a:gd name="T45" fmla="*/ 3 h 690"/>
                    <a:gd name="T46" fmla="*/ 8 w 268"/>
                    <a:gd name="T47" fmla="*/ 0 h 69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68"/>
                    <a:gd name="T73" fmla="*/ 0 h 690"/>
                    <a:gd name="T74" fmla="*/ 268 w 268"/>
                    <a:gd name="T75" fmla="*/ 690 h 69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68" h="690">
                      <a:moveTo>
                        <a:pt x="8" y="0"/>
                      </a:moveTo>
                      <a:lnTo>
                        <a:pt x="0" y="60"/>
                      </a:lnTo>
                      <a:lnTo>
                        <a:pt x="0" y="155"/>
                      </a:lnTo>
                      <a:lnTo>
                        <a:pt x="0" y="267"/>
                      </a:lnTo>
                      <a:lnTo>
                        <a:pt x="8" y="333"/>
                      </a:lnTo>
                      <a:lnTo>
                        <a:pt x="8" y="361"/>
                      </a:lnTo>
                      <a:lnTo>
                        <a:pt x="3" y="467"/>
                      </a:lnTo>
                      <a:lnTo>
                        <a:pt x="6" y="542"/>
                      </a:lnTo>
                      <a:lnTo>
                        <a:pt x="11" y="644"/>
                      </a:lnTo>
                      <a:lnTo>
                        <a:pt x="11" y="672"/>
                      </a:lnTo>
                      <a:lnTo>
                        <a:pt x="28" y="686"/>
                      </a:lnTo>
                      <a:lnTo>
                        <a:pt x="96" y="669"/>
                      </a:lnTo>
                      <a:lnTo>
                        <a:pt x="115" y="450"/>
                      </a:lnTo>
                      <a:lnTo>
                        <a:pt x="121" y="311"/>
                      </a:lnTo>
                      <a:lnTo>
                        <a:pt x="129" y="189"/>
                      </a:lnTo>
                      <a:lnTo>
                        <a:pt x="138" y="383"/>
                      </a:lnTo>
                      <a:lnTo>
                        <a:pt x="146" y="667"/>
                      </a:lnTo>
                      <a:lnTo>
                        <a:pt x="214" y="689"/>
                      </a:lnTo>
                      <a:lnTo>
                        <a:pt x="228" y="672"/>
                      </a:lnTo>
                      <a:lnTo>
                        <a:pt x="245" y="422"/>
                      </a:lnTo>
                      <a:lnTo>
                        <a:pt x="247" y="300"/>
                      </a:lnTo>
                      <a:lnTo>
                        <a:pt x="267" y="33"/>
                      </a:lnTo>
                      <a:lnTo>
                        <a:pt x="261" y="3"/>
                      </a:lnTo>
                      <a:lnTo>
                        <a:pt x="8" y="0"/>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grpSp>
          <p:nvGrpSpPr>
            <p:cNvPr id="60427" name="Group 64"/>
            <p:cNvGrpSpPr/>
            <p:nvPr/>
          </p:nvGrpSpPr>
          <p:grpSpPr bwMode="auto">
            <a:xfrm>
              <a:off x="2807" y="1783"/>
              <a:ext cx="449" cy="1323"/>
              <a:chOff x="2807" y="1783"/>
              <a:chExt cx="449" cy="1323"/>
            </a:xfrm>
          </p:grpSpPr>
          <p:grpSp>
            <p:nvGrpSpPr>
              <p:cNvPr id="60563" name="Group 65"/>
              <p:cNvGrpSpPr/>
              <p:nvPr/>
            </p:nvGrpSpPr>
            <p:grpSpPr bwMode="auto">
              <a:xfrm>
                <a:off x="2807" y="1954"/>
                <a:ext cx="449" cy="1152"/>
                <a:chOff x="2807" y="1954"/>
                <a:chExt cx="449" cy="1152"/>
              </a:xfrm>
            </p:grpSpPr>
            <p:grpSp>
              <p:nvGrpSpPr>
                <p:cNvPr id="60574" name="Group 66"/>
                <p:cNvGrpSpPr/>
                <p:nvPr/>
              </p:nvGrpSpPr>
              <p:grpSpPr bwMode="auto">
                <a:xfrm>
                  <a:off x="2822" y="2991"/>
                  <a:ext cx="397" cy="115"/>
                  <a:chOff x="2822" y="2991"/>
                  <a:chExt cx="397" cy="115"/>
                </a:xfrm>
              </p:grpSpPr>
              <p:sp>
                <p:nvSpPr>
                  <p:cNvPr id="60584" name="Freeform 67"/>
                  <p:cNvSpPr/>
                  <p:nvPr/>
                </p:nvSpPr>
                <p:spPr bwMode="auto">
                  <a:xfrm>
                    <a:off x="2822" y="3016"/>
                    <a:ext cx="122" cy="90"/>
                  </a:xfrm>
                  <a:custGeom>
                    <a:avLst/>
                    <a:gdLst>
                      <a:gd name="T0" fmla="*/ 46 w 122"/>
                      <a:gd name="T1" fmla="*/ 19 h 90"/>
                      <a:gd name="T2" fmla="*/ 19 w 122"/>
                      <a:gd name="T3" fmla="*/ 43 h 90"/>
                      <a:gd name="T4" fmla="*/ 0 w 122"/>
                      <a:gd name="T5" fmla="*/ 66 h 90"/>
                      <a:gd name="T6" fmla="*/ 2 w 122"/>
                      <a:gd name="T7" fmla="*/ 82 h 90"/>
                      <a:gd name="T8" fmla="*/ 16 w 122"/>
                      <a:gd name="T9" fmla="*/ 89 h 90"/>
                      <a:gd name="T10" fmla="*/ 54 w 122"/>
                      <a:gd name="T11" fmla="*/ 86 h 90"/>
                      <a:gd name="T12" fmla="*/ 76 w 122"/>
                      <a:gd name="T13" fmla="*/ 76 h 90"/>
                      <a:gd name="T14" fmla="*/ 87 w 122"/>
                      <a:gd name="T15" fmla="*/ 58 h 90"/>
                      <a:gd name="T16" fmla="*/ 120 w 122"/>
                      <a:gd name="T17" fmla="*/ 45 h 90"/>
                      <a:gd name="T18" fmla="*/ 121 w 122"/>
                      <a:gd name="T19" fmla="*/ 21 h 90"/>
                      <a:gd name="T20" fmla="*/ 116 w 122"/>
                      <a:gd name="T21" fmla="*/ 0 h 90"/>
                      <a:gd name="T22" fmla="*/ 83 w 122"/>
                      <a:gd name="T23" fmla="*/ 16 h 90"/>
                      <a:gd name="T24" fmla="*/ 46 w 122"/>
                      <a:gd name="T25" fmla="*/ 19 h 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2"/>
                      <a:gd name="T40" fmla="*/ 0 h 90"/>
                      <a:gd name="T41" fmla="*/ 122 w 122"/>
                      <a:gd name="T42" fmla="*/ 90 h 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2" h="90">
                        <a:moveTo>
                          <a:pt x="46" y="19"/>
                        </a:moveTo>
                        <a:lnTo>
                          <a:pt x="19" y="43"/>
                        </a:lnTo>
                        <a:lnTo>
                          <a:pt x="0" y="66"/>
                        </a:lnTo>
                        <a:lnTo>
                          <a:pt x="2" y="82"/>
                        </a:lnTo>
                        <a:lnTo>
                          <a:pt x="16" y="89"/>
                        </a:lnTo>
                        <a:lnTo>
                          <a:pt x="54" y="86"/>
                        </a:lnTo>
                        <a:lnTo>
                          <a:pt x="76" y="76"/>
                        </a:lnTo>
                        <a:lnTo>
                          <a:pt x="87" y="58"/>
                        </a:lnTo>
                        <a:lnTo>
                          <a:pt x="120" y="45"/>
                        </a:lnTo>
                        <a:lnTo>
                          <a:pt x="121" y="21"/>
                        </a:lnTo>
                        <a:lnTo>
                          <a:pt x="116" y="0"/>
                        </a:lnTo>
                        <a:lnTo>
                          <a:pt x="83" y="16"/>
                        </a:lnTo>
                        <a:lnTo>
                          <a:pt x="46" y="19"/>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585" name="Freeform 68"/>
                  <p:cNvSpPr/>
                  <p:nvPr/>
                </p:nvSpPr>
                <p:spPr bwMode="auto">
                  <a:xfrm>
                    <a:off x="3083" y="2991"/>
                    <a:ext cx="136" cy="92"/>
                  </a:xfrm>
                  <a:custGeom>
                    <a:avLst/>
                    <a:gdLst>
                      <a:gd name="T0" fmla="*/ 2 w 136"/>
                      <a:gd name="T1" fmla="*/ 6 h 92"/>
                      <a:gd name="T2" fmla="*/ 0 w 136"/>
                      <a:gd name="T3" fmla="*/ 42 h 92"/>
                      <a:gd name="T4" fmla="*/ 18 w 136"/>
                      <a:gd name="T5" fmla="*/ 56 h 92"/>
                      <a:gd name="T6" fmla="*/ 38 w 136"/>
                      <a:gd name="T7" fmla="*/ 61 h 92"/>
                      <a:gd name="T8" fmla="*/ 50 w 136"/>
                      <a:gd name="T9" fmla="*/ 69 h 92"/>
                      <a:gd name="T10" fmla="*/ 72 w 136"/>
                      <a:gd name="T11" fmla="*/ 81 h 92"/>
                      <a:gd name="T12" fmla="*/ 110 w 136"/>
                      <a:gd name="T13" fmla="*/ 91 h 92"/>
                      <a:gd name="T14" fmla="*/ 124 w 136"/>
                      <a:gd name="T15" fmla="*/ 88 h 92"/>
                      <a:gd name="T16" fmla="*/ 135 w 136"/>
                      <a:gd name="T17" fmla="*/ 83 h 92"/>
                      <a:gd name="T18" fmla="*/ 135 w 136"/>
                      <a:gd name="T19" fmla="*/ 74 h 92"/>
                      <a:gd name="T20" fmla="*/ 121 w 136"/>
                      <a:gd name="T21" fmla="*/ 53 h 92"/>
                      <a:gd name="T22" fmla="*/ 90 w 136"/>
                      <a:gd name="T23" fmla="*/ 32 h 92"/>
                      <a:gd name="T24" fmla="*/ 66 w 136"/>
                      <a:gd name="T25" fmla="*/ 13 h 92"/>
                      <a:gd name="T26" fmla="*/ 58 w 136"/>
                      <a:gd name="T27" fmla="*/ 0 h 92"/>
                      <a:gd name="T28" fmla="*/ 2 w 136"/>
                      <a:gd name="T29" fmla="*/ 6 h 9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6"/>
                      <a:gd name="T46" fmla="*/ 0 h 92"/>
                      <a:gd name="T47" fmla="*/ 136 w 136"/>
                      <a:gd name="T48" fmla="*/ 92 h 9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6" h="92">
                        <a:moveTo>
                          <a:pt x="2" y="6"/>
                        </a:moveTo>
                        <a:lnTo>
                          <a:pt x="0" y="42"/>
                        </a:lnTo>
                        <a:lnTo>
                          <a:pt x="18" y="56"/>
                        </a:lnTo>
                        <a:lnTo>
                          <a:pt x="38" y="61"/>
                        </a:lnTo>
                        <a:lnTo>
                          <a:pt x="50" y="69"/>
                        </a:lnTo>
                        <a:lnTo>
                          <a:pt x="72" y="81"/>
                        </a:lnTo>
                        <a:lnTo>
                          <a:pt x="110" y="91"/>
                        </a:lnTo>
                        <a:lnTo>
                          <a:pt x="124" y="88"/>
                        </a:lnTo>
                        <a:lnTo>
                          <a:pt x="135" y="83"/>
                        </a:lnTo>
                        <a:lnTo>
                          <a:pt x="135" y="74"/>
                        </a:lnTo>
                        <a:lnTo>
                          <a:pt x="121" y="53"/>
                        </a:lnTo>
                        <a:lnTo>
                          <a:pt x="90" y="32"/>
                        </a:lnTo>
                        <a:lnTo>
                          <a:pt x="66" y="13"/>
                        </a:lnTo>
                        <a:lnTo>
                          <a:pt x="58" y="0"/>
                        </a:lnTo>
                        <a:lnTo>
                          <a:pt x="2" y="6"/>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nvGrpSpPr>
                <p:cNvPr id="60575" name="Group 69"/>
                <p:cNvGrpSpPr/>
                <p:nvPr/>
              </p:nvGrpSpPr>
              <p:grpSpPr bwMode="auto">
                <a:xfrm>
                  <a:off x="2807" y="1954"/>
                  <a:ext cx="449" cy="1087"/>
                  <a:chOff x="2807" y="1954"/>
                  <a:chExt cx="449" cy="1087"/>
                </a:xfrm>
              </p:grpSpPr>
              <p:grpSp>
                <p:nvGrpSpPr>
                  <p:cNvPr id="60576" name="Group 70"/>
                  <p:cNvGrpSpPr/>
                  <p:nvPr/>
                </p:nvGrpSpPr>
                <p:grpSpPr bwMode="auto">
                  <a:xfrm>
                    <a:off x="2865" y="1954"/>
                    <a:ext cx="282" cy="346"/>
                    <a:chOff x="2865" y="1954"/>
                    <a:chExt cx="282" cy="346"/>
                  </a:xfrm>
                </p:grpSpPr>
                <p:sp>
                  <p:nvSpPr>
                    <p:cNvPr id="60581" name="Freeform 71"/>
                    <p:cNvSpPr/>
                    <p:nvPr/>
                  </p:nvSpPr>
                  <p:spPr bwMode="auto">
                    <a:xfrm>
                      <a:off x="2865" y="1973"/>
                      <a:ext cx="282" cy="327"/>
                    </a:xfrm>
                    <a:custGeom>
                      <a:avLst/>
                      <a:gdLst>
                        <a:gd name="T0" fmla="*/ 0 w 282"/>
                        <a:gd name="T1" fmla="*/ 63 h 327"/>
                        <a:gd name="T2" fmla="*/ 85 w 282"/>
                        <a:gd name="T3" fmla="*/ 0 h 327"/>
                        <a:gd name="T4" fmla="*/ 178 w 282"/>
                        <a:gd name="T5" fmla="*/ 142 h 327"/>
                        <a:gd name="T6" fmla="*/ 194 w 282"/>
                        <a:gd name="T7" fmla="*/ 7 h 327"/>
                        <a:gd name="T8" fmla="*/ 250 w 282"/>
                        <a:gd name="T9" fmla="*/ 25 h 327"/>
                        <a:gd name="T10" fmla="*/ 281 w 282"/>
                        <a:gd name="T11" fmla="*/ 75 h 327"/>
                        <a:gd name="T12" fmla="*/ 275 w 282"/>
                        <a:gd name="T13" fmla="*/ 326 h 327"/>
                        <a:gd name="T14" fmla="*/ 31 w 282"/>
                        <a:gd name="T15" fmla="*/ 326 h 327"/>
                        <a:gd name="T16" fmla="*/ 0 w 282"/>
                        <a:gd name="T17" fmla="*/ 63 h 3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2"/>
                        <a:gd name="T28" fmla="*/ 0 h 327"/>
                        <a:gd name="T29" fmla="*/ 282 w 282"/>
                        <a:gd name="T30" fmla="*/ 327 h 3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2" h="327">
                          <a:moveTo>
                            <a:pt x="0" y="63"/>
                          </a:moveTo>
                          <a:lnTo>
                            <a:pt x="85" y="0"/>
                          </a:lnTo>
                          <a:lnTo>
                            <a:pt x="178" y="142"/>
                          </a:lnTo>
                          <a:lnTo>
                            <a:pt x="194" y="7"/>
                          </a:lnTo>
                          <a:lnTo>
                            <a:pt x="250" y="25"/>
                          </a:lnTo>
                          <a:lnTo>
                            <a:pt x="281" y="75"/>
                          </a:lnTo>
                          <a:lnTo>
                            <a:pt x="275" y="326"/>
                          </a:lnTo>
                          <a:lnTo>
                            <a:pt x="31" y="326"/>
                          </a:lnTo>
                          <a:lnTo>
                            <a:pt x="0" y="63"/>
                          </a:lnTo>
                        </a:path>
                      </a:pathLst>
                    </a:custGeom>
                    <a:solidFill>
                      <a:srgbClr val="8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582" name="Freeform 72"/>
                    <p:cNvSpPr/>
                    <p:nvPr/>
                  </p:nvSpPr>
                  <p:spPr bwMode="auto">
                    <a:xfrm>
                      <a:off x="2948" y="1954"/>
                      <a:ext cx="110" cy="188"/>
                    </a:xfrm>
                    <a:custGeom>
                      <a:avLst/>
                      <a:gdLst>
                        <a:gd name="T0" fmla="*/ 0 w 110"/>
                        <a:gd name="T1" fmla="*/ 19 h 188"/>
                        <a:gd name="T2" fmla="*/ 9 w 110"/>
                        <a:gd name="T3" fmla="*/ 0 h 188"/>
                        <a:gd name="T4" fmla="*/ 76 w 110"/>
                        <a:gd name="T5" fmla="*/ 33 h 188"/>
                        <a:gd name="T6" fmla="*/ 93 w 110"/>
                        <a:gd name="T7" fmla="*/ 11 h 188"/>
                        <a:gd name="T8" fmla="*/ 104 w 110"/>
                        <a:gd name="T9" fmla="*/ 19 h 188"/>
                        <a:gd name="T10" fmla="*/ 109 w 110"/>
                        <a:gd name="T11" fmla="*/ 129 h 188"/>
                        <a:gd name="T12" fmla="*/ 107 w 110"/>
                        <a:gd name="T13" fmla="*/ 187 h 188"/>
                        <a:gd name="T14" fmla="*/ 0 w 110"/>
                        <a:gd name="T15" fmla="*/ 19 h 188"/>
                        <a:gd name="T16" fmla="*/ 0 60000 65536"/>
                        <a:gd name="T17" fmla="*/ 0 60000 65536"/>
                        <a:gd name="T18" fmla="*/ 0 60000 65536"/>
                        <a:gd name="T19" fmla="*/ 0 60000 65536"/>
                        <a:gd name="T20" fmla="*/ 0 60000 65536"/>
                        <a:gd name="T21" fmla="*/ 0 60000 65536"/>
                        <a:gd name="T22" fmla="*/ 0 60000 65536"/>
                        <a:gd name="T23" fmla="*/ 0 60000 65536"/>
                        <a:gd name="T24" fmla="*/ 0 w 110"/>
                        <a:gd name="T25" fmla="*/ 0 h 188"/>
                        <a:gd name="T26" fmla="*/ 110 w 110"/>
                        <a:gd name="T27" fmla="*/ 188 h 18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0" h="188">
                          <a:moveTo>
                            <a:pt x="0" y="19"/>
                          </a:moveTo>
                          <a:lnTo>
                            <a:pt x="9" y="0"/>
                          </a:lnTo>
                          <a:lnTo>
                            <a:pt x="76" y="33"/>
                          </a:lnTo>
                          <a:lnTo>
                            <a:pt x="93" y="11"/>
                          </a:lnTo>
                          <a:lnTo>
                            <a:pt x="104" y="19"/>
                          </a:lnTo>
                          <a:lnTo>
                            <a:pt x="109" y="129"/>
                          </a:lnTo>
                          <a:lnTo>
                            <a:pt x="107" y="187"/>
                          </a:lnTo>
                          <a:lnTo>
                            <a:pt x="0" y="19"/>
                          </a:lnTo>
                        </a:path>
                      </a:pathLst>
                    </a:custGeom>
                    <a:solidFill>
                      <a:srgbClr val="FFE0C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583" name="Freeform 73"/>
                    <p:cNvSpPr/>
                    <p:nvPr/>
                  </p:nvSpPr>
                  <p:spPr bwMode="auto">
                    <a:xfrm>
                      <a:off x="2985" y="1993"/>
                      <a:ext cx="74" cy="40"/>
                    </a:xfrm>
                    <a:custGeom>
                      <a:avLst/>
                      <a:gdLst>
                        <a:gd name="T0" fmla="*/ 0 w 74"/>
                        <a:gd name="T1" fmla="*/ 39 h 40"/>
                        <a:gd name="T2" fmla="*/ 41 w 74"/>
                        <a:gd name="T3" fmla="*/ 0 h 40"/>
                        <a:gd name="T4" fmla="*/ 73 w 74"/>
                        <a:gd name="T5" fmla="*/ 31 h 40"/>
                        <a:gd name="T6" fmla="*/ 0 60000 65536"/>
                        <a:gd name="T7" fmla="*/ 0 60000 65536"/>
                        <a:gd name="T8" fmla="*/ 0 60000 65536"/>
                        <a:gd name="T9" fmla="*/ 0 w 74"/>
                        <a:gd name="T10" fmla="*/ 0 h 40"/>
                        <a:gd name="T11" fmla="*/ 74 w 74"/>
                        <a:gd name="T12" fmla="*/ 40 h 40"/>
                      </a:gdLst>
                      <a:ahLst/>
                      <a:cxnLst>
                        <a:cxn ang="T6">
                          <a:pos x="T0" y="T1"/>
                        </a:cxn>
                        <a:cxn ang="T7">
                          <a:pos x="T2" y="T3"/>
                        </a:cxn>
                        <a:cxn ang="T8">
                          <a:pos x="T4" y="T5"/>
                        </a:cxn>
                      </a:cxnLst>
                      <a:rect l="T9" t="T10" r="T11" b="T12"/>
                      <a:pathLst>
                        <a:path w="74" h="40">
                          <a:moveTo>
                            <a:pt x="0" y="39"/>
                          </a:moveTo>
                          <a:lnTo>
                            <a:pt x="41" y="0"/>
                          </a:lnTo>
                          <a:lnTo>
                            <a:pt x="73" y="31"/>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grpSp>
              <p:grpSp>
                <p:nvGrpSpPr>
                  <p:cNvPr id="60577" name="Group 74"/>
                  <p:cNvGrpSpPr/>
                  <p:nvPr/>
                </p:nvGrpSpPr>
                <p:grpSpPr bwMode="auto">
                  <a:xfrm>
                    <a:off x="2807" y="1971"/>
                    <a:ext cx="449" cy="1070"/>
                    <a:chOff x="2807" y="1971"/>
                    <a:chExt cx="449" cy="1070"/>
                  </a:xfrm>
                </p:grpSpPr>
                <p:sp>
                  <p:nvSpPr>
                    <p:cNvPr id="60578" name="Freeform 75"/>
                    <p:cNvSpPr/>
                    <p:nvPr/>
                  </p:nvSpPr>
                  <p:spPr bwMode="auto">
                    <a:xfrm>
                      <a:off x="2807" y="1971"/>
                      <a:ext cx="449" cy="1070"/>
                    </a:xfrm>
                    <a:custGeom>
                      <a:avLst/>
                      <a:gdLst>
                        <a:gd name="T0" fmla="*/ 142 w 449"/>
                        <a:gd name="T1" fmla="*/ 0 h 1070"/>
                        <a:gd name="T2" fmla="*/ 34 w 449"/>
                        <a:gd name="T3" fmla="*/ 78 h 1070"/>
                        <a:gd name="T4" fmla="*/ 0 w 449"/>
                        <a:gd name="T5" fmla="*/ 331 h 1070"/>
                        <a:gd name="T6" fmla="*/ 84 w 449"/>
                        <a:gd name="T7" fmla="*/ 498 h 1070"/>
                        <a:gd name="T8" fmla="*/ 85 w 449"/>
                        <a:gd name="T9" fmla="*/ 529 h 1070"/>
                        <a:gd name="T10" fmla="*/ 91 w 449"/>
                        <a:gd name="T11" fmla="*/ 569 h 1070"/>
                        <a:gd name="T12" fmla="*/ 101 w 449"/>
                        <a:gd name="T13" fmla="*/ 594 h 1070"/>
                        <a:gd name="T14" fmla="*/ 88 w 449"/>
                        <a:gd name="T15" fmla="*/ 775 h 1070"/>
                        <a:gd name="T16" fmla="*/ 59 w 449"/>
                        <a:gd name="T17" fmla="*/ 1065 h 1070"/>
                        <a:gd name="T18" fmla="*/ 89 w 449"/>
                        <a:gd name="T19" fmla="*/ 1069 h 1070"/>
                        <a:gd name="T20" fmla="*/ 136 w 449"/>
                        <a:gd name="T21" fmla="*/ 1053 h 1070"/>
                        <a:gd name="T22" fmla="*/ 170 w 449"/>
                        <a:gd name="T23" fmla="*/ 857 h 1070"/>
                        <a:gd name="T24" fmla="*/ 187 w 449"/>
                        <a:gd name="T25" fmla="*/ 786 h 1070"/>
                        <a:gd name="T26" fmla="*/ 237 w 449"/>
                        <a:gd name="T27" fmla="*/ 596 h 1070"/>
                        <a:gd name="T28" fmla="*/ 244 w 449"/>
                        <a:gd name="T29" fmla="*/ 796 h 1070"/>
                        <a:gd name="T30" fmla="*/ 270 w 449"/>
                        <a:gd name="T31" fmla="*/ 1036 h 1070"/>
                        <a:gd name="T32" fmla="*/ 341 w 449"/>
                        <a:gd name="T33" fmla="*/ 1039 h 1070"/>
                        <a:gd name="T34" fmla="*/ 349 w 449"/>
                        <a:gd name="T35" fmla="*/ 780 h 1070"/>
                        <a:gd name="T36" fmla="*/ 342 w 449"/>
                        <a:gd name="T37" fmla="*/ 521 h 1070"/>
                        <a:gd name="T38" fmla="*/ 345 w 449"/>
                        <a:gd name="T39" fmla="*/ 390 h 1070"/>
                        <a:gd name="T40" fmla="*/ 359 w 449"/>
                        <a:gd name="T41" fmla="*/ 349 h 1070"/>
                        <a:gd name="T42" fmla="*/ 367 w 449"/>
                        <a:gd name="T43" fmla="*/ 351 h 1070"/>
                        <a:gd name="T44" fmla="*/ 441 w 449"/>
                        <a:gd name="T45" fmla="*/ 308 h 1070"/>
                        <a:gd name="T46" fmla="*/ 448 w 449"/>
                        <a:gd name="T47" fmla="*/ 226 h 1070"/>
                        <a:gd name="T48" fmla="*/ 328 w 449"/>
                        <a:gd name="T49" fmla="*/ 28 h 1070"/>
                        <a:gd name="T50" fmla="*/ 244 w 449"/>
                        <a:gd name="T51" fmla="*/ 0 h 1070"/>
                        <a:gd name="T52" fmla="*/ 262 w 449"/>
                        <a:gd name="T53" fmla="*/ 132 h 1070"/>
                        <a:gd name="T54" fmla="*/ 241 w 449"/>
                        <a:gd name="T55" fmla="*/ 264 h 1070"/>
                        <a:gd name="T56" fmla="*/ 208 w 449"/>
                        <a:gd name="T57" fmla="*/ 141 h 1070"/>
                        <a:gd name="T58" fmla="*/ 142 w 449"/>
                        <a:gd name="T59" fmla="*/ 0 h 107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49"/>
                        <a:gd name="T91" fmla="*/ 0 h 1070"/>
                        <a:gd name="T92" fmla="*/ 449 w 449"/>
                        <a:gd name="T93" fmla="*/ 1070 h 107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49" h="1070">
                          <a:moveTo>
                            <a:pt x="142" y="0"/>
                          </a:moveTo>
                          <a:lnTo>
                            <a:pt x="34" y="78"/>
                          </a:lnTo>
                          <a:lnTo>
                            <a:pt x="0" y="331"/>
                          </a:lnTo>
                          <a:lnTo>
                            <a:pt x="84" y="498"/>
                          </a:lnTo>
                          <a:lnTo>
                            <a:pt x="85" y="529"/>
                          </a:lnTo>
                          <a:lnTo>
                            <a:pt x="91" y="569"/>
                          </a:lnTo>
                          <a:lnTo>
                            <a:pt x="101" y="594"/>
                          </a:lnTo>
                          <a:lnTo>
                            <a:pt x="88" y="775"/>
                          </a:lnTo>
                          <a:lnTo>
                            <a:pt x="59" y="1065"/>
                          </a:lnTo>
                          <a:lnTo>
                            <a:pt x="89" y="1069"/>
                          </a:lnTo>
                          <a:lnTo>
                            <a:pt x="136" y="1053"/>
                          </a:lnTo>
                          <a:lnTo>
                            <a:pt x="170" y="857"/>
                          </a:lnTo>
                          <a:lnTo>
                            <a:pt x="187" y="786"/>
                          </a:lnTo>
                          <a:lnTo>
                            <a:pt x="237" y="596"/>
                          </a:lnTo>
                          <a:lnTo>
                            <a:pt x="244" y="796"/>
                          </a:lnTo>
                          <a:lnTo>
                            <a:pt x="270" y="1036"/>
                          </a:lnTo>
                          <a:lnTo>
                            <a:pt x="341" y="1039"/>
                          </a:lnTo>
                          <a:lnTo>
                            <a:pt x="349" y="780"/>
                          </a:lnTo>
                          <a:lnTo>
                            <a:pt x="342" y="521"/>
                          </a:lnTo>
                          <a:lnTo>
                            <a:pt x="345" y="390"/>
                          </a:lnTo>
                          <a:lnTo>
                            <a:pt x="359" y="349"/>
                          </a:lnTo>
                          <a:lnTo>
                            <a:pt x="367" y="351"/>
                          </a:lnTo>
                          <a:lnTo>
                            <a:pt x="441" y="308"/>
                          </a:lnTo>
                          <a:lnTo>
                            <a:pt x="448" y="226"/>
                          </a:lnTo>
                          <a:lnTo>
                            <a:pt x="328" y="28"/>
                          </a:lnTo>
                          <a:lnTo>
                            <a:pt x="244" y="0"/>
                          </a:lnTo>
                          <a:lnTo>
                            <a:pt x="262" y="132"/>
                          </a:lnTo>
                          <a:lnTo>
                            <a:pt x="241" y="264"/>
                          </a:lnTo>
                          <a:lnTo>
                            <a:pt x="208" y="141"/>
                          </a:lnTo>
                          <a:lnTo>
                            <a:pt x="142" y="0"/>
                          </a:lnTo>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579" name="Freeform 76"/>
                    <p:cNvSpPr/>
                    <p:nvPr/>
                  </p:nvSpPr>
                  <p:spPr bwMode="auto">
                    <a:xfrm>
                      <a:off x="2832" y="2086"/>
                      <a:ext cx="110" cy="276"/>
                    </a:xfrm>
                    <a:custGeom>
                      <a:avLst/>
                      <a:gdLst>
                        <a:gd name="T0" fmla="*/ 55 w 110"/>
                        <a:gd name="T1" fmla="*/ 0 h 276"/>
                        <a:gd name="T2" fmla="*/ 65 w 110"/>
                        <a:gd name="T3" fmla="*/ 66 h 276"/>
                        <a:gd name="T4" fmla="*/ 60 w 110"/>
                        <a:gd name="T5" fmla="*/ 166 h 276"/>
                        <a:gd name="T6" fmla="*/ 0 w 110"/>
                        <a:gd name="T7" fmla="*/ 182 h 276"/>
                        <a:gd name="T8" fmla="*/ 60 w 110"/>
                        <a:gd name="T9" fmla="*/ 188 h 276"/>
                        <a:gd name="T10" fmla="*/ 76 w 110"/>
                        <a:gd name="T11" fmla="*/ 247 h 276"/>
                        <a:gd name="T12" fmla="*/ 109 w 110"/>
                        <a:gd name="T13" fmla="*/ 275 h 276"/>
                        <a:gd name="T14" fmla="*/ 98 w 110"/>
                        <a:gd name="T15" fmla="*/ 226 h 276"/>
                        <a:gd name="T16" fmla="*/ 87 w 110"/>
                        <a:gd name="T17" fmla="*/ 199 h 276"/>
                        <a:gd name="T18" fmla="*/ 82 w 110"/>
                        <a:gd name="T19" fmla="*/ 132 h 276"/>
                        <a:gd name="T20" fmla="*/ 55 w 110"/>
                        <a:gd name="T21" fmla="*/ 0 h 27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0"/>
                        <a:gd name="T34" fmla="*/ 0 h 276"/>
                        <a:gd name="T35" fmla="*/ 110 w 110"/>
                        <a:gd name="T36" fmla="*/ 276 h 27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0" h="276">
                          <a:moveTo>
                            <a:pt x="55" y="0"/>
                          </a:moveTo>
                          <a:lnTo>
                            <a:pt x="65" y="66"/>
                          </a:lnTo>
                          <a:lnTo>
                            <a:pt x="60" y="166"/>
                          </a:lnTo>
                          <a:lnTo>
                            <a:pt x="0" y="182"/>
                          </a:lnTo>
                          <a:lnTo>
                            <a:pt x="60" y="188"/>
                          </a:lnTo>
                          <a:lnTo>
                            <a:pt x="76" y="247"/>
                          </a:lnTo>
                          <a:lnTo>
                            <a:pt x="109" y="275"/>
                          </a:lnTo>
                          <a:lnTo>
                            <a:pt x="98" y="226"/>
                          </a:lnTo>
                          <a:lnTo>
                            <a:pt x="87" y="199"/>
                          </a:lnTo>
                          <a:lnTo>
                            <a:pt x="82" y="132"/>
                          </a:lnTo>
                          <a:lnTo>
                            <a:pt x="55" y="0"/>
                          </a:lnTo>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580" name="Freeform 77"/>
                    <p:cNvSpPr/>
                    <p:nvPr/>
                  </p:nvSpPr>
                  <p:spPr bwMode="auto">
                    <a:xfrm>
                      <a:off x="2936" y="2102"/>
                      <a:ext cx="36" cy="34"/>
                    </a:xfrm>
                    <a:custGeom>
                      <a:avLst/>
                      <a:gdLst>
                        <a:gd name="T0" fmla="*/ 0 w 36"/>
                        <a:gd name="T1" fmla="*/ 33 h 34"/>
                        <a:gd name="T2" fmla="*/ 8 w 36"/>
                        <a:gd name="T3" fmla="*/ 0 h 34"/>
                        <a:gd name="T4" fmla="*/ 35 w 36"/>
                        <a:gd name="T5" fmla="*/ 28 h 34"/>
                        <a:gd name="T6" fmla="*/ 0 w 36"/>
                        <a:gd name="T7" fmla="*/ 33 h 34"/>
                        <a:gd name="T8" fmla="*/ 0 60000 65536"/>
                        <a:gd name="T9" fmla="*/ 0 60000 65536"/>
                        <a:gd name="T10" fmla="*/ 0 60000 65536"/>
                        <a:gd name="T11" fmla="*/ 0 60000 65536"/>
                        <a:gd name="T12" fmla="*/ 0 w 36"/>
                        <a:gd name="T13" fmla="*/ 0 h 34"/>
                        <a:gd name="T14" fmla="*/ 36 w 36"/>
                        <a:gd name="T15" fmla="*/ 34 h 34"/>
                      </a:gdLst>
                      <a:ahLst/>
                      <a:cxnLst>
                        <a:cxn ang="T8">
                          <a:pos x="T0" y="T1"/>
                        </a:cxn>
                        <a:cxn ang="T9">
                          <a:pos x="T2" y="T3"/>
                        </a:cxn>
                        <a:cxn ang="T10">
                          <a:pos x="T4" y="T5"/>
                        </a:cxn>
                        <a:cxn ang="T11">
                          <a:pos x="T6" y="T7"/>
                        </a:cxn>
                      </a:cxnLst>
                      <a:rect l="T12" t="T13" r="T14" b="T15"/>
                      <a:pathLst>
                        <a:path w="36" h="34">
                          <a:moveTo>
                            <a:pt x="0" y="33"/>
                          </a:moveTo>
                          <a:lnTo>
                            <a:pt x="8" y="0"/>
                          </a:lnTo>
                          <a:lnTo>
                            <a:pt x="35" y="28"/>
                          </a:lnTo>
                          <a:lnTo>
                            <a:pt x="0" y="33"/>
                          </a:lnTo>
                        </a:path>
                      </a:pathLst>
                    </a:custGeom>
                    <a:solidFill>
                      <a:srgbClr val="FFE0C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grpSp>
          <p:grpSp>
            <p:nvGrpSpPr>
              <p:cNvPr id="60564" name="Group 78"/>
              <p:cNvGrpSpPr/>
              <p:nvPr/>
            </p:nvGrpSpPr>
            <p:grpSpPr bwMode="auto">
              <a:xfrm>
                <a:off x="2934" y="1783"/>
                <a:ext cx="239" cy="536"/>
                <a:chOff x="2934" y="1783"/>
                <a:chExt cx="239" cy="536"/>
              </a:xfrm>
            </p:grpSpPr>
            <p:grpSp>
              <p:nvGrpSpPr>
                <p:cNvPr id="60565" name="Group 79"/>
                <p:cNvGrpSpPr/>
                <p:nvPr/>
              </p:nvGrpSpPr>
              <p:grpSpPr bwMode="auto">
                <a:xfrm>
                  <a:off x="2934" y="1783"/>
                  <a:ext cx="140" cy="205"/>
                  <a:chOff x="2934" y="1783"/>
                  <a:chExt cx="140" cy="205"/>
                </a:xfrm>
              </p:grpSpPr>
              <p:grpSp>
                <p:nvGrpSpPr>
                  <p:cNvPr id="60567" name="Group 80"/>
                  <p:cNvGrpSpPr/>
                  <p:nvPr/>
                </p:nvGrpSpPr>
                <p:grpSpPr bwMode="auto">
                  <a:xfrm>
                    <a:off x="2939" y="1786"/>
                    <a:ext cx="127" cy="202"/>
                    <a:chOff x="2939" y="1786"/>
                    <a:chExt cx="127" cy="202"/>
                  </a:xfrm>
                </p:grpSpPr>
                <p:sp>
                  <p:nvSpPr>
                    <p:cNvPr id="60569" name="Freeform 81"/>
                    <p:cNvSpPr/>
                    <p:nvPr/>
                  </p:nvSpPr>
                  <p:spPr bwMode="auto">
                    <a:xfrm>
                      <a:off x="2939" y="1786"/>
                      <a:ext cx="123" cy="202"/>
                    </a:xfrm>
                    <a:custGeom>
                      <a:avLst/>
                      <a:gdLst>
                        <a:gd name="T0" fmla="*/ 120 w 123"/>
                        <a:gd name="T1" fmla="*/ 34 h 202"/>
                        <a:gd name="T2" fmla="*/ 122 w 123"/>
                        <a:gd name="T3" fmla="*/ 65 h 202"/>
                        <a:gd name="T4" fmla="*/ 117 w 123"/>
                        <a:gd name="T5" fmla="*/ 77 h 202"/>
                        <a:gd name="T6" fmla="*/ 122 w 123"/>
                        <a:gd name="T7" fmla="*/ 88 h 202"/>
                        <a:gd name="T8" fmla="*/ 121 w 123"/>
                        <a:gd name="T9" fmla="*/ 100 h 202"/>
                        <a:gd name="T10" fmla="*/ 119 w 123"/>
                        <a:gd name="T11" fmla="*/ 116 h 202"/>
                        <a:gd name="T12" fmla="*/ 117 w 123"/>
                        <a:gd name="T13" fmla="*/ 133 h 202"/>
                        <a:gd name="T14" fmla="*/ 118 w 123"/>
                        <a:gd name="T15" fmla="*/ 150 h 202"/>
                        <a:gd name="T16" fmla="*/ 111 w 123"/>
                        <a:gd name="T17" fmla="*/ 161 h 202"/>
                        <a:gd name="T18" fmla="*/ 100 w 123"/>
                        <a:gd name="T19" fmla="*/ 168 h 202"/>
                        <a:gd name="T20" fmla="*/ 104 w 123"/>
                        <a:gd name="T21" fmla="*/ 178 h 202"/>
                        <a:gd name="T22" fmla="*/ 83 w 123"/>
                        <a:gd name="T23" fmla="*/ 201 h 202"/>
                        <a:gd name="T24" fmla="*/ 17 w 123"/>
                        <a:gd name="T25" fmla="*/ 167 h 202"/>
                        <a:gd name="T26" fmla="*/ 15 w 123"/>
                        <a:gd name="T27" fmla="*/ 123 h 202"/>
                        <a:gd name="T28" fmla="*/ 12 w 123"/>
                        <a:gd name="T29" fmla="*/ 117 h 202"/>
                        <a:gd name="T30" fmla="*/ 9 w 123"/>
                        <a:gd name="T31" fmla="*/ 110 h 202"/>
                        <a:gd name="T32" fmla="*/ 4 w 123"/>
                        <a:gd name="T33" fmla="*/ 98 h 202"/>
                        <a:gd name="T34" fmla="*/ 0 w 123"/>
                        <a:gd name="T35" fmla="*/ 75 h 202"/>
                        <a:gd name="T36" fmla="*/ 7 w 123"/>
                        <a:gd name="T37" fmla="*/ 71 h 202"/>
                        <a:gd name="T38" fmla="*/ 6 w 123"/>
                        <a:gd name="T39" fmla="*/ 63 h 202"/>
                        <a:gd name="T40" fmla="*/ 6 w 123"/>
                        <a:gd name="T41" fmla="*/ 47 h 202"/>
                        <a:gd name="T42" fmla="*/ 6 w 123"/>
                        <a:gd name="T43" fmla="*/ 36 h 202"/>
                        <a:gd name="T44" fmla="*/ 12 w 123"/>
                        <a:gd name="T45" fmla="*/ 24 h 202"/>
                        <a:gd name="T46" fmla="*/ 18 w 123"/>
                        <a:gd name="T47" fmla="*/ 15 h 202"/>
                        <a:gd name="T48" fmla="*/ 30 w 123"/>
                        <a:gd name="T49" fmla="*/ 5 h 202"/>
                        <a:gd name="T50" fmla="*/ 43 w 123"/>
                        <a:gd name="T51" fmla="*/ 2 h 202"/>
                        <a:gd name="T52" fmla="*/ 57 w 123"/>
                        <a:gd name="T53" fmla="*/ 0 h 202"/>
                        <a:gd name="T54" fmla="*/ 71 w 123"/>
                        <a:gd name="T55" fmla="*/ 0 h 202"/>
                        <a:gd name="T56" fmla="*/ 84 w 123"/>
                        <a:gd name="T57" fmla="*/ 1 h 202"/>
                        <a:gd name="T58" fmla="*/ 95 w 123"/>
                        <a:gd name="T59" fmla="*/ 3 h 202"/>
                        <a:gd name="T60" fmla="*/ 107 w 123"/>
                        <a:gd name="T61" fmla="*/ 8 h 202"/>
                        <a:gd name="T62" fmla="*/ 114 w 123"/>
                        <a:gd name="T63" fmla="*/ 15 h 202"/>
                        <a:gd name="T64" fmla="*/ 116 w 123"/>
                        <a:gd name="T65" fmla="*/ 22 h 202"/>
                        <a:gd name="T66" fmla="*/ 120 w 123"/>
                        <a:gd name="T67" fmla="*/ 34 h 20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3"/>
                        <a:gd name="T103" fmla="*/ 0 h 202"/>
                        <a:gd name="T104" fmla="*/ 123 w 123"/>
                        <a:gd name="T105" fmla="*/ 202 h 20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3" h="202">
                          <a:moveTo>
                            <a:pt x="120" y="34"/>
                          </a:moveTo>
                          <a:lnTo>
                            <a:pt x="122" y="65"/>
                          </a:lnTo>
                          <a:lnTo>
                            <a:pt x="117" y="77"/>
                          </a:lnTo>
                          <a:lnTo>
                            <a:pt x="122" y="88"/>
                          </a:lnTo>
                          <a:lnTo>
                            <a:pt x="121" y="100"/>
                          </a:lnTo>
                          <a:lnTo>
                            <a:pt x="119" y="116"/>
                          </a:lnTo>
                          <a:lnTo>
                            <a:pt x="117" y="133"/>
                          </a:lnTo>
                          <a:lnTo>
                            <a:pt x="118" y="150"/>
                          </a:lnTo>
                          <a:lnTo>
                            <a:pt x="111" y="161"/>
                          </a:lnTo>
                          <a:lnTo>
                            <a:pt x="100" y="168"/>
                          </a:lnTo>
                          <a:lnTo>
                            <a:pt x="104" y="178"/>
                          </a:lnTo>
                          <a:lnTo>
                            <a:pt x="83" y="201"/>
                          </a:lnTo>
                          <a:lnTo>
                            <a:pt x="17" y="167"/>
                          </a:lnTo>
                          <a:lnTo>
                            <a:pt x="15" y="123"/>
                          </a:lnTo>
                          <a:lnTo>
                            <a:pt x="12" y="117"/>
                          </a:lnTo>
                          <a:lnTo>
                            <a:pt x="9" y="110"/>
                          </a:lnTo>
                          <a:lnTo>
                            <a:pt x="4" y="98"/>
                          </a:lnTo>
                          <a:lnTo>
                            <a:pt x="0" y="75"/>
                          </a:lnTo>
                          <a:lnTo>
                            <a:pt x="7" y="71"/>
                          </a:lnTo>
                          <a:lnTo>
                            <a:pt x="6" y="63"/>
                          </a:lnTo>
                          <a:lnTo>
                            <a:pt x="6" y="47"/>
                          </a:lnTo>
                          <a:lnTo>
                            <a:pt x="6" y="36"/>
                          </a:lnTo>
                          <a:lnTo>
                            <a:pt x="12" y="24"/>
                          </a:lnTo>
                          <a:lnTo>
                            <a:pt x="18" y="15"/>
                          </a:lnTo>
                          <a:lnTo>
                            <a:pt x="30" y="5"/>
                          </a:lnTo>
                          <a:lnTo>
                            <a:pt x="43" y="2"/>
                          </a:lnTo>
                          <a:lnTo>
                            <a:pt x="57" y="0"/>
                          </a:lnTo>
                          <a:lnTo>
                            <a:pt x="71" y="0"/>
                          </a:lnTo>
                          <a:lnTo>
                            <a:pt x="84" y="1"/>
                          </a:lnTo>
                          <a:lnTo>
                            <a:pt x="95" y="3"/>
                          </a:lnTo>
                          <a:lnTo>
                            <a:pt x="107" y="8"/>
                          </a:lnTo>
                          <a:lnTo>
                            <a:pt x="114" y="15"/>
                          </a:lnTo>
                          <a:lnTo>
                            <a:pt x="116" y="22"/>
                          </a:lnTo>
                          <a:lnTo>
                            <a:pt x="120" y="34"/>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60570" name="Group 82"/>
                    <p:cNvGrpSpPr/>
                    <p:nvPr/>
                  </p:nvGrpSpPr>
                  <p:grpSpPr bwMode="auto">
                    <a:xfrm>
                      <a:off x="2952" y="1855"/>
                      <a:ext cx="114" cy="97"/>
                      <a:chOff x="2952" y="1855"/>
                      <a:chExt cx="114" cy="97"/>
                    </a:xfrm>
                  </p:grpSpPr>
                  <p:sp>
                    <p:nvSpPr>
                      <p:cNvPr id="60571" name="Freeform 83"/>
                      <p:cNvSpPr/>
                      <p:nvPr/>
                    </p:nvSpPr>
                    <p:spPr bwMode="auto">
                      <a:xfrm>
                        <a:off x="2992" y="1855"/>
                        <a:ext cx="41" cy="17"/>
                      </a:xfrm>
                      <a:custGeom>
                        <a:avLst/>
                        <a:gdLst>
                          <a:gd name="T0" fmla="*/ 0 w 41"/>
                          <a:gd name="T1" fmla="*/ 2 h 17"/>
                          <a:gd name="T2" fmla="*/ 18 w 41"/>
                          <a:gd name="T3" fmla="*/ 0 h 17"/>
                          <a:gd name="T4" fmla="*/ 31 w 41"/>
                          <a:gd name="T5" fmla="*/ 1 h 17"/>
                          <a:gd name="T6" fmla="*/ 36 w 41"/>
                          <a:gd name="T7" fmla="*/ 3 h 17"/>
                          <a:gd name="T8" fmla="*/ 40 w 41"/>
                          <a:gd name="T9" fmla="*/ 4 h 17"/>
                          <a:gd name="T10" fmla="*/ 38 w 41"/>
                          <a:gd name="T11" fmla="*/ 8 h 17"/>
                          <a:gd name="T12" fmla="*/ 34 w 41"/>
                          <a:gd name="T13" fmla="*/ 12 h 17"/>
                          <a:gd name="T14" fmla="*/ 36 w 41"/>
                          <a:gd name="T15" fmla="*/ 16 h 17"/>
                          <a:gd name="T16" fmla="*/ 23 w 41"/>
                          <a:gd name="T17" fmla="*/ 13 h 17"/>
                          <a:gd name="T18" fmla="*/ 10 w 41"/>
                          <a:gd name="T19" fmla="*/ 14 h 17"/>
                          <a:gd name="T20" fmla="*/ 17 w 41"/>
                          <a:gd name="T21" fmla="*/ 12 h 17"/>
                          <a:gd name="T22" fmla="*/ 9 w 41"/>
                          <a:gd name="T23" fmla="*/ 8 h 17"/>
                          <a:gd name="T24" fmla="*/ 0 w 41"/>
                          <a:gd name="T25" fmla="*/ 2 h 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1"/>
                          <a:gd name="T40" fmla="*/ 0 h 17"/>
                          <a:gd name="T41" fmla="*/ 41 w 41"/>
                          <a:gd name="T42" fmla="*/ 17 h 1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1" h="17">
                            <a:moveTo>
                              <a:pt x="0" y="2"/>
                            </a:moveTo>
                            <a:lnTo>
                              <a:pt x="18" y="0"/>
                            </a:lnTo>
                            <a:lnTo>
                              <a:pt x="31" y="1"/>
                            </a:lnTo>
                            <a:lnTo>
                              <a:pt x="36" y="3"/>
                            </a:lnTo>
                            <a:lnTo>
                              <a:pt x="40" y="4"/>
                            </a:lnTo>
                            <a:lnTo>
                              <a:pt x="38" y="8"/>
                            </a:lnTo>
                            <a:lnTo>
                              <a:pt x="34" y="12"/>
                            </a:lnTo>
                            <a:lnTo>
                              <a:pt x="36" y="16"/>
                            </a:lnTo>
                            <a:lnTo>
                              <a:pt x="23" y="13"/>
                            </a:lnTo>
                            <a:lnTo>
                              <a:pt x="10" y="14"/>
                            </a:lnTo>
                            <a:lnTo>
                              <a:pt x="17" y="12"/>
                            </a:lnTo>
                            <a:lnTo>
                              <a:pt x="9" y="8"/>
                            </a:lnTo>
                            <a:lnTo>
                              <a:pt x="0" y="2"/>
                            </a:lnTo>
                          </a:path>
                        </a:pathLst>
                      </a:custGeom>
                      <a:solidFill>
                        <a:srgbClr val="806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572" name="Freeform 84"/>
                      <p:cNvSpPr/>
                      <p:nvPr/>
                    </p:nvSpPr>
                    <p:spPr bwMode="auto">
                      <a:xfrm>
                        <a:off x="3049" y="1902"/>
                        <a:ext cx="17" cy="17"/>
                      </a:xfrm>
                      <a:custGeom>
                        <a:avLst/>
                        <a:gdLst>
                          <a:gd name="T0" fmla="*/ 0 w 17"/>
                          <a:gd name="T1" fmla="*/ 0 h 17"/>
                          <a:gd name="T2" fmla="*/ 16 w 17"/>
                          <a:gd name="T3" fmla="*/ 0 h 17"/>
                          <a:gd name="T4" fmla="*/ 14 w 17"/>
                          <a:gd name="T5" fmla="*/ 16 h 17"/>
                          <a:gd name="T6" fmla="*/ 0 w 17"/>
                          <a:gd name="T7" fmla="*/ 0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0" y="0"/>
                            </a:moveTo>
                            <a:lnTo>
                              <a:pt x="16" y="0"/>
                            </a:lnTo>
                            <a:lnTo>
                              <a:pt x="14" y="16"/>
                            </a:lnTo>
                            <a:lnTo>
                              <a:pt x="0" y="0"/>
                            </a:lnTo>
                          </a:path>
                        </a:pathLst>
                      </a:custGeom>
                      <a:solidFill>
                        <a:srgbClr val="806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573" name="Freeform 85"/>
                      <p:cNvSpPr/>
                      <p:nvPr/>
                    </p:nvSpPr>
                    <p:spPr bwMode="auto">
                      <a:xfrm>
                        <a:off x="2952" y="1904"/>
                        <a:ext cx="66" cy="48"/>
                      </a:xfrm>
                      <a:custGeom>
                        <a:avLst/>
                        <a:gdLst>
                          <a:gd name="T0" fmla="*/ 5 w 66"/>
                          <a:gd name="T1" fmla="*/ 5 h 48"/>
                          <a:gd name="T2" fmla="*/ 12 w 66"/>
                          <a:gd name="T3" fmla="*/ 4 h 48"/>
                          <a:gd name="T4" fmla="*/ 28 w 66"/>
                          <a:gd name="T5" fmla="*/ 30 h 48"/>
                          <a:gd name="T6" fmla="*/ 65 w 66"/>
                          <a:gd name="T7" fmla="*/ 47 h 48"/>
                          <a:gd name="T8" fmla="*/ 27 w 66"/>
                          <a:gd name="T9" fmla="*/ 35 h 48"/>
                          <a:gd name="T10" fmla="*/ 12 w 66"/>
                          <a:gd name="T11" fmla="*/ 21 h 48"/>
                          <a:gd name="T12" fmla="*/ 4 w 66"/>
                          <a:gd name="T13" fmla="*/ 27 h 48"/>
                          <a:gd name="T14" fmla="*/ 0 w 66"/>
                          <a:gd name="T15" fmla="*/ 0 h 48"/>
                          <a:gd name="T16" fmla="*/ 5 w 66"/>
                          <a:gd name="T17" fmla="*/ 5 h 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6"/>
                          <a:gd name="T28" fmla="*/ 0 h 48"/>
                          <a:gd name="T29" fmla="*/ 66 w 66"/>
                          <a:gd name="T30" fmla="*/ 48 h 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6" h="48">
                            <a:moveTo>
                              <a:pt x="5" y="5"/>
                            </a:moveTo>
                            <a:lnTo>
                              <a:pt x="12" y="4"/>
                            </a:lnTo>
                            <a:lnTo>
                              <a:pt x="28" y="30"/>
                            </a:lnTo>
                            <a:lnTo>
                              <a:pt x="65" y="47"/>
                            </a:lnTo>
                            <a:lnTo>
                              <a:pt x="27" y="35"/>
                            </a:lnTo>
                            <a:lnTo>
                              <a:pt x="12" y="21"/>
                            </a:lnTo>
                            <a:lnTo>
                              <a:pt x="4" y="27"/>
                            </a:lnTo>
                            <a:lnTo>
                              <a:pt x="0" y="0"/>
                            </a:lnTo>
                            <a:lnTo>
                              <a:pt x="5" y="5"/>
                            </a:lnTo>
                          </a:path>
                        </a:pathLst>
                      </a:custGeom>
                      <a:solidFill>
                        <a:srgbClr val="806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sp>
                <p:nvSpPr>
                  <p:cNvPr id="60568" name="Freeform 86"/>
                  <p:cNvSpPr/>
                  <p:nvPr/>
                </p:nvSpPr>
                <p:spPr bwMode="auto">
                  <a:xfrm>
                    <a:off x="2934" y="1783"/>
                    <a:ext cx="140" cy="129"/>
                  </a:xfrm>
                  <a:custGeom>
                    <a:avLst/>
                    <a:gdLst>
                      <a:gd name="T0" fmla="*/ 20 w 140"/>
                      <a:gd name="T1" fmla="*/ 128 h 129"/>
                      <a:gd name="T2" fmla="*/ 9 w 140"/>
                      <a:gd name="T3" fmla="*/ 114 h 129"/>
                      <a:gd name="T4" fmla="*/ 4 w 140"/>
                      <a:gd name="T5" fmla="*/ 95 h 129"/>
                      <a:gd name="T6" fmla="*/ 0 w 140"/>
                      <a:gd name="T7" fmla="*/ 68 h 129"/>
                      <a:gd name="T8" fmla="*/ 0 w 140"/>
                      <a:gd name="T9" fmla="*/ 42 h 129"/>
                      <a:gd name="T10" fmla="*/ 5 w 140"/>
                      <a:gd name="T11" fmla="*/ 23 h 129"/>
                      <a:gd name="T12" fmla="*/ 18 w 140"/>
                      <a:gd name="T13" fmla="*/ 9 h 129"/>
                      <a:gd name="T14" fmla="*/ 33 w 140"/>
                      <a:gd name="T15" fmla="*/ 3 h 129"/>
                      <a:gd name="T16" fmla="*/ 61 w 140"/>
                      <a:gd name="T17" fmla="*/ 0 h 129"/>
                      <a:gd name="T18" fmla="*/ 97 w 140"/>
                      <a:gd name="T19" fmla="*/ 2 h 129"/>
                      <a:gd name="T20" fmla="*/ 119 w 140"/>
                      <a:gd name="T21" fmla="*/ 9 h 129"/>
                      <a:gd name="T22" fmla="*/ 133 w 140"/>
                      <a:gd name="T23" fmla="*/ 12 h 129"/>
                      <a:gd name="T24" fmla="*/ 139 w 140"/>
                      <a:gd name="T25" fmla="*/ 12 h 129"/>
                      <a:gd name="T26" fmla="*/ 131 w 140"/>
                      <a:gd name="T27" fmla="*/ 20 h 129"/>
                      <a:gd name="T28" fmla="*/ 125 w 140"/>
                      <a:gd name="T29" fmla="*/ 33 h 129"/>
                      <a:gd name="T30" fmla="*/ 125 w 140"/>
                      <a:gd name="T31" fmla="*/ 39 h 129"/>
                      <a:gd name="T32" fmla="*/ 113 w 140"/>
                      <a:gd name="T33" fmla="*/ 31 h 129"/>
                      <a:gd name="T34" fmla="*/ 97 w 140"/>
                      <a:gd name="T35" fmla="*/ 30 h 129"/>
                      <a:gd name="T36" fmla="*/ 76 w 140"/>
                      <a:gd name="T37" fmla="*/ 28 h 129"/>
                      <a:gd name="T38" fmla="*/ 63 w 140"/>
                      <a:gd name="T39" fmla="*/ 28 h 129"/>
                      <a:gd name="T40" fmla="*/ 47 w 140"/>
                      <a:gd name="T41" fmla="*/ 28 h 129"/>
                      <a:gd name="T42" fmla="*/ 54 w 140"/>
                      <a:gd name="T43" fmla="*/ 32 h 129"/>
                      <a:gd name="T44" fmla="*/ 54 w 140"/>
                      <a:gd name="T45" fmla="*/ 40 h 129"/>
                      <a:gd name="T46" fmla="*/ 50 w 140"/>
                      <a:gd name="T47" fmla="*/ 49 h 129"/>
                      <a:gd name="T48" fmla="*/ 41 w 140"/>
                      <a:gd name="T49" fmla="*/ 61 h 129"/>
                      <a:gd name="T50" fmla="*/ 37 w 140"/>
                      <a:gd name="T51" fmla="*/ 77 h 129"/>
                      <a:gd name="T52" fmla="*/ 37 w 140"/>
                      <a:gd name="T53" fmla="*/ 95 h 129"/>
                      <a:gd name="T54" fmla="*/ 25 w 140"/>
                      <a:gd name="T55" fmla="*/ 84 h 129"/>
                      <a:gd name="T56" fmla="*/ 24 w 140"/>
                      <a:gd name="T57" fmla="*/ 76 h 129"/>
                      <a:gd name="T58" fmla="*/ 17 w 140"/>
                      <a:gd name="T59" fmla="*/ 73 h 129"/>
                      <a:gd name="T60" fmla="*/ 8 w 140"/>
                      <a:gd name="T61" fmla="*/ 74 h 129"/>
                      <a:gd name="T62" fmla="*/ 6 w 140"/>
                      <a:gd name="T63" fmla="*/ 78 h 129"/>
                      <a:gd name="T64" fmla="*/ 9 w 140"/>
                      <a:gd name="T65" fmla="*/ 103 h 129"/>
                      <a:gd name="T66" fmla="*/ 16 w 140"/>
                      <a:gd name="T67" fmla="*/ 114 h 129"/>
                      <a:gd name="T68" fmla="*/ 20 w 140"/>
                      <a:gd name="T69" fmla="*/ 128 h 12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0"/>
                      <a:gd name="T106" fmla="*/ 0 h 129"/>
                      <a:gd name="T107" fmla="*/ 140 w 140"/>
                      <a:gd name="T108" fmla="*/ 129 h 12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0" h="129">
                        <a:moveTo>
                          <a:pt x="20" y="128"/>
                        </a:moveTo>
                        <a:lnTo>
                          <a:pt x="9" y="114"/>
                        </a:lnTo>
                        <a:lnTo>
                          <a:pt x="4" y="95"/>
                        </a:lnTo>
                        <a:lnTo>
                          <a:pt x="0" y="68"/>
                        </a:lnTo>
                        <a:lnTo>
                          <a:pt x="0" y="42"/>
                        </a:lnTo>
                        <a:lnTo>
                          <a:pt x="5" y="23"/>
                        </a:lnTo>
                        <a:lnTo>
                          <a:pt x="18" y="9"/>
                        </a:lnTo>
                        <a:lnTo>
                          <a:pt x="33" y="3"/>
                        </a:lnTo>
                        <a:lnTo>
                          <a:pt x="61" y="0"/>
                        </a:lnTo>
                        <a:lnTo>
                          <a:pt x="97" y="2"/>
                        </a:lnTo>
                        <a:lnTo>
                          <a:pt x="119" y="9"/>
                        </a:lnTo>
                        <a:lnTo>
                          <a:pt x="133" y="12"/>
                        </a:lnTo>
                        <a:lnTo>
                          <a:pt x="139" y="12"/>
                        </a:lnTo>
                        <a:lnTo>
                          <a:pt x="131" y="20"/>
                        </a:lnTo>
                        <a:lnTo>
                          <a:pt x="125" y="33"/>
                        </a:lnTo>
                        <a:lnTo>
                          <a:pt x="125" y="39"/>
                        </a:lnTo>
                        <a:lnTo>
                          <a:pt x="113" y="31"/>
                        </a:lnTo>
                        <a:lnTo>
                          <a:pt x="97" y="30"/>
                        </a:lnTo>
                        <a:lnTo>
                          <a:pt x="76" y="28"/>
                        </a:lnTo>
                        <a:lnTo>
                          <a:pt x="63" y="28"/>
                        </a:lnTo>
                        <a:lnTo>
                          <a:pt x="47" y="28"/>
                        </a:lnTo>
                        <a:lnTo>
                          <a:pt x="54" y="32"/>
                        </a:lnTo>
                        <a:lnTo>
                          <a:pt x="54" y="40"/>
                        </a:lnTo>
                        <a:lnTo>
                          <a:pt x="50" y="49"/>
                        </a:lnTo>
                        <a:lnTo>
                          <a:pt x="41" y="61"/>
                        </a:lnTo>
                        <a:lnTo>
                          <a:pt x="37" y="77"/>
                        </a:lnTo>
                        <a:lnTo>
                          <a:pt x="37" y="95"/>
                        </a:lnTo>
                        <a:lnTo>
                          <a:pt x="25" y="84"/>
                        </a:lnTo>
                        <a:lnTo>
                          <a:pt x="24" y="76"/>
                        </a:lnTo>
                        <a:lnTo>
                          <a:pt x="17" y="73"/>
                        </a:lnTo>
                        <a:lnTo>
                          <a:pt x="8" y="74"/>
                        </a:lnTo>
                        <a:lnTo>
                          <a:pt x="6" y="78"/>
                        </a:lnTo>
                        <a:lnTo>
                          <a:pt x="9" y="103"/>
                        </a:lnTo>
                        <a:lnTo>
                          <a:pt x="16" y="114"/>
                        </a:lnTo>
                        <a:lnTo>
                          <a:pt x="20" y="128"/>
                        </a:lnTo>
                      </a:path>
                    </a:pathLst>
                  </a:custGeom>
                  <a:solidFill>
                    <a:srgbClr val="C0802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
              <p:nvSpPr>
                <p:cNvPr id="60566" name="Freeform 87"/>
                <p:cNvSpPr/>
                <p:nvPr/>
              </p:nvSpPr>
              <p:spPr bwMode="auto">
                <a:xfrm>
                  <a:off x="3054" y="2257"/>
                  <a:ext cx="119" cy="62"/>
                </a:xfrm>
                <a:custGeom>
                  <a:avLst/>
                  <a:gdLst>
                    <a:gd name="T0" fmla="*/ 118 w 119"/>
                    <a:gd name="T1" fmla="*/ 54 h 62"/>
                    <a:gd name="T2" fmla="*/ 91 w 119"/>
                    <a:gd name="T3" fmla="*/ 61 h 62"/>
                    <a:gd name="T4" fmla="*/ 51 w 119"/>
                    <a:gd name="T5" fmla="*/ 56 h 62"/>
                    <a:gd name="T6" fmla="*/ 19 w 119"/>
                    <a:gd name="T7" fmla="*/ 47 h 62"/>
                    <a:gd name="T8" fmla="*/ 0 w 119"/>
                    <a:gd name="T9" fmla="*/ 11 h 62"/>
                    <a:gd name="T10" fmla="*/ 54 w 119"/>
                    <a:gd name="T11" fmla="*/ 15 h 62"/>
                    <a:gd name="T12" fmla="*/ 49 w 119"/>
                    <a:gd name="T13" fmla="*/ 0 h 62"/>
                    <a:gd name="T14" fmla="*/ 74 w 119"/>
                    <a:gd name="T15" fmla="*/ 3 h 62"/>
                    <a:gd name="T16" fmla="*/ 99 w 119"/>
                    <a:gd name="T17" fmla="*/ 15 h 62"/>
                    <a:gd name="T18" fmla="*/ 109 w 119"/>
                    <a:gd name="T19" fmla="*/ 20 h 62"/>
                    <a:gd name="T20" fmla="*/ 118 w 119"/>
                    <a:gd name="T21" fmla="*/ 54 h 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9"/>
                    <a:gd name="T34" fmla="*/ 0 h 62"/>
                    <a:gd name="T35" fmla="*/ 119 w 119"/>
                    <a:gd name="T36" fmla="*/ 62 h 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9" h="62">
                      <a:moveTo>
                        <a:pt x="118" y="54"/>
                      </a:moveTo>
                      <a:lnTo>
                        <a:pt x="91" y="61"/>
                      </a:lnTo>
                      <a:lnTo>
                        <a:pt x="51" y="56"/>
                      </a:lnTo>
                      <a:lnTo>
                        <a:pt x="19" y="47"/>
                      </a:lnTo>
                      <a:lnTo>
                        <a:pt x="0" y="11"/>
                      </a:lnTo>
                      <a:lnTo>
                        <a:pt x="54" y="15"/>
                      </a:lnTo>
                      <a:lnTo>
                        <a:pt x="49" y="0"/>
                      </a:lnTo>
                      <a:lnTo>
                        <a:pt x="74" y="3"/>
                      </a:lnTo>
                      <a:lnTo>
                        <a:pt x="99" y="15"/>
                      </a:lnTo>
                      <a:lnTo>
                        <a:pt x="109" y="20"/>
                      </a:lnTo>
                      <a:lnTo>
                        <a:pt x="118" y="54"/>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sp>
          <p:nvSpPr>
            <p:cNvPr id="60428" name="Freeform 88"/>
            <p:cNvSpPr/>
            <p:nvPr/>
          </p:nvSpPr>
          <p:spPr bwMode="auto">
            <a:xfrm>
              <a:off x="3627" y="2534"/>
              <a:ext cx="39" cy="102"/>
            </a:xfrm>
            <a:custGeom>
              <a:avLst/>
              <a:gdLst>
                <a:gd name="T0" fmla="*/ 36 w 39"/>
                <a:gd name="T1" fmla="*/ 1 h 102"/>
                <a:gd name="T2" fmla="*/ 38 w 39"/>
                <a:gd name="T3" fmla="*/ 56 h 102"/>
                <a:gd name="T4" fmla="*/ 19 w 39"/>
                <a:gd name="T5" fmla="*/ 90 h 102"/>
                <a:gd name="T6" fmla="*/ 8 w 39"/>
                <a:gd name="T7" fmla="*/ 101 h 102"/>
                <a:gd name="T8" fmla="*/ 10 w 39"/>
                <a:gd name="T9" fmla="*/ 52 h 102"/>
                <a:gd name="T10" fmla="*/ 6 w 39"/>
                <a:gd name="T11" fmla="*/ 58 h 102"/>
                <a:gd name="T12" fmla="*/ 1 w 39"/>
                <a:gd name="T13" fmla="*/ 74 h 102"/>
                <a:gd name="T14" fmla="*/ 0 w 39"/>
                <a:gd name="T15" fmla="*/ 56 h 102"/>
                <a:gd name="T16" fmla="*/ 5 w 39"/>
                <a:gd name="T17" fmla="*/ 27 h 102"/>
                <a:gd name="T18" fmla="*/ 18 w 39"/>
                <a:gd name="T19" fmla="*/ 0 h 102"/>
                <a:gd name="T20" fmla="*/ 36 w 39"/>
                <a:gd name="T21" fmla="*/ 1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
                <a:gd name="T34" fmla="*/ 0 h 102"/>
                <a:gd name="T35" fmla="*/ 39 w 39"/>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 h="102">
                  <a:moveTo>
                    <a:pt x="36" y="1"/>
                  </a:moveTo>
                  <a:lnTo>
                    <a:pt x="38" y="56"/>
                  </a:lnTo>
                  <a:lnTo>
                    <a:pt x="19" y="90"/>
                  </a:lnTo>
                  <a:lnTo>
                    <a:pt x="8" y="101"/>
                  </a:lnTo>
                  <a:lnTo>
                    <a:pt x="10" y="52"/>
                  </a:lnTo>
                  <a:lnTo>
                    <a:pt x="6" y="58"/>
                  </a:lnTo>
                  <a:lnTo>
                    <a:pt x="1" y="74"/>
                  </a:lnTo>
                  <a:lnTo>
                    <a:pt x="0" y="56"/>
                  </a:lnTo>
                  <a:lnTo>
                    <a:pt x="5" y="27"/>
                  </a:lnTo>
                  <a:lnTo>
                    <a:pt x="18" y="0"/>
                  </a:lnTo>
                  <a:lnTo>
                    <a:pt x="36" y="1"/>
                  </a:lnTo>
                </a:path>
              </a:pathLst>
            </a:custGeom>
            <a:solidFill>
              <a:srgbClr val="FF80A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429" name="Freeform 89"/>
            <p:cNvSpPr/>
            <p:nvPr/>
          </p:nvSpPr>
          <p:spPr bwMode="auto">
            <a:xfrm>
              <a:off x="3413" y="2506"/>
              <a:ext cx="44" cy="97"/>
            </a:xfrm>
            <a:custGeom>
              <a:avLst/>
              <a:gdLst>
                <a:gd name="T0" fmla="*/ 30 w 44"/>
                <a:gd name="T1" fmla="*/ 0 h 97"/>
                <a:gd name="T2" fmla="*/ 43 w 44"/>
                <a:gd name="T3" fmla="*/ 51 h 97"/>
                <a:gd name="T4" fmla="*/ 21 w 44"/>
                <a:gd name="T5" fmla="*/ 96 h 97"/>
                <a:gd name="T6" fmla="*/ 13 w 44"/>
                <a:gd name="T7" fmla="*/ 91 h 97"/>
                <a:gd name="T8" fmla="*/ 0 w 44"/>
                <a:gd name="T9" fmla="*/ 86 h 97"/>
                <a:gd name="T10" fmla="*/ 5 w 44"/>
                <a:gd name="T11" fmla="*/ 71 h 97"/>
                <a:gd name="T12" fmla="*/ 7 w 44"/>
                <a:gd name="T13" fmla="*/ 54 h 97"/>
                <a:gd name="T14" fmla="*/ 0 w 44"/>
                <a:gd name="T15" fmla="*/ 36 h 97"/>
                <a:gd name="T16" fmla="*/ 5 w 44"/>
                <a:gd name="T17" fmla="*/ 4 h 97"/>
                <a:gd name="T18" fmla="*/ 30 w 44"/>
                <a:gd name="T19" fmla="*/ 0 h 9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97"/>
                <a:gd name="T32" fmla="*/ 44 w 44"/>
                <a:gd name="T33" fmla="*/ 97 h 9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97">
                  <a:moveTo>
                    <a:pt x="30" y="0"/>
                  </a:moveTo>
                  <a:lnTo>
                    <a:pt x="43" y="51"/>
                  </a:lnTo>
                  <a:lnTo>
                    <a:pt x="21" y="96"/>
                  </a:lnTo>
                  <a:lnTo>
                    <a:pt x="13" y="91"/>
                  </a:lnTo>
                  <a:lnTo>
                    <a:pt x="0" y="86"/>
                  </a:lnTo>
                  <a:lnTo>
                    <a:pt x="5" y="71"/>
                  </a:lnTo>
                  <a:lnTo>
                    <a:pt x="7" y="54"/>
                  </a:lnTo>
                  <a:lnTo>
                    <a:pt x="0" y="36"/>
                  </a:lnTo>
                  <a:lnTo>
                    <a:pt x="5" y="4"/>
                  </a:lnTo>
                  <a:lnTo>
                    <a:pt x="30" y="0"/>
                  </a:lnTo>
                </a:path>
              </a:pathLst>
            </a:custGeom>
            <a:solidFill>
              <a:srgbClr val="FF80A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60430" name="Group 90"/>
            <p:cNvGrpSpPr/>
            <p:nvPr/>
          </p:nvGrpSpPr>
          <p:grpSpPr bwMode="auto">
            <a:xfrm>
              <a:off x="3807" y="1868"/>
              <a:ext cx="287" cy="1294"/>
              <a:chOff x="3807" y="1868"/>
              <a:chExt cx="287" cy="1294"/>
            </a:xfrm>
          </p:grpSpPr>
          <p:sp>
            <p:nvSpPr>
              <p:cNvPr id="60548" name="Freeform 91"/>
              <p:cNvSpPr/>
              <p:nvPr/>
            </p:nvSpPr>
            <p:spPr bwMode="auto">
              <a:xfrm>
                <a:off x="3867" y="2751"/>
                <a:ext cx="149" cy="373"/>
              </a:xfrm>
              <a:custGeom>
                <a:avLst/>
                <a:gdLst>
                  <a:gd name="T0" fmla="*/ 32 w 149"/>
                  <a:gd name="T1" fmla="*/ 0 h 373"/>
                  <a:gd name="T2" fmla="*/ 28 w 149"/>
                  <a:gd name="T3" fmla="*/ 44 h 373"/>
                  <a:gd name="T4" fmla="*/ 27 w 149"/>
                  <a:gd name="T5" fmla="*/ 93 h 373"/>
                  <a:gd name="T6" fmla="*/ 27 w 149"/>
                  <a:gd name="T7" fmla="*/ 143 h 373"/>
                  <a:gd name="T8" fmla="*/ 28 w 149"/>
                  <a:gd name="T9" fmla="*/ 189 h 373"/>
                  <a:gd name="T10" fmla="*/ 29 w 149"/>
                  <a:gd name="T11" fmla="*/ 226 h 373"/>
                  <a:gd name="T12" fmla="*/ 29 w 149"/>
                  <a:gd name="T13" fmla="*/ 273 h 373"/>
                  <a:gd name="T14" fmla="*/ 27 w 149"/>
                  <a:gd name="T15" fmla="*/ 293 h 373"/>
                  <a:gd name="T16" fmla="*/ 7 w 149"/>
                  <a:gd name="T17" fmla="*/ 350 h 373"/>
                  <a:gd name="T18" fmla="*/ 0 w 149"/>
                  <a:gd name="T19" fmla="*/ 371 h 373"/>
                  <a:gd name="T20" fmla="*/ 31 w 149"/>
                  <a:gd name="T21" fmla="*/ 372 h 373"/>
                  <a:gd name="T22" fmla="*/ 45 w 149"/>
                  <a:gd name="T23" fmla="*/ 346 h 373"/>
                  <a:gd name="T24" fmla="*/ 54 w 149"/>
                  <a:gd name="T25" fmla="*/ 317 h 373"/>
                  <a:gd name="T26" fmla="*/ 60 w 149"/>
                  <a:gd name="T27" fmla="*/ 270 h 373"/>
                  <a:gd name="T28" fmla="*/ 78 w 149"/>
                  <a:gd name="T29" fmla="*/ 143 h 373"/>
                  <a:gd name="T30" fmla="*/ 85 w 149"/>
                  <a:gd name="T31" fmla="*/ 107 h 373"/>
                  <a:gd name="T32" fmla="*/ 80 w 149"/>
                  <a:gd name="T33" fmla="*/ 176 h 373"/>
                  <a:gd name="T34" fmla="*/ 85 w 149"/>
                  <a:gd name="T35" fmla="*/ 219 h 373"/>
                  <a:gd name="T36" fmla="*/ 87 w 149"/>
                  <a:gd name="T37" fmla="*/ 258 h 373"/>
                  <a:gd name="T38" fmla="*/ 84 w 149"/>
                  <a:gd name="T39" fmla="*/ 294 h 373"/>
                  <a:gd name="T40" fmla="*/ 86 w 149"/>
                  <a:gd name="T41" fmla="*/ 312 h 373"/>
                  <a:gd name="T42" fmla="*/ 107 w 149"/>
                  <a:gd name="T43" fmla="*/ 366 h 373"/>
                  <a:gd name="T44" fmla="*/ 125 w 149"/>
                  <a:gd name="T45" fmla="*/ 366 h 373"/>
                  <a:gd name="T46" fmla="*/ 134 w 149"/>
                  <a:gd name="T47" fmla="*/ 366 h 373"/>
                  <a:gd name="T48" fmla="*/ 145 w 149"/>
                  <a:gd name="T49" fmla="*/ 355 h 373"/>
                  <a:gd name="T50" fmla="*/ 118 w 149"/>
                  <a:gd name="T51" fmla="*/ 294 h 373"/>
                  <a:gd name="T52" fmla="*/ 131 w 149"/>
                  <a:gd name="T53" fmla="*/ 165 h 373"/>
                  <a:gd name="T54" fmla="*/ 137 w 149"/>
                  <a:gd name="T55" fmla="*/ 104 h 373"/>
                  <a:gd name="T56" fmla="*/ 148 w 149"/>
                  <a:gd name="T57" fmla="*/ 3 h 373"/>
                  <a:gd name="T58" fmla="*/ 32 w 149"/>
                  <a:gd name="T59" fmla="*/ 0 h 37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9"/>
                  <a:gd name="T91" fmla="*/ 0 h 373"/>
                  <a:gd name="T92" fmla="*/ 149 w 149"/>
                  <a:gd name="T93" fmla="*/ 373 h 37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9" h="373">
                    <a:moveTo>
                      <a:pt x="32" y="0"/>
                    </a:moveTo>
                    <a:lnTo>
                      <a:pt x="28" y="44"/>
                    </a:lnTo>
                    <a:lnTo>
                      <a:pt x="27" y="93"/>
                    </a:lnTo>
                    <a:lnTo>
                      <a:pt x="27" y="143"/>
                    </a:lnTo>
                    <a:lnTo>
                      <a:pt x="28" y="189"/>
                    </a:lnTo>
                    <a:lnTo>
                      <a:pt x="29" y="226"/>
                    </a:lnTo>
                    <a:lnTo>
                      <a:pt x="29" y="273"/>
                    </a:lnTo>
                    <a:lnTo>
                      <a:pt x="27" y="293"/>
                    </a:lnTo>
                    <a:lnTo>
                      <a:pt x="7" y="350"/>
                    </a:lnTo>
                    <a:lnTo>
                      <a:pt x="0" y="371"/>
                    </a:lnTo>
                    <a:lnTo>
                      <a:pt x="31" y="372"/>
                    </a:lnTo>
                    <a:lnTo>
                      <a:pt x="45" y="346"/>
                    </a:lnTo>
                    <a:lnTo>
                      <a:pt x="54" y="317"/>
                    </a:lnTo>
                    <a:lnTo>
                      <a:pt x="60" y="270"/>
                    </a:lnTo>
                    <a:lnTo>
                      <a:pt x="78" y="143"/>
                    </a:lnTo>
                    <a:lnTo>
                      <a:pt x="85" y="107"/>
                    </a:lnTo>
                    <a:lnTo>
                      <a:pt x="80" y="176"/>
                    </a:lnTo>
                    <a:lnTo>
                      <a:pt x="85" y="219"/>
                    </a:lnTo>
                    <a:lnTo>
                      <a:pt x="87" y="258"/>
                    </a:lnTo>
                    <a:lnTo>
                      <a:pt x="84" y="294"/>
                    </a:lnTo>
                    <a:lnTo>
                      <a:pt x="86" y="312"/>
                    </a:lnTo>
                    <a:lnTo>
                      <a:pt x="107" y="366"/>
                    </a:lnTo>
                    <a:lnTo>
                      <a:pt x="125" y="366"/>
                    </a:lnTo>
                    <a:lnTo>
                      <a:pt x="134" y="366"/>
                    </a:lnTo>
                    <a:lnTo>
                      <a:pt x="145" y="355"/>
                    </a:lnTo>
                    <a:lnTo>
                      <a:pt x="118" y="294"/>
                    </a:lnTo>
                    <a:lnTo>
                      <a:pt x="131" y="165"/>
                    </a:lnTo>
                    <a:lnTo>
                      <a:pt x="137" y="104"/>
                    </a:lnTo>
                    <a:lnTo>
                      <a:pt x="148" y="3"/>
                    </a:lnTo>
                    <a:lnTo>
                      <a:pt x="32" y="0"/>
                    </a:lnTo>
                  </a:path>
                </a:pathLst>
              </a:custGeom>
              <a:solidFill>
                <a:srgbClr val="8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60549" name="Group 92"/>
              <p:cNvGrpSpPr/>
              <p:nvPr/>
            </p:nvGrpSpPr>
            <p:grpSpPr bwMode="auto">
              <a:xfrm>
                <a:off x="3811" y="2280"/>
                <a:ext cx="276" cy="372"/>
                <a:chOff x="3811" y="2280"/>
                <a:chExt cx="276" cy="372"/>
              </a:xfrm>
            </p:grpSpPr>
            <p:sp>
              <p:nvSpPr>
                <p:cNvPr id="60561" name="Freeform 93"/>
                <p:cNvSpPr/>
                <p:nvPr/>
              </p:nvSpPr>
              <p:spPr bwMode="auto">
                <a:xfrm>
                  <a:off x="3811" y="2290"/>
                  <a:ext cx="72" cy="362"/>
                </a:xfrm>
                <a:custGeom>
                  <a:avLst/>
                  <a:gdLst>
                    <a:gd name="T0" fmla="*/ 4 w 72"/>
                    <a:gd name="T1" fmla="*/ 0 h 362"/>
                    <a:gd name="T2" fmla="*/ 0 w 72"/>
                    <a:gd name="T3" fmla="*/ 81 h 362"/>
                    <a:gd name="T4" fmla="*/ 12 w 72"/>
                    <a:gd name="T5" fmla="*/ 194 h 362"/>
                    <a:gd name="T6" fmla="*/ 21 w 72"/>
                    <a:gd name="T7" fmla="*/ 291 h 362"/>
                    <a:gd name="T8" fmla="*/ 39 w 72"/>
                    <a:gd name="T9" fmla="*/ 350 h 362"/>
                    <a:gd name="T10" fmla="*/ 47 w 72"/>
                    <a:gd name="T11" fmla="*/ 361 h 362"/>
                    <a:gd name="T12" fmla="*/ 52 w 72"/>
                    <a:gd name="T13" fmla="*/ 344 h 362"/>
                    <a:gd name="T14" fmla="*/ 55 w 72"/>
                    <a:gd name="T15" fmla="*/ 303 h 362"/>
                    <a:gd name="T16" fmla="*/ 71 w 72"/>
                    <a:gd name="T17" fmla="*/ 292 h 362"/>
                    <a:gd name="T18" fmla="*/ 50 w 72"/>
                    <a:gd name="T19" fmla="*/ 259 h 362"/>
                    <a:gd name="T20" fmla="*/ 36 w 72"/>
                    <a:gd name="T21" fmla="*/ 240 h 362"/>
                    <a:gd name="T22" fmla="*/ 37 w 72"/>
                    <a:gd name="T23" fmla="*/ 73 h 362"/>
                    <a:gd name="T24" fmla="*/ 44 w 72"/>
                    <a:gd name="T25" fmla="*/ 6 h 362"/>
                    <a:gd name="T26" fmla="*/ 4 w 72"/>
                    <a:gd name="T27" fmla="*/ 0 h 36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2"/>
                    <a:gd name="T43" fmla="*/ 0 h 362"/>
                    <a:gd name="T44" fmla="*/ 72 w 72"/>
                    <a:gd name="T45" fmla="*/ 362 h 36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2" h="362">
                      <a:moveTo>
                        <a:pt x="4" y="0"/>
                      </a:moveTo>
                      <a:lnTo>
                        <a:pt x="0" y="81"/>
                      </a:lnTo>
                      <a:lnTo>
                        <a:pt x="12" y="194"/>
                      </a:lnTo>
                      <a:lnTo>
                        <a:pt x="21" y="291"/>
                      </a:lnTo>
                      <a:lnTo>
                        <a:pt x="39" y="350"/>
                      </a:lnTo>
                      <a:lnTo>
                        <a:pt x="47" y="361"/>
                      </a:lnTo>
                      <a:lnTo>
                        <a:pt x="52" y="344"/>
                      </a:lnTo>
                      <a:lnTo>
                        <a:pt x="55" y="303"/>
                      </a:lnTo>
                      <a:lnTo>
                        <a:pt x="71" y="292"/>
                      </a:lnTo>
                      <a:lnTo>
                        <a:pt x="50" y="259"/>
                      </a:lnTo>
                      <a:lnTo>
                        <a:pt x="36" y="240"/>
                      </a:lnTo>
                      <a:lnTo>
                        <a:pt x="37" y="73"/>
                      </a:lnTo>
                      <a:lnTo>
                        <a:pt x="44" y="6"/>
                      </a:lnTo>
                      <a:lnTo>
                        <a:pt x="4" y="0"/>
                      </a:lnTo>
                    </a:path>
                  </a:pathLst>
                </a:custGeom>
                <a:solidFill>
                  <a:srgbClr val="8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562" name="Freeform 94"/>
                <p:cNvSpPr/>
                <p:nvPr/>
              </p:nvSpPr>
              <p:spPr bwMode="auto">
                <a:xfrm>
                  <a:off x="4025" y="2280"/>
                  <a:ext cx="62" cy="338"/>
                </a:xfrm>
                <a:custGeom>
                  <a:avLst/>
                  <a:gdLst>
                    <a:gd name="T0" fmla="*/ 17 w 62"/>
                    <a:gd name="T1" fmla="*/ 9 h 338"/>
                    <a:gd name="T2" fmla="*/ 26 w 62"/>
                    <a:gd name="T3" fmla="*/ 69 h 338"/>
                    <a:gd name="T4" fmla="*/ 25 w 62"/>
                    <a:gd name="T5" fmla="*/ 214 h 338"/>
                    <a:gd name="T6" fmla="*/ 0 w 62"/>
                    <a:gd name="T7" fmla="*/ 275 h 338"/>
                    <a:gd name="T8" fmla="*/ 6 w 62"/>
                    <a:gd name="T9" fmla="*/ 281 h 338"/>
                    <a:gd name="T10" fmla="*/ 0 w 62"/>
                    <a:gd name="T11" fmla="*/ 311 h 338"/>
                    <a:gd name="T12" fmla="*/ 5 w 62"/>
                    <a:gd name="T13" fmla="*/ 337 h 338"/>
                    <a:gd name="T14" fmla="*/ 25 w 62"/>
                    <a:gd name="T15" fmla="*/ 295 h 338"/>
                    <a:gd name="T16" fmla="*/ 44 w 62"/>
                    <a:gd name="T17" fmla="*/ 222 h 338"/>
                    <a:gd name="T18" fmla="*/ 61 w 62"/>
                    <a:gd name="T19" fmla="*/ 55 h 338"/>
                    <a:gd name="T20" fmla="*/ 53 w 62"/>
                    <a:gd name="T21" fmla="*/ 0 h 338"/>
                    <a:gd name="T22" fmla="*/ 17 w 62"/>
                    <a:gd name="T23" fmla="*/ 9 h 3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
                    <a:gd name="T37" fmla="*/ 0 h 338"/>
                    <a:gd name="T38" fmla="*/ 62 w 62"/>
                    <a:gd name="T39" fmla="*/ 338 h 3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 h="338">
                      <a:moveTo>
                        <a:pt x="17" y="9"/>
                      </a:moveTo>
                      <a:lnTo>
                        <a:pt x="26" y="69"/>
                      </a:lnTo>
                      <a:lnTo>
                        <a:pt x="25" y="214"/>
                      </a:lnTo>
                      <a:lnTo>
                        <a:pt x="0" y="275"/>
                      </a:lnTo>
                      <a:lnTo>
                        <a:pt x="6" y="281"/>
                      </a:lnTo>
                      <a:lnTo>
                        <a:pt x="0" y="311"/>
                      </a:lnTo>
                      <a:lnTo>
                        <a:pt x="5" y="337"/>
                      </a:lnTo>
                      <a:lnTo>
                        <a:pt x="25" y="295"/>
                      </a:lnTo>
                      <a:lnTo>
                        <a:pt x="44" y="222"/>
                      </a:lnTo>
                      <a:lnTo>
                        <a:pt x="61" y="55"/>
                      </a:lnTo>
                      <a:lnTo>
                        <a:pt x="53" y="0"/>
                      </a:lnTo>
                      <a:lnTo>
                        <a:pt x="17" y="9"/>
                      </a:lnTo>
                    </a:path>
                  </a:pathLst>
                </a:custGeom>
                <a:solidFill>
                  <a:srgbClr val="8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
            <p:nvSpPr>
              <p:cNvPr id="60550" name="Freeform 95"/>
              <p:cNvSpPr/>
              <p:nvPr/>
            </p:nvSpPr>
            <p:spPr bwMode="auto">
              <a:xfrm>
                <a:off x="3913" y="1893"/>
                <a:ext cx="92" cy="169"/>
              </a:xfrm>
              <a:custGeom>
                <a:avLst/>
                <a:gdLst>
                  <a:gd name="T0" fmla="*/ 14 w 92"/>
                  <a:gd name="T1" fmla="*/ 168 h 169"/>
                  <a:gd name="T2" fmla="*/ 14 w 92"/>
                  <a:gd name="T3" fmla="*/ 143 h 169"/>
                  <a:gd name="T4" fmla="*/ 3 w 92"/>
                  <a:gd name="T5" fmla="*/ 113 h 169"/>
                  <a:gd name="T6" fmla="*/ 0 w 92"/>
                  <a:gd name="T7" fmla="*/ 93 h 169"/>
                  <a:gd name="T8" fmla="*/ 0 w 92"/>
                  <a:gd name="T9" fmla="*/ 78 h 169"/>
                  <a:gd name="T10" fmla="*/ 0 w 92"/>
                  <a:gd name="T11" fmla="*/ 56 h 169"/>
                  <a:gd name="T12" fmla="*/ 3 w 92"/>
                  <a:gd name="T13" fmla="*/ 38 h 169"/>
                  <a:gd name="T14" fmla="*/ 7 w 92"/>
                  <a:gd name="T15" fmla="*/ 26 h 169"/>
                  <a:gd name="T16" fmla="*/ 14 w 92"/>
                  <a:gd name="T17" fmla="*/ 15 h 169"/>
                  <a:gd name="T18" fmla="*/ 22 w 92"/>
                  <a:gd name="T19" fmla="*/ 7 h 169"/>
                  <a:gd name="T20" fmla="*/ 34 w 92"/>
                  <a:gd name="T21" fmla="*/ 1 h 169"/>
                  <a:gd name="T22" fmla="*/ 49 w 92"/>
                  <a:gd name="T23" fmla="*/ 0 h 169"/>
                  <a:gd name="T24" fmla="*/ 61 w 92"/>
                  <a:gd name="T25" fmla="*/ 2 h 169"/>
                  <a:gd name="T26" fmla="*/ 72 w 92"/>
                  <a:gd name="T27" fmla="*/ 6 h 169"/>
                  <a:gd name="T28" fmla="*/ 80 w 92"/>
                  <a:gd name="T29" fmla="*/ 15 h 169"/>
                  <a:gd name="T30" fmla="*/ 86 w 92"/>
                  <a:gd name="T31" fmla="*/ 26 h 169"/>
                  <a:gd name="T32" fmla="*/ 91 w 92"/>
                  <a:gd name="T33" fmla="*/ 39 h 169"/>
                  <a:gd name="T34" fmla="*/ 90 w 92"/>
                  <a:gd name="T35" fmla="*/ 68 h 169"/>
                  <a:gd name="T36" fmla="*/ 86 w 92"/>
                  <a:gd name="T37" fmla="*/ 91 h 169"/>
                  <a:gd name="T38" fmla="*/ 83 w 92"/>
                  <a:gd name="T39" fmla="*/ 116 h 169"/>
                  <a:gd name="T40" fmla="*/ 76 w 92"/>
                  <a:gd name="T41" fmla="*/ 129 h 169"/>
                  <a:gd name="T42" fmla="*/ 69 w 92"/>
                  <a:gd name="T43" fmla="*/ 140 h 169"/>
                  <a:gd name="T44" fmla="*/ 66 w 92"/>
                  <a:gd name="T45" fmla="*/ 147 h 169"/>
                  <a:gd name="T46" fmla="*/ 62 w 92"/>
                  <a:gd name="T47" fmla="*/ 168 h 169"/>
                  <a:gd name="T48" fmla="*/ 14 w 92"/>
                  <a:gd name="T49" fmla="*/ 168 h 16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2"/>
                  <a:gd name="T76" fmla="*/ 0 h 169"/>
                  <a:gd name="T77" fmla="*/ 92 w 92"/>
                  <a:gd name="T78" fmla="*/ 169 h 16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2" h="169">
                    <a:moveTo>
                      <a:pt x="14" y="168"/>
                    </a:moveTo>
                    <a:lnTo>
                      <a:pt x="14" y="143"/>
                    </a:lnTo>
                    <a:lnTo>
                      <a:pt x="3" y="113"/>
                    </a:lnTo>
                    <a:lnTo>
                      <a:pt x="0" y="93"/>
                    </a:lnTo>
                    <a:lnTo>
                      <a:pt x="0" y="78"/>
                    </a:lnTo>
                    <a:lnTo>
                      <a:pt x="0" y="56"/>
                    </a:lnTo>
                    <a:lnTo>
                      <a:pt x="3" y="38"/>
                    </a:lnTo>
                    <a:lnTo>
                      <a:pt x="7" y="26"/>
                    </a:lnTo>
                    <a:lnTo>
                      <a:pt x="14" y="15"/>
                    </a:lnTo>
                    <a:lnTo>
                      <a:pt x="22" y="7"/>
                    </a:lnTo>
                    <a:lnTo>
                      <a:pt x="34" y="1"/>
                    </a:lnTo>
                    <a:lnTo>
                      <a:pt x="49" y="0"/>
                    </a:lnTo>
                    <a:lnTo>
                      <a:pt x="61" y="2"/>
                    </a:lnTo>
                    <a:lnTo>
                      <a:pt x="72" y="6"/>
                    </a:lnTo>
                    <a:lnTo>
                      <a:pt x="80" y="15"/>
                    </a:lnTo>
                    <a:lnTo>
                      <a:pt x="86" y="26"/>
                    </a:lnTo>
                    <a:lnTo>
                      <a:pt x="91" y="39"/>
                    </a:lnTo>
                    <a:lnTo>
                      <a:pt x="90" y="68"/>
                    </a:lnTo>
                    <a:lnTo>
                      <a:pt x="86" y="91"/>
                    </a:lnTo>
                    <a:lnTo>
                      <a:pt x="83" y="116"/>
                    </a:lnTo>
                    <a:lnTo>
                      <a:pt x="76" y="129"/>
                    </a:lnTo>
                    <a:lnTo>
                      <a:pt x="69" y="140"/>
                    </a:lnTo>
                    <a:lnTo>
                      <a:pt x="66" y="147"/>
                    </a:lnTo>
                    <a:lnTo>
                      <a:pt x="62" y="168"/>
                    </a:lnTo>
                    <a:lnTo>
                      <a:pt x="14" y="168"/>
                    </a:lnTo>
                  </a:path>
                </a:pathLst>
              </a:custGeom>
              <a:solidFill>
                <a:srgbClr val="8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551" name="Freeform 96"/>
              <p:cNvSpPr/>
              <p:nvPr/>
            </p:nvSpPr>
            <p:spPr bwMode="auto">
              <a:xfrm>
                <a:off x="3872" y="1868"/>
                <a:ext cx="171" cy="139"/>
              </a:xfrm>
              <a:custGeom>
                <a:avLst/>
                <a:gdLst>
                  <a:gd name="T0" fmla="*/ 18 w 171"/>
                  <a:gd name="T1" fmla="*/ 135 h 139"/>
                  <a:gd name="T2" fmla="*/ 10 w 171"/>
                  <a:gd name="T3" fmla="*/ 138 h 139"/>
                  <a:gd name="T4" fmla="*/ 0 w 171"/>
                  <a:gd name="T5" fmla="*/ 133 h 139"/>
                  <a:gd name="T6" fmla="*/ 5 w 171"/>
                  <a:gd name="T7" fmla="*/ 111 h 139"/>
                  <a:gd name="T8" fmla="*/ 10 w 171"/>
                  <a:gd name="T9" fmla="*/ 84 h 139"/>
                  <a:gd name="T10" fmla="*/ 21 w 171"/>
                  <a:gd name="T11" fmla="*/ 53 h 139"/>
                  <a:gd name="T12" fmla="*/ 27 w 171"/>
                  <a:gd name="T13" fmla="*/ 36 h 139"/>
                  <a:gd name="T14" fmla="*/ 33 w 171"/>
                  <a:gd name="T15" fmla="*/ 22 h 139"/>
                  <a:gd name="T16" fmla="*/ 48 w 171"/>
                  <a:gd name="T17" fmla="*/ 8 h 139"/>
                  <a:gd name="T18" fmla="*/ 75 w 171"/>
                  <a:gd name="T19" fmla="*/ 3 h 139"/>
                  <a:gd name="T20" fmla="*/ 97 w 171"/>
                  <a:gd name="T21" fmla="*/ 0 h 139"/>
                  <a:gd name="T22" fmla="*/ 130 w 171"/>
                  <a:gd name="T23" fmla="*/ 14 h 139"/>
                  <a:gd name="T24" fmla="*/ 143 w 171"/>
                  <a:gd name="T25" fmla="*/ 29 h 139"/>
                  <a:gd name="T26" fmla="*/ 154 w 171"/>
                  <a:gd name="T27" fmla="*/ 57 h 139"/>
                  <a:gd name="T28" fmla="*/ 165 w 171"/>
                  <a:gd name="T29" fmla="*/ 89 h 139"/>
                  <a:gd name="T30" fmla="*/ 170 w 171"/>
                  <a:gd name="T31" fmla="*/ 117 h 139"/>
                  <a:gd name="T32" fmla="*/ 168 w 171"/>
                  <a:gd name="T33" fmla="*/ 129 h 139"/>
                  <a:gd name="T34" fmla="*/ 152 w 171"/>
                  <a:gd name="T35" fmla="*/ 131 h 139"/>
                  <a:gd name="T36" fmla="*/ 140 w 171"/>
                  <a:gd name="T37" fmla="*/ 133 h 139"/>
                  <a:gd name="T38" fmla="*/ 124 w 171"/>
                  <a:gd name="T39" fmla="*/ 136 h 139"/>
                  <a:gd name="T40" fmla="*/ 128 w 171"/>
                  <a:gd name="T41" fmla="*/ 108 h 139"/>
                  <a:gd name="T42" fmla="*/ 128 w 171"/>
                  <a:gd name="T43" fmla="*/ 92 h 139"/>
                  <a:gd name="T44" fmla="*/ 128 w 171"/>
                  <a:gd name="T45" fmla="*/ 78 h 139"/>
                  <a:gd name="T46" fmla="*/ 128 w 171"/>
                  <a:gd name="T47" fmla="*/ 58 h 139"/>
                  <a:gd name="T48" fmla="*/ 109 w 171"/>
                  <a:gd name="T49" fmla="*/ 50 h 139"/>
                  <a:gd name="T50" fmla="*/ 103 w 171"/>
                  <a:gd name="T51" fmla="*/ 32 h 139"/>
                  <a:gd name="T52" fmla="*/ 87 w 171"/>
                  <a:gd name="T53" fmla="*/ 44 h 139"/>
                  <a:gd name="T54" fmla="*/ 64 w 171"/>
                  <a:gd name="T55" fmla="*/ 66 h 139"/>
                  <a:gd name="T56" fmla="*/ 73 w 171"/>
                  <a:gd name="T57" fmla="*/ 55 h 139"/>
                  <a:gd name="T58" fmla="*/ 54 w 171"/>
                  <a:gd name="T59" fmla="*/ 71 h 139"/>
                  <a:gd name="T60" fmla="*/ 54 w 171"/>
                  <a:gd name="T61" fmla="*/ 97 h 139"/>
                  <a:gd name="T62" fmla="*/ 58 w 171"/>
                  <a:gd name="T63" fmla="*/ 110 h 139"/>
                  <a:gd name="T64" fmla="*/ 64 w 171"/>
                  <a:gd name="T65" fmla="*/ 121 h 139"/>
                  <a:gd name="T66" fmla="*/ 68 w 171"/>
                  <a:gd name="T67" fmla="*/ 137 h 139"/>
                  <a:gd name="T68" fmla="*/ 48 w 171"/>
                  <a:gd name="T69" fmla="*/ 137 h 139"/>
                  <a:gd name="T70" fmla="*/ 57 w 171"/>
                  <a:gd name="T71" fmla="*/ 137 h 139"/>
                  <a:gd name="T72" fmla="*/ 29 w 171"/>
                  <a:gd name="T73" fmla="*/ 133 h 139"/>
                  <a:gd name="T74" fmla="*/ 27 w 171"/>
                  <a:gd name="T75" fmla="*/ 133 h 139"/>
                  <a:gd name="T76" fmla="*/ 18 w 171"/>
                  <a:gd name="T77" fmla="*/ 135 h 139"/>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71"/>
                  <a:gd name="T118" fmla="*/ 0 h 139"/>
                  <a:gd name="T119" fmla="*/ 171 w 171"/>
                  <a:gd name="T120" fmla="*/ 139 h 139"/>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71" h="139">
                    <a:moveTo>
                      <a:pt x="18" y="135"/>
                    </a:moveTo>
                    <a:lnTo>
                      <a:pt x="10" y="138"/>
                    </a:lnTo>
                    <a:lnTo>
                      <a:pt x="0" y="133"/>
                    </a:lnTo>
                    <a:lnTo>
                      <a:pt x="5" y="111"/>
                    </a:lnTo>
                    <a:lnTo>
                      <a:pt x="10" y="84"/>
                    </a:lnTo>
                    <a:lnTo>
                      <a:pt x="21" y="53"/>
                    </a:lnTo>
                    <a:lnTo>
                      <a:pt x="27" y="36"/>
                    </a:lnTo>
                    <a:lnTo>
                      <a:pt x="33" y="22"/>
                    </a:lnTo>
                    <a:lnTo>
                      <a:pt x="48" y="8"/>
                    </a:lnTo>
                    <a:lnTo>
                      <a:pt x="75" y="3"/>
                    </a:lnTo>
                    <a:lnTo>
                      <a:pt x="97" y="0"/>
                    </a:lnTo>
                    <a:lnTo>
                      <a:pt x="130" y="14"/>
                    </a:lnTo>
                    <a:lnTo>
                      <a:pt x="143" y="29"/>
                    </a:lnTo>
                    <a:lnTo>
                      <a:pt x="154" y="57"/>
                    </a:lnTo>
                    <a:lnTo>
                      <a:pt x="165" y="89"/>
                    </a:lnTo>
                    <a:lnTo>
                      <a:pt x="170" y="117"/>
                    </a:lnTo>
                    <a:lnTo>
                      <a:pt x="168" y="129"/>
                    </a:lnTo>
                    <a:lnTo>
                      <a:pt x="152" y="131"/>
                    </a:lnTo>
                    <a:lnTo>
                      <a:pt x="140" y="133"/>
                    </a:lnTo>
                    <a:lnTo>
                      <a:pt x="124" y="136"/>
                    </a:lnTo>
                    <a:lnTo>
                      <a:pt x="128" y="108"/>
                    </a:lnTo>
                    <a:lnTo>
                      <a:pt x="128" y="92"/>
                    </a:lnTo>
                    <a:lnTo>
                      <a:pt x="128" y="78"/>
                    </a:lnTo>
                    <a:lnTo>
                      <a:pt x="128" y="58"/>
                    </a:lnTo>
                    <a:lnTo>
                      <a:pt x="109" y="50"/>
                    </a:lnTo>
                    <a:lnTo>
                      <a:pt x="103" y="32"/>
                    </a:lnTo>
                    <a:lnTo>
                      <a:pt x="87" y="44"/>
                    </a:lnTo>
                    <a:lnTo>
                      <a:pt x="64" y="66"/>
                    </a:lnTo>
                    <a:lnTo>
                      <a:pt x="73" y="55"/>
                    </a:lnTo>
                    <a:lnTo>
                      <a:pt x="54" y="71"/>
                    </a:lnTo>
                    <a:lnTo>
                      <a:pt x="54" y="97"/>
                    </a:lnTo>
                    <a:lnTo>
                      <a:pt x="58" y="110"/>
                    </a:lnTo>
                    <a:lnTo>
                      <a:pt x="64" y="121"/>
                    </a:lnTo>
                    <a:lnTo>
                      <a:pt x="68" y="137"/>
                    </a:lnTo>
                    <a:lnTo>
                      <a:pt x="48" y="137"/>
                    </a:lnTo>
                    <a:lnTo>
                      <a:pt x="57" y="137"/>
                    </a:lnTo>
                    <a:lnTo>
                      <a:pt x="29" y="133"/>
                    </a:lnTo>
                    <a:lnTo>
                      <a:pt x="27" y="133"/>
                    </a:lnTo>
                    <a:lnTo>
                      <a:pt x="18" y="135"/>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552" name="Freeform 97"/>
              <p:cNvSpPr/>
              <p:nvPr/>
            </p:nvSpPr>
            <p:spPr bwMode="auto">
              <a:xfrm>
                <a:off x="3807" y="2065"/>
                <a:ext cx="287" cy="693"/>
              </a:xfrm>
              <a:custGeom>
                <a:avLst/>
                <a:gdLst>
                  <a:gd name="T0" fmla="*/ 115 w 287"/>
                  <a:gd name="T1" fmla="*/ 0 h 693"/>
                  <a:gd name="T2" fmla="*/ 45 w 287"/>
                  <a:gd name="T3" fmla="*/ 36 h 693"/>
                  <a:gd name="T4" fmla="*/ 37 w 287"/>
                  <a:gd name="T5" fmla="*/ 48 h 693"/>
                  <a:gd name="T6" fmla="*/ 0 w 287"/>
                  <a:gd name="T7" fmla="*/ 225 h 693"/>
                  <a:gd name="T8" fmla="*/ 55 w 287"/>
                  <a:gd name="T9" fmla="*/ 233 h 693"/>
                  <a:gd name="T10" fmla="*/ 62 w 287"/>
                  <a:gd name="T11" fmla="*/ 188 h 693"/>
                  <a:gd name="T12" fmla="*/ 83 w 287"/>
                  <a:gd name="T13" fmla="*/ 281 h 693"/>
                  <a:gd name="T14" fmla="*/ 48 w 287"/>
                  <a:gd name="T15" fmla="*/ 489 h 693"/>
                  <a:gd name="T16" fmla="*/ 66 w 287"/>
                  <a:gd name="T17" fmla="*/ 690 h 693"/>
                  <a:gd name="T18" fmla="*/ 86 w 287"/>
                  <a:gd name="T19" fmla="*/ 692 h 693"/>
                  <a:gd name="T20" fmla="*/ 116 w 287"/>
                  <a:gd name="T21" fmla="*/ 689 h 693"/>
                  <a:gd name="T22" fmla="*/ 159 w 287"/>
                  <a:gd name="T23" fmla="*/ 686 h 693"/>
                  <a:gd name="T24" fmla="*/ 197 w 287"/>
                  <a:gd name="T25" fmla="*/ 686 h 693"/>
                  <a:gd name="T26" fmla="*/ 229 w 287"/>
                  <a:gd name="T27" fmla="*/ 687 h 693"/>
                  <a:gd name="T28" fmla="*/ 241 w 287"/>
                  <a:gd name="T29" fmla="*/ 398 h 693"/>
                  <a:gd name="T30" fmla="*/ 209 w 287"/>
                  <a:gd name="T31" fmla="*/ 271 h 693"/>
                  <a:gd name="T32" fmla="*/ 221 w 287"/>
                  <a:gd name="T33" fmla="*/ 201 h 693"/>
                  <a:gd name="T34" fmla="*/ 229 w 287"/>
                  <a:gd name="T35" fmla="*/ 227 h 693"/>
                  <a:gd name="T36" fmla="*/ 286 w 287"/>
                  <a:gd name="T37" fmla="*/ 212 h 693"/>
                  <a:gd name="T38" fmla="*/ 242 w 287"/>
                  <a:gd name="T39" fmla="*/ 47 h 693"/>
                  <a:gd name="T40" fmla="*/ 169 w 287"/>
                  <a:gd name="T41" fmla="*/ 0 h 693"/>
                  <a:gd name="T42" fmla="*/ 115 w 287"/>
                  <a:gd name="T43" fmla="*/ 0 h 69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7"/>
                  <a:gd name="T67" fmla="*/ 0 h 693"/>
                  <a:gd name="T68" fmla="*/ 287 w 287"/>
                  <a:gd name="T69" fmla="*/ 693 h 69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7" h="693">
                    <a:moveTo>
                      <a:pt x="115" y="0"/>
                    </a:moveTo>
                    <a:lnTo>
                      <a:pt x="45" y="36"/>
                    </a:lnTo>
                    <a:lnTo>
                      <a:pt x="37" y="48"/>
                    </a:lnTo>
                    <a:lnTo>
                      <a:pt x="0" y="225"/>
                    </a:lnTo>
                    <a:lnTo>
                      <a:pt x="55" y="233"/>
                    </a:lnTo>
                    <a:lnTo>
                      <a:pt x="62" y="188"/>
                    </a:lnTo>
                    <a:lnTo>
                      <a:pt x="83" y="281"/>
                    </a:lnTo>
                    <a:lnTo>
                      <a:pt x="48" y="489"/>
                    </a:lnTo>
                    <a:lnTo>
                      <a:pt x="66" y="690"/>
                    </a:lnTo>
                    <a:lnTo>
                      <a:pt x="86" y="692"/>
                    </a:lnTo>
                    <a:lnTo>
                      <a:pt x="116" y="689"/>
                    </a:lnTo>
                    <a:lnTo>
                      <a:pt x="159" y="686"/>
                    </a:lnTo>
                    <a:lnTo>
                      <a:pt x="197" y="686"/>
                    </a:lnTo>
                    <a:lnTo>
                      <a:pt x="229" y="687"/>
                    </a:lnTo>
                    <a:lnTo>
                      <a:pt x="241" y="398"/>
                    </a:lnTo>
                    <a:lnTo>
                      <a:pt x="209" y="271"/>
                    </a:lnTo>
                    <a:lnTo>
                      <a:pt x="221" y="201"/>
                    </a:lnTo>
                    <a:lnTo>
                      <a:pt x="229" y="227"/>
                    </a:lnTo>
                    <a:lnTo>
                      <a:pt x="286" y="212"/>
                    </a:lnTo>
                    <a:lnTo>
                      <a:pt x="242" y="47"/>
                    </a:lnTo>
                    <a:lnTo>
                      <a:pt x="169" y="0"/>
                    </a:lnTo>
                    <a:lnTo>
                      <a:pt x="115" y="0"/>
                    </a:lnTo>
                  </a:path>
                </a:pathLst>
              </a:custGeom>
              <a:solidFill>
                <a:srgbClr val="0020A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60553" name="Group 98"/>
              <p:cNvGrpSpPr/>
              <p:nvPr/>
            </p:nvGrpSpPr>
            <p:grpSpPr bwMode="auto">
              <a:xfrm>
                <a:off x="3893" y="2067"/>
                <a:ext cx="126" cy="294"/>
                <a:chOff x="3893" y="2067"/>
                <a:chExt cx="126" cy="294"/>
              </a:xfrm>
            </p:grpSpPr>
            <p:sp>
              <p:nvSpPr>
                <p:cNvPr id="60558" name="Freeform 99"/>
                <p:cNvSpPr/>
                <p:nvPr/>
              </p:nvSpPr>
              <p:spPr bwMode="auto">
                <a:xfrm>
                  <a:off x="3921" y="2067"/>
                  <a:ext cx="66" cy="33"/>
                </a:xfrm>
                <a:custGeom>
                  <a:avLst/>
                  <a:gdLst>
                    <a:gd name="T0" fmla="*/ 0 w 66"/>
                    <a:gd name="T1" fmla="*/ 3 h 33"/>
                    <a:gd name="T2" fmla="*/ 14 w 66"/>
                    <a:gd name="T3" fmla="*/ 32 h 33"/>
                    <a:gd name="T4" fmla="*/ 33 w 66"/>
                    <a:gd name="T5" fmla="*/ 0 h 33"/>
                    <a:gd name="T6" fmla="*/ 53 w 66"/>
                    <a:gd name="T7" fmla="*/ 32 h 33"/>
                    <a:gd name="T8" fmla="*/ 65 w 66"/>
                    <a:gd name="T9" fmla="*/ 4 h 33"/>
                    <a:gd name="T10" fmla="*/ 0 w 66"/>
                    <a:gd name="T11" fmla="*/ 3 h 33"/>
                    <a:gd name="T12" fmla="*/ 0 60000 65536"/>
                    <a:gd name="T13" fmla="*/ 0 60000 65536"/>
                    <a:gd name="T14" fmla="*/ 0 60000 65536"/>
                    <a:gd name="T15" fmla="*/ 0 60000 65536"/>
                    <a:gd name="T16" fmla="*/ 0 60000 65536"/>
                    <a:gd name="T17" fmla="*/ 0 60000 65536"/>
                    <a:gd name="T18" fmla="*/ 0 w 66"/>
                    <a:gd name="T19" fmla="*/ 0 h 33"/>
                    <a:gd name="T20" fmla="*/ 66 w 66"/>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66" h="33">
                      <a:moveTo>
                        <a:pt x="0" y="3"/>
                      </a:moveTo>
                      <a:lnTo>
                        <a:pt x="14" y="32"/>
                      </a:lnTo>
                      <a:lnTo>
                        <a:pt x="33" y="0"/>
                      </a:lnTo>
                      <a:lnTo>
                        <a:pt x="53" y="32"/>
                      </a:lnTo>
                      <a:lnTo>
                        <a:pt x="65" y="4"/>
                      </a:lnTo>
                      <a:lnTo>
                        <a:pt x="0" y="3"/>
                      </a:lnTo>
                    </a:path>
                  </a:pathLst>
                </a:custGeom>
                <a:solidFill>
                  <a:srgbClr val="000080"/>
                </a:solidFill>
                <a:ln w="12700" cap="rnd">
                  <a:solidFill>
                    <a:srgbClr val="000080"/>
                  </a:solidFill>
                  <a:round/>
                </a:ln>
              </p:spPr>
              <p:txBody>
                <a:bodyPr/>
                <a:p>
                  <a:endParaRPr lang="zh-CN" altLang="en-US"/>
                </a:p>
              </p:txBody>
            </p:sp>
            <p:sp>
              <p:nvSpPr>
                <p:cNvPr id="60559" name="Freeform 100"/>
                <p:cNvSpPr/>
                <p:nvPr/>
              </p:nvSpPr>
              <p:spPr bwMode="auto">
                <a:xfrm>
                  <a:off x="3954" y="2075"/>
                  <a:ext cx="17" cy="272"/>
                </a:xfrm>
                <a:custGeom>
                  <a:avLst/>
                  <a:gdLst>
                    <a:gd name="T0" fmla="*/ 0 w 17"/>
                    <a:gd name="T1" fmla="*/ 0 h 272"/>
                    <a:gd name="T2" fmla="*/ 16 w 17"/>
                    <a:gd name="T3" fmla="*/ 112 h 272"/>
                    <a:gd name="T4" fmla="*/ 16 w 17"/>
                    <a:gd name="T5" fmla="*/ 271 h 272"/>
                    <a:gd name="T6" fmla="*/ 0 w 17"/>
                    <a:gd name="T7" fmla="*/ 0 h 272"/>
                    <a:gd name="T8" fmla="*/ 0 60000 65536"/>
                    <a:gd name="T9" fmla="*/ 0 60000 65536"/>
                    <a:gd name="T10" fmla="*/ 0 60000 65536"/>
                    <a:gd name="T11" fmla="*/ 0 60000 65536"/>
                    <a:gd name="T12" fmla="*/ 0 w 17"/>
                    <a:gd name="T13" fmla="*/ 0 h 272"/>
                    <a:gd name="T14" fmla="*/ 17 w 17"/>
                    <a:gd name="T15" fmla="*/ 272 h 272"/>
                  </a:gdLst>
                  <a:ahLst/>
                  <a:cxnLst>
                    <a:cxn ang="T8">
                      <a:pos x="T0" y="T1"/>
                    </a:cxn>
                    <a:cxn ang="T9">
                      <a:pos x="T2" y="T3"/>
                    </a:cxn>
                    <a:cxn ang="T10">
                      <a:pos x="T4" y="T5"/>
                    </a:cxn>
                    <a:cxn ang="T11">
                      <a:pos x="T6" y="T7"/>
                    </a:cxn>
                  </a:cxnLst>
                  <a:rect l="T12" t="T13" r="T14" b="T15"/>
                  <a:pathLst>
                    <a:path w="17" h="272">
                      <a:moveTo>
                        <a:pt x="0" y="0"/>
                      </a:moveTo>
                      <a:lnTo>
                        <a:pt x="16" y="112"/>
                      </a:lnTo>
                      <a:lnTo>
                        <a:pt x="16" y="271"/>
                      </a:lnTo>
                      <a:lnTo>
                        <a:pt x="0" y="0"/>
                      </a:lnTo>
                    </a:path>
                  </a:pathLst>
                </a:custGeom>
                <a:solidFill>
                  <a:srgbClr val="000080"/>
                </a:solidFill>
                <a:ln w="12700" cap="rnd">
                  <a:solidFill>
                    <a:srgbClr val="000080"/>
                  </a:solidFill>
                  <a:round/>
                </a:ln>
              </p:spPr>
              <p:txBody>
                <a:bodyPr/>
                <a:p>
                  <a:endParaRPr lang="zh-CN" altLang="en-US"/>
                </a:p>
              </p:txBody>
            </p:sp>
            <p:sp>
              <p:nvSpPr>
                <p:cNvPr id="60560" name="Freeform 101"/>
                <p:cNvSpPr/>
                <p:nvPr/>
              </p:nvSpPr>
              <p:spPr bwMode="auto">
                <a:xfrm>
                  <a:off x="3893" y="2344"/>
                  <a:ext cx="126" cy="17"/>
                </a:xfrm>
                <a:custGeom>
                  <a:avLst/>
                  <a:gdLst>
                    <a:gd name="T0" fmla="*/ 0 w 126"/>
                    <a:gd name="T1" fmla="*/ 16 h 17"/>
                    <a:gd name="T2" fmla="*/ 68 w 126"/>
                    <a:gd name="T3" fmla="*/ 0 h 17"/>
                    <a:gd name="T4" fmla="*/ 125 w 126"/>
                    <a:gd name="T5" fmla="*/ 8 h 17"/>
                    <a:gd name="T6" fmla="*/ 0 w 126"/>
                    <a:gd name="T7" fmla="*/ 16 h 17"/>
                    <a:gd name="T8" fmla="*/ 0 60000 65536"/>
                    <a:gd name="T9" fmla="*/ 0 60000 65536"/>
                    <a:gd name="T10" fmla="*/ 0 60000 65536"/>
                    <a:gd name="T11" fmla="*/ 0 60000 65536"/>
                    <a:gd name="T12" fmla="*/ 0 w 126"/>
                    <a:gd name="T13" fmla="*/ 0 h 17"/>
                    <a:gd name="T14" fmla="*/ 126 w 126"/>
                    <a:gd name="T15" fmla="*/ 17 h 17"/>
                  </a:gdLst>
                  <a:ahLst/>
                  <a:cxnLst>
                    <a:cxn ang="T8">
                      <a:pos x="T0" y="T1"/>
                    </a:cxn>
                    <a:cxn ang="T9">
                      <a:pos x="T2" y="T3"/>
                    </a:cxn>
                    <a:cxn ang="T10">
                      <a:pos x="T4" y="T5"/>
                    </a:cxn>
                    <a:cxn ang="T11">
                      <a:pos x="T6" y="T7"/>
                    </a:cxn>
                  </a:cxnLst>
                  <a:rect l="T12" t="T13" r="T14" b="T15"/>
                  <a:pathLst>
                    <a:path w="126" h="17">
                      <a:moveTo>
                        <a:pt x="0" y="16"/>
                      </a:moveTo>
                      <a:lnTo>
                        <a:pt x="68" y="0"/>
                      </a:lnTo>
                      <a:lnTo>
                        <a:pt x="125" y="8"/>
                      </a:lnTo>
                      <a:lnTo>
                        <a:pt x="0" y="16"/>
                      </a:lnTo>
                    </a:path>
                  </a:pathLst>
                </a:custGeom>
                <a:solidFill>
                  <a:srgbClr val="000080"/>
                </a:solidFill>
                <a:ln w="12700" cap="rnd">
                  <a:solidFill>
                    <a:srgbClr val="000080"/>
                  </a:solidFill>
                  <a:round/>
                </a:ln>
              </p:spPr>
              <p:txBody>
                <a:bodyPr/>
                <a:p>
                  <a:endParaRPr lang="zh-CN" altLang="en-US"/>
                </a:p>
              </p:txBody>
            </p:sp>
          </p:grpSp>
          <p:grpSp>
            <p:nvGrpSpPr>
              <p:cNvPr id="60554" name="Group 102"/>
              <p:cNvGrpSpPr/>
              <p:nvPr/>
            </p:nvGrpSpPr>
            <p:grpSpPr bwMode="auto">
              <a:xfrm>
                <a:off x="3859" y="3053"/>
                <a:ext cx="165" cy="109"/>
                <a:chOff x="3859" y="3053"/>
                <a:chExt cx="165" cy="109"/>
              </a:xfrm>
            </p:grpSpPr>
            <p:sp>
              <p:nvSpPr>
                <p:cNvPr id="60556" name="Freeform 103"/>
                <p:cNvSpPr/>
                <p:nvPr/>
              </p:nvSpPr>
              <p:spPr bwMode="auto">
                <a:xfrm>
                  <a:off x="3859" y="3064"/>
                  <a:ext cx="62" cy="98"/>
                </a:xfrm>
                <a:custGeom>
                  <a:avLst/>
                  <a:gdLst>
                    <a:gd name="T0" fmla="*/ 11 w 62"/>
                    <a:gd name="T1" fmla="*/ 48 h 98"/>
                    <a:gd name="T2" fmla="*/ 3 w 62"/>
                    <a:gd name="T3" fmla="*/ 63 h 98"/>
                    <a:gd name="T4" fmla="*/ 0 w 62"/>
                    <a:gd name="T5" fmla="*/ 74 h 98"/>
                    <a:gd name="T6" fmla="*/ 0 w 62"/>
                    <a:gd name="T7" fmla="*/ 83 h 98"/>
                    <a:gd name="T8" fmla="*/ 2 w 62"/>
                    <a:gd name="T9" fmla="*/ 89 h 98"/>
                    <a:gd name="T10" fmla="*/ 6 w 62"/>
                    <a:gd name="T11" fmla="*/ 94 h 98"/>
                    <a:gd name="T12" fmla="*/ 14 w 62"/>
                    <a:gd name="T13" fmla="*/ 97 h 98"/>
                    <a:gd name="T14" fmla="*/ 25 w 62"/>
                    <a:gd name="T15" fmla="*/ 96 h 98"/>
                    <a:gd name="T16" fmla="*/ 34 w 62"/>
                    <a:gd name="T17" fmla="*/ 92 h 98"/>
                    <a:gd name="T18" fmla="*/ 42 w 62"/>
                    <a:gd name="T19" fmla="*/ 82 h 98"/>
                    <a:gd name="T20" fmla="*/ 50 w 62"/>
                    <a:gd name="T21" fmla="*/ 69 h 98"/>
                    <a:gd name="T22" fmla="*/ 54 w 62"/>
                    <a:gd name="T23" fmla="*/ 42 h 98"/>
                    <a:gd name="T24" fmla="*/ 61 w 62"/>
                    <a:gd name="T25" fmla="*/ 16 h 98"/>
                    <a:gd name="T26" fmla="*/ 60 w 62"/>
                    <a:gd name="T27" fmla="*/ 0 h 98"/>
                    <a:gd name="T28" fmla="*/ 48 w 62"/>
                    <a:gd name="T29" fmla="*/ 37 h 98"/>
                    <a:gd name="T30" fmla="*/ 37 w 62"/>
                    <a:gd name="T31" fmla="*/ 61 h 98"/>
                    <a:gd name="T32" fmla="*/ 22 w 62"/>
                    <a:gd name="T33" fmla="*/ 61 h 98"/>
                    <a:gd name="T34" fmla="*/ 9 w 62"/>
                    <a:gd name="T35" fmla="*/ 59 h 98"/>
                    <a:gd name="T36" fmla="*/ 11 w 62"/>
                    <a:gd name="T37" fmla="*/ 48 h 9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2"/>
                    <a:gd name="T58" fmla="*/ 0 h 98"/>
                    <a:gd name="T59" fmla="*/ 62 w 62"/>
                    <a:gd name="T60" fmla="*/ 98 h 9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2" h="98">
                      <a:moveTo>
                        <a:pt x="11" y="48"/>
                      </a:moveTo>
                      <a:lnTo>
                        <a:pt x="3" y="63"/>
                      </a:lnTo>
                      <a:lnTo>
                        <a:pt x="0" y="74"/>
                      </a:lnTo>
                      <a:lnTo>
                        <a:pt x="0" y="83"/>
                      </a:lnTo>
                      <a:lnTo>
                        <a:pt x="2" y="89"/>
                      </a:lnTo>
                      <a:lnTo>
                        <a:pt x="6" y="94"/>
                      </a:lnTo>
                      <a:lnTo>
                        <a:pt x="14" y="97"/>
                      </a:lnTo>
                      <a:lnTo>
                        <a:pt x="25" y="96"/>
                      </a:lnTo>
                      <a:lnTo>
                        <a:pt x="34" y="92"/>
                      </a:lnTo>
                      <a:lnTo>
                        <a:pt x="42" y="82"/>
                      </a:lnTo>
                      <a:lnTo>
                        <a:pt x="50" y="69"/>
                      </a:lnTo>
                      <a:lnTo>
                        <a:pt x="54" y="42"/>
                      </a:lnTo>
                      <a:lnTo>
                        <a:pt x="61" y="16"/>
                      </a:lnTo>
                      <a:lnTo>
                        <a:pt x="60" y="0"/>
                      </a:lnTo>
                      <a:lnTo>
                        <a:pt x="48" y="37"/>
                      </a:lnTo>
                      <a:lnTo>
                        <a:pt x="37" y="61"/>
                      </a:lnTo>
                      <a:lnTo>
                        <a:pt x="22" y="61"/>
                      </a:lnTo>
                      <a:lnTo>
                        <a:pt x="9" y="59"/>
                      </a:lnTo>
                      <a:lnTo>
                        <a:pt x="11" y="48"/>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557" name="Freeform 104"/>
                <p:cNvSpPr/>
                <p:nvPr/>
              </p:nvSpPr>
              <p:spPr bwMode="auto">
                <a:xfrm>
                  <a:off x="3953" y="3053"/>
                  <a:ext cx="71" cy="108"/>
                </a:xfrm>
                <a:custGeom>
                  <a:avLst/>
                  <a:gdLst>
                    <a:gd name="T0" fmla="*/ 1 w 71"/>
                    <a:gd name="T1" fmla="*/ 0 h 108"/>
                    <a:gd name="T2" fmla="*/ 0 w 71"/>
                    <a:gd name="T3" fmla="*/ 11 h 108"/>
                    <a:gd name="T4" fmla="*/ 9 w 71"/>
                    <a:gd name="T5" fmla="*/ 37 h 108"/>
                    <a:gd name="T6" fmla="*/ 15 w 71"/>
                    <a:gd name="T7" fmla="*/ 60 h 108"/>
                    <a:gd name="T8" fmla="*/ 22 w 71"/>
                    <a:gd name="T9" fmla="*/ 81 h 108"/>
                    <a:gd name="T10" fmla="*/ 29 w 71"/>
                    <a:gd name="T11" fmla="*/ 93 h 108"/>
                    <a:gd name="T12" fmla="*/ 36 w 71"/>
                    <a:gd name="T13" fmla="*/ 102 h 108"/>
                    <a:gd name="T14" fmla="*/ 46 w 71"/>
                    <a:gd name="T15" fmla="*/ 105 h 108"/>
                    <a:gd name="T16" fmla="*/ 57 w 71"/>
                    <a:gd name="T17" fmla="*/ 107 h 108"/>
                    <a:gd name="T18" fmla="*/ 62 w 71"/>
                    <a:gd name="T19" fmla="*/ 103 h 108"/>
                    <a:gd name="T20" fmla="*/ 67 w 71"/>
                    <a:gd name="T21" fmla="*/ 101 h 108"/>
                    <a:gd name="T22" fmla="*/ 70 w 71"/>
                    <a:gd name="T23" fmla="*/ 90 h 108"/>
                    <a:gd name="T24" fmla="*/ 68 w 71"/>
                    <a:gd name="T25" fmla="*/ 76 h 108"/>
                    <a:gd name="T26" fmla="*/ 62 w 71"/>
                    <a:gd name="T27" fmla="*/ 59 h 108"/>
                    <a:gd name="T28" fmla="*/ 58 w 71"/>
                    <a:gd name="T29" fmla="*/ 50 h 108"/>
                    <a:gd name="T30" fmla="*/ 56 w 71"/>
                    <a:gd name="T31" fmla="*/ 58 h 108"/>
                    <a:gd name="T32" fmla="*/ 53 w 71"/>
                    <a:gd name="T33" fmla="*/ 62 h 108"/>
                    <a:gd name="T34" fmla="*/ 44 w 71"/>
                    <a:gd name="T35" fmla="*/ 64 h 108"/>
                    <a:gd name="T36" fmla="*/ 37 w 71"/>
                    <a:gd name="T37" fmla="*/ 65 h 108"/>
                    <a:gd name="T38" fmla="*/ 23 w 71"/>
                    <a:gd name="T39" fmla="*/ 62 h 108"/>
                    <a:gd name="T40" fmla="*/ 9 w 71"/>
                    <a:gd name="T41" fmla="*/ 21 h 108"/>
                    <a:gd name="T42" fmla="*/ 1 w 71"/>
                    <a:gd name="T43" fmla="*/ 0 h 1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1"/>
                    <a:gd name="T67" fmla="*/ 0 h 108"/>
                    <a:gd name="T68" fmla="*/ 71 w 71"/>
                    <a:gd name="T69" fmla="*/ 108 h 1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1" h="108">
                      <a:moveTo>
                        <a:pt x="1" y="0"/>
                      </a:moveTo>
                      <a:lnTo>
                        <a:pt x="0" y="11"/>
                      </a:lnTo>
                      <a:lnTo>
                        <a:pt x="9" y="37"/>
                      </a:lnTo>
                      <a:lnTo>
                        <a:pt x="15" y="60"/>
                      </a:lnTo>
                      <a:lnTo>
                        <a:pt x="22" y="81"/>
                      </a:lnTo>
                      <a:lnTo>
                        <a:pt x="29" y="93"/>
                      </a:lnTo>
                      <a:lnTo>
                        <a:pt x="36" y="102"/>
                      </a:lnTo>
                      <a:lnTo>
                        <a:pt x="46" y="105"/>
                      </a:lnTo>
                      <a:lnTo>
                        <a:pt x="57" y="107"/>
                      </a:lnTo>
                      <a:lnTo>
                        <a:pt x="62" y="103"/>
                      </a:lnTo>
                      <a:lnTo>
                        <a:pt x="67" y="101"/>
                      </a:lnTo>
                      <a:lnTo>
                        <a:pt x="70" y="90"/>
                      </a:lnTo>
                      <a:lnTo>
                        <a:pt x="68" y="76"/>
                      </a:lnTo>
                      <a:lnTo>
                        <a:pt x="62" y="59"/>
                      </a:lnTo>
                      <a:lnTo>
                        <a:pt x="58" y="50"/>
                      </a:lnTo>
                      <a:lnTo>
                        <a:pt x="56" y="58"/>
                      </a:lnTo>
                      <a:lnTo>
                        <a:pt x="53" y="62"/>
                      </a:lnTo>
                      <a:lnTo>
                        <a:pt x="44" y="64"/>
                      </a:lnTo>
                      <a:lnTo>
                        <a:pt x="37" y="65"/>
                      </a:lnTo>
                      <a:lnTo>
                        <a:pt x="23" y="62"/>
                      </a:lnTo>
                      <a:lnTo>
                        <a:pt x="9" y="21"/>
                      </a:lnTo>
                      <a:lnTo>
                        <a:pt x="1" y="0"/>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
            <p:nvSpPr>
              <p:cNvPr id="60555" name="Freeform 105"/>
              <p:cNvSpPr/>
              <p:nvPr/>
            </p:nvSpPr>
            <p:spPr bwMode="auto">
              <a:xfrm>
                <a:off x="3952" y="2002"/>
                <a:ext cx="26" cy="17"/>
              </a:xfrm>
              <a:custGeom>
                <a:avLst/>
                <a:gdLst>
                  <a:gd name="T0" fmla="*/ 0 w 26"/>
                  <a:gd name="T1" fmla="*/ 13 h 17"/>
                  <a:gd name="T2" fmla="*/ 8 w 26"/>
                  <a:gd name="T3" fmla="*/ 0 h 17"/>
                  <a:gd name="T4" fmla="*/ 12 w 26"/>
                  <a:gd name="T5" fmla="*/ 8 h 17"/>
                  <a:gd name="T6" fmla="*/ 20 w 26"/>
                  <a:gd name="T7" fmla="*/ 0 h 17"/>
                  <a:gd name="T8" fmla="*/ 25 w 26"/>
                  <a:gd name="T9" fmla="*/ 16 h 17"/>
                  <a:gd name="T10" fmla="*/ 0 60000 65536"/>
                  <a:gd name="T11" fmla="*/ 0 60000 65536"/>
                  <a:gd name="T12" fmla="*/ 0 60000 65536"/>
                  <a:gd name="T13" fmla="*/ 0 60000 65536"/>
                  <a:gd name="T14" fmla="*/ 0 60000 65536"/>
                  <a:gd name="T15" fmla="*/ 0 w 26"/>
                  <a:gd name="T16" fmla="*/ 0 h 17"/>
                  <a:gd name="T17" fmla="*/ 26 w 26"/>
                  <a:gd name="T18" fmla="*/ 17 h 17"/>
                </a:gdLst>
                <a:ahLst/>
                <a:cxnLst>
                  <a:cxn ang="T10">
                    <a:pos x="T0" y="T1"/>
                  </a:cxn>
                  <a:cxn ang="T11">
                    <a:pos x="T2" y="T3"/>
                  </a:cxn>
                  <a:cxn ang="T12">
                    <a:pos x="T4" y="T5"/>
                  </a:cxn>
                  <a:cxn ang="T13">
                    <a:pos x="T6" y="T7"/>
                  </a:cxn>
                  <a:cxn ang="T14">
                    <a:pos x="T8" y="T9"/>
                  </a:cxn>
                </a:cxnLst>
                <a:rect l="T15" t="T16" r="T17" b="T18"/>
                <a:pathLst>
                  <a:path w="26" h="17">
                    <a:moveTo>
                      <a:pt x="0" y="13"/>
                    </a:moveTo>
                    <a:lnTo>
                      <a:pt x="8" y="0"/>
                    </a:lnTo>
                    <a:lnTo>
                      <a:pt x="12" y="8"/>
                    </a:lnTo>
                    <a:lnTo>
                      <a:pt x="20" y="0"/>
                    </a:lnTo>
                    <a:lnTo>
                      <a:pt x="25" y="16"/>
                    </a:lnTo>
                  </a:path>
                </a:pathLst>
              </a:custGeom>
              <a:noFill/>
              <a:ln w="12700" cap="rnd">
                <a:solidFill>
                  <a:srgbClr val="FF00A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grpSp>
        <p:grpSp>
          <p:nvGrpSpPr>
            <p:cNvPr id="60431" name="Group 106"/>
            <p:cNvGrpSpPr/>
            <p:nvPr/>
          </p:nvGrpSpPr>
          <p:grpSpPr bwMode="auto">
            <a:xfrm>
              <a:off x="1667" y="1840"/>
              <a:ext cx="291" cy="1283"/>
              <a:chOff x="1667" y="1840"/>
              <a:chExt cx="291" cy="1283"/>
            </a:xfrm>
          </p:grpSpPr>
          <p:grpSp>
            <p:nvGrpSpPr>
              <p:cNvPr id="60529" name="Group 107"/>
              <p:cNvGrpSpPr/>
              <p:nvPr/>
            </p:nvGrpSpPr>
            <p:grpSpPr bwMode="auto">
              <a:xfrm>
                <a:off x="1671" y="2241"/>
                <a:ext cx="276" cy="372"/>
                <a:chOff x="1671" y="2241"/>
                <a:chExt cx="276" cy="372"/>
              </a:xfrm>
            </p:grpSpPr>
            <p:sp>
              <p:nvSpPr>
                <p:cNvPr id="60546" name="Freeform 108"/>
                <p:cNvSpPr/>
                <p:nvPr/>
              </p:nvSpPr>
              <p:spPr bwMode="auto">
                <a:xfrm>
                  <a:off x="1671" y="2251"/>
                  <a:ext cx="72" cy="362"/>
                </a:xfrm>
                <a:custGeom>
                  <a:avLst/>
                  <a:gdLst>
                    <a:gd name="T0" fmla="*/ 4 w 72"/>
                    <a:gd name="T1" fmla="*/ 0 h 362"/>
                    <a:gd name="T2" fmla="*/ 0 w 72"/>
                    <a:gd name="T3" fmla="*/ 81 h 362"/>
                    <a:gd name="T4" fmla="*/ 12 w 72"/>
                    <a:gd name="T5" fmla="*/ 194 h 362"/>
                    <a:gd name="T6" fmla="*/ 21 w 72"/>
                    <a:gd name="T7" fmla="*/ 292 h 362"/>
                    <a:gd name="T8" fmla="*/ 39 w 72"/>
                    <a:gd name="T9" fmla="*/ 350 h 362"/>
                    <a:gd name="T10" fmla="*/ 47 w 72"/>
                    <a:gd name="T11" fmla="*/ 361 h 362"/>
                    <a:gd name="T12" fmla="*/ 52 w 72"/>
                    <a:gd name="T13" fmla="*/ 344 h 362"/>
                    <a:gd name="T14" fmla="*/ 55 w 72"/>
                    <a:gd name="T15" fmla="*/ 304 h 362"/>
                    <a:gd name="T16" fmla="*/ 71 w 72"/>
                    <a:gd name="T17" fmla="*/ 293 h 362"/>
                    <a:gd name="T18" fmla="*/ 50 w 72"/>
                    <a:gd name="T19" fmla="*/ 259 h 362"/>
                    <a:gd name="T20" fmla="*/ 36 w 72"/>
                    <a:gd name="T21" fmla="*/ 240 h 362"/>
                    <a:gd name="T22" fmla="*/ 37 w 72"/>
                    <a:gd name="T23" fmla="*/ 73 h 362"/>
                    <a:gd name="T24" fmla="*/ 44 w 72"/>
                    <a:gd name="T25" fmla="*/ 6 h 362"/>
                    <a:gd name="T26" fmla="*/ 4 w 72"/>
                    <a:gd name="T27" fmla="*/ 0 h 36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2"/>
                    <a:gd name="T43" fmla="*/ 0 h 362"/>
                    <a:gd name="T44" fmla="*/ 72 w 72"/>
                    <a:gd name="T45" fmla="*/ 362 h 36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2" h="362">
                      <a:moveTo>
                        <a:pt x="4" y="0"/>
                      </a:moveTo>
                      <a:lnTo>
                        <a:pt x="0" y="81"/>
                      </a:lnTo>
                      <a:lnTo>
                        <a:pt x="12" y="194"/>
                      </a:lnTo>
                      <a:lnTo>
                        <a:pt x="21" y="292"/>
                      </a:lnTo>
                      <a:lnTo>
                        <a:pt x="39" y="350"/>
                      </a:lnTo>
                      <a:lnTo>
                        <a:pt x="47" y="361"/>
                      </a:lnTo>
                      <a:lnTo>
                        <a:pt x="52" y="344"/>
                      </a:lnTo>
                      <a:lnTo>
                        <a:pt x="55" y="304"/>
                      </a:lnTo>
                      <a:lnTo>
                        <a:pt x="71" y="293"/>
                      </a:lnTo>
                      <a:lnTo>
                        <a:pt x="50" y="259"/>
                      </a:lnTo>
                      <a:lnTo>
                        <a:pt x="36" y="240"/>
                      </a:lnTo>
                      <a:lnTo>
                        <a:pt x="37" y="73"/>
                      </a:lnTo>
                      <a:lnTo>
                        <a:pt x="44" y="6"/>
                      </a:lnTo>
                      <a:lnTo>
                        <a:pt x="4" y="0"/>
                      </a:lnTo>
                    </a:path>
                  </a:pathLst>
                </a:custGeom>
                <a:solidFill>
                  <a:srgbClr val="FFC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547" name="Freeform 109"/>
                <p:cNvSpPr/>
                <p:nvPr/>
              </p:nvSpPr>
              <p:spPr bwMode="auto">
                <a:xfrm>
                  <a:off x="1885" y="2241"/>
                  <a:ext cx="62" cy="337"/>
                </a:xfrm>
                <a:custGeom>
                  <a:avLst/>
                  <a:gdLst>
                    <a:gd name="T0" fmla="*/ 17 w 62"/>
                    <a:gd name="T1" fmla="*/ 9 h 337"/>
                    <a:gd name="T2" fmla="*/ 26 w 62"/>
                    <a:gd name="T3" fmla="*/ 70 h 337"/>
                    <a:gd name="T4" fmla="*/ 25 w 62"/>
                    <a:gd name="T5" fmla="*/ 214 h 337"/>
                    <a:gd name="T6" fmla="*/ 0 w 62"/>
                    <a:gd name="T7" fmla="*/ 274 h 337"/>
                    <a:gd name="T8" fmla="*/ 6 w 62"/>
                    <a:gd name="T9" fmla="*/ 280 h 337"/>
                    <a:gd name="T10" fmla="*/ 0 w 62"/>
                    <a:gd name="T11" fmla="*/ 311 h 337"/>
                    <a:gd name="T12" fmla="*/ 5 w 62"/>
                    <a:gd name="T13" fmla="*/ 336 h 337"/>
                    <a:gd name="T14" fmla="*/ 25 w 62"/>
                    <a:gd name="T15" fmla="*/ 295 h 337"/>
                    <a:gd name="T16" fmla="*/ 44 w 62"/>
                    <a:gd name="T17" fmla="*/ 221 h 337"/>
                    <a:gd name="T18" fmla="*/ 61 w 62"/>
                    <a:gd name="T19" fmla="*/ 56 h 337"/>
                    <a:gd name="T20" fmla="*/ 53 w 62"/>
                    <a:gd name="T21" fmla="*/ 0 h 337"/>
                    <a:gd name="T22" fmla="*/ 17 w 62"/>
                    <a:gd name="T23" fmla="*/ 9 h 3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
                    <a:gd name="T37" fmla="*/ 0 h 337"/>
                    <a:gd name="T38" fmla="*/ 62 w 62"/>
                    <a:gd name="T39" fmla="*/ 337 h 3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 h="337">
                      <a:moveTo>
                        <a:pt x="17" y="9"/>
                      </a:moveTo>
                      <a:lnTo>
                        <a:pt x="26" y="70"/>
                      </a:lnTo>
                      <a:lnTo>
                        <a:pt x="25" y="214"/>
                      </a:lnTo>
                      <a:lnTo>
                        <a:pt x="0" y="274"/>
                      </a:lnTo>
                      <a:lnTo>
                        <a:pt x="6" y="280"/>
                      </a:lnTo>
                      <a:lnTo>
                        <a:pt x="0" y="311"/>
                      </a:lnTo>
                      <a:lnTo>
                        <a:pt x="5" y="336"/>
                      </a:lnTo>
                      <a:lnTo>
                        <a:pt x="25" y="295"/>
                      </a:lnTo>
                      <a:lnTo>
                        <a:pt x="44" y="221"/>
                      </a:lnTo>
                      <a:lnTo>
                        <a:pt x="61" y="56"/>
                      </a:lnTo>
                      <a:lnTo>
                        <a:pt x="53" y="0"/>
                      </a:lnTo>
                      <a:lnTo>
                        <a:pt x="17" y="9"/>
                      </a:lnTo>
                    </a:path>
                  </a:pathLst>
                </a:custGeom>
                <a:solidFill>
                  <a:srgbClr val="FFC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
            <p:nvSpPr>
              <p:cNvPr id="60530" name="Freeform 110"/>
              <p:cNvSpPr/>
              <p:nvPr/>
            </p:nvSpPr>
            <p:spPr bwMode="auto">
              <a:xfrm>
                <a:off x="1667" y="2026"/>
                <a:ext cx="291" cy="555"/>
              </a:xfrm>
              <a:custGeom>
                <a:avLst/>
                <a:gdLst>
                  <a:gd name="T0" fmla="*/ 118 w 291"/>
                  <a:gd name="T1" fmla="*/ 0 h 555"/>
                  <a:gd name="T2" fmla="*/ 46 w 291"/>
                  <a:gd name="T3" fmla="*/ 37 h 555"/>
                  <a:gd name="T4" fmla="*/ 37 w 291"/>
                  <a:gd name="T5" fmla="*/ 50 h 555"/>
                  <a:gd name="T6" fmla="*/ 0 w 291"/>
                  <a:gd name="T7" fmla="*/ 227 h 555"/>
                  <a:gd name="T8" fmla="*/ 6 w 291"/>
                  <a:gd name="T9" fmla="*/ 415 h 555"/>
                  <a:gd name="T10" fmla="*/ 52 w 291"/>
                  <a:gd name="T11" fmla="*/ 401 h 555"/>
                  <a:gd name="T12" fmla="*/ 56 w 291"/>
                  <a:gd name="T13" fmla="*/ 234 h 555"/>
                  <a:gd name="T14" fmla="*/ 63 w 291"/>
                  <a:gd name="T15" fmla="*/ 189 h 555"/>
                  <a:gd name="T16" fmla="*/ 64 w 291"/>
                  <a:gd name="T17" fmla="*/ 287 h 555"/>
                  <a:gd name="T18" fmla="*/ 52 w 291"/>
                  <a:gd name="T19" fmla="*/ 457 h 555"/>
                  <a:gd name="T20" fmla="*/ 73 w 291"/>
                  <a:gd name="T21" fmla="*/ 457 h 555"/>
                  <a:gd name="T22" fmla="*/ 71 w 291"/>
                  <a:gd name="T23" fmla="*/ 516 h 555"/>
                  <a:gd name="T24" fmla="*/ 73 w 291"/>
                  <a:gd name="T25" fmla="*/ 548 h 555"/>
                  <a:gd name="T26" fmla="*/ 148 w 291"/>
                  <a:gd name="T27" fmla="*/ 554 h 555"/>
                  <a:gd name="T28" fmla="*/ 209 w 291"/>
                  <a:gd name="T29" fmla="*/ 541 h 555"/>
                  <a:gd name="T30" fmla="*/ 244 w 291"/>
                  <a:gd name="T31" fmla="*/ 539 h 555"/>
                  <a:gd name="T32" fmla="*/ 240 w 291"/>
                  <a:gd name="T33" fmla="*/ 446 h 555"/>
                  <a:gd name="T34" fmla="*/ 245 w 291"/>
                  <a:gd name="T35" fmla="*/ 401 h 555"/>
                  <a:gd name="T36" fmla="*/ 227 w 291"/>
                  <a:gd name="T37" fmla="*/ 271 h 555"/>
                  <a:gd name="T38" fmla="*/ 225 w 291"/>
                  <a:gd name="T39" fmla="*/ 202 h 555"/>
                  <a:gd name="T40" fmla="*/ 233 w 291"/>
                  <a:gd name="T41" fmla="*/ 229 h 555"/>
                  <a:gd name="T42" fmla="*/ 240 w 291"/>
                  <a:gd name="T43" fmla="*/ 379 h 555"/>
                  <a:gd name="T44" fmla="*/ 278 w 291"/>
                  <a:gd name="T45" fmla="*/ 387 h 555"/>
                  <a:gd name="T46" fmla="*/ 290 w 291"/>
                  <a:gd name="T47" fmla="*/ 214 h 555"/>
                  <a:gd name="T48" fmla="*/ 246 w 291"/>
                  <a:gd name="T49" fmla="*/ 48 h 555"/>
                  <a:gd name="T50" fmla="*/ 173 w 291"/>
                  <a:gd name="T51" fmla="*/ 0 h 555"/>
                  <a:gd name="T52" fmla="*/ 118 w 291"/>
                  <a:gd name="T53" fmla="*/ 0 h 55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91"/>
                  <a:gd name="T82" fmla="*/ 0 h 555"/>
                  <a:gd name="T83" fmla="*/ 291 w 291"/>
                  <a:gd name="T84" fmla="*/ 555 h 55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91" h="555">
                    <a:moveTo>
                      <a:pt x="118" y="0"/>
                    </a:moveTo>
                    <a:lnTo>
                      <a:pt x="46" y="37"/>
                    </a:lnTo>
                    <a:lnTo>
                      <a:pt x="37" y="50"/>
                    </a:lnTo>
                    <a:lnTo>
                      <a:pt x="0" y="227"/>
                    </a:lnTo>
                    <a:lnTo>
                      <a:pt x="6" y="415"/>
                    </a:lnTo>
                    <a:lnTo>
                      <a:pt x="52" y="401"/>
                    </a:lnTo>
                    <a:lnTo>
                      <a:pt x="56" y="234"/>
                    </a:lnTo>
                    <a:lnTo>
                      <a:pt x="63" y="189"/>
                    </a:lnTo>
                    <a:lnTo>
                      <a:pt x="64" y="287"/>
                    </a:lnTo>
                    <a:lnTo>
                      <a:pt x="52" y="457"/>
                    </a:lnTo>
                    <a:lnTo>
                      <a:pt x="73" y="457"/>
                    </a:lnTo>
                    <a:lnTo>
                      <a:pt x="71" y="516"/>
                    </a:lnTo>
                    <a:lnTo>
                      <a:pt x="73" y="548"/>
                    </a:lnTo>
                    <a:lnTo>
                      <a:pt x="148" y="554"/>
                    </a:lnTo>
                    <a:lnTo>
                      <a:pt x="209" y="541"/>
                    </a:lnTo>
                    <a:lnTo>
                      <a:pt x="244" y="539"/>
                    </a:lnTo>
                    <a:lnTo>
                      <a:pt x="240" y="446"/>
                    </a:lnTo>
                    <a:lnTo>
                      <a:pt x="245" y="401"/>
                    </a:lnTo>
                    <a:lnTo>
                      <a:pt x="227" y="271"/>
                    </a:lnTo>
                    <a:lnTo>
                      <a:pt x="225" y="202"/>
                    </a:lnTo>
                    <a:lnTo>
                      <a:pt x="233" y="229"/>
                    </a:lnTo>
                    <a:lnTo>
                      <a:pt x="240" y="379"/>
                    </a:lnTo>
                    <a:lnTo>
                      <a:pt x="278" y="387"/>
                    </a:lnTo>
                    <a:lnTo>
                      <a:pt x="290" y="214"/>
                    </a:lnTo>
                    <a:lnTo>
                      <a:pt x="246" y="48"/>
                    </a:lnTo>
                    <a:lnTo>
                      <a:pt x="173" y="0"/>
                    </a:lnTo>
                    <a:lnTo>
                      <a:pt x="118" y="0"/>
                    </a:lnTo>
                  </a:path>
                </a:pathLst>
              </a:custGeom>
              <a:solidFill>
                <a:srgbClr val="A0C0FF"/>
              </a:solidFill>
              <a:ln w="12700" cap="rnd">
                <a:solidFill>
                  <a:srgbClr val="A0C0FF"/>
                </a:solidFill>
                <a:round/>
              </a:ln>
            </p:spPr>
            <p:txBody>
              <a:bodyPr/>
              <a:p>
                <a:endParaRPr lang="zh-CN" altLang="en-US"/>
              </a:p>
            </p:txBody>
          </p:sp>
          <p:grpSp>
            <p:nvGrpSpPr>
              <p:cNvPr id="60531" name="Group 111"/>
              <p:cNvGrpSpPr/>
              <p:nvPr/>
            </p:nvGrpSpPr>
            <p:grpSpPr bwMode="auto">
              <a:xfrm>
                <a:off x="1719" y="1840"/>
                <a:ext cx="174" cy="1283"/>
                <a:chOff x="1719" y="1840"/>
                <a:chExt cx="174" cy="1283"/>
              </a:xfrm>
            </p:grpSpPr>
            <p:sp>
              <p:nvSpPr>
                <p:cNvPr id="60532" name="Freeform 112"/>
                <p:cNvSpPr/>
                <p:nvPr/>
              </p:nvSpPr>
              <p:spPr bwMode="auto">
                <a:xfrm>
                  <a:off x="1726" y="2563"/>
                  <a:ext cx="164" cy="521"/>
                </a:xfrm>
                <a:custGeom>
                  <a:avLst/>
                  <a:gdLst>
                    <a:gd name="T0" fmla="*/ 22 w 164"/>
                    <a:gd name="T1" fmla="*/ 8 h 521"/>
                    <a:gd name="T2" fmla="*/ 30 w 164"/>
                    <a:gd name="T3" fmla="*/ 191 h 521"/>
                    <a:gd name="T4" fmla="*/ 27 w 164"/>
                    <a:gd name="T5" fmla="*/ 241 h 521"/>
                    <a:gd name="T6" fmla="*/ 27 w 164"/>
                    <a:gd name="T7" fmla="*/ 290 h 521"/>
                    <a:gd name="T8" fmla="*/ 30 w 164"/>
                    <a:gd name="T9" fmla="*/ 336 h 521"/>
                    <a:gd name="T10" fmla="*/ 31 w 164"/>
                    <a:gd name="T11" fmla="*/ 374 h 521"/>
                    <a:gd name="T12" fmla="*/ 31 w 164"/>
                    <a:gd name="T13" fmla="*/ 421 h 521"/>
                    <a:gd name="T14" fmla="*/ 28 w 164"/>
                    <a:gd name="T15" fmla="*/ 440 h 521"/>
                    <a:gd name="T16" fmla="*/ 7 w 164"/>
                    <a:gd name="T17" fmla="*/ 499 h 521"/>
                    <a:gd name="T18" fmla="*/ 0 w 164"/>
                    <a:gd name="T19" fmla="*/ 519 h 521"/>
                    <a:gd name="T20" fmla="*/ 32 w 164"/>
                    <a:gd name="T21" fmla="*/ 520 h 521"/>
                    <a:gd name="T22" fmla="*/ 46 w 164"/>
                    <a:gd name="T23" fmla="*/ 495 h 521"/>
                    <a:gd name="T24" fmla="*/ 56 w 164"/>
                    <a:gd name="T25" fmla="*/ 465 h 521"/>
                    <a:gd name="T26" fmla="*/ 61 w 164"/>
                    <a:gd name="T27" fmla="*/ 418 h 521"/>
                    <a:gd name="T28" fmla="*/ 80 w 164"/>
                    <a:gd name="T29" fmla="*/ 290 h 521"/>
                    <a:gd name="T30" fmla="*/ 86 w 164"/>
                    <a:gd name="T31" fmla="*/ 255 h 521"/>
                    <a:gd name="T32" fmla="*/ 82 w 164"/>
                    <a:gd name="T33" fmla="*/ 323 h 521"/>
                    <a:gd name="T34" fmla="*/ 87 w 164"/>
                    <a:gd name="T35" fmla="*/ 366 h 521"/>
                    <a:gd name="T36" fmla="*/ 89 w 164"/>
                    <a:gd name="T37" fmla="*/ 406 h 521"/>
                    <a:gd name="T38" fmla="*/ 85 w 164"/>
                    <a:gd name="T39" fmla="*/ 442 h 521"/>
                    <a:gd name="T40" fmla="*/ 88 w 164"/>
                    <a:gd name="T41" fmla="*/ 460 h 521"/>
                    <a:gd name="T42" fmla="*/ 108 w 164"/>
                    <a:gd name="T43" fmla="*/ 514 h 521"/>
                    <a:gd name="T44" fmla="*/ 127 w 164"/>
                    <a:gd name="T45" fmla="*/ 514 h 521"/>
                    <a:gd name="T46" fmla="*/ 135 w 164"/>
                    <a:gd name="T47" fmla="*/ 514 h 521"/>
                    <a:gd name="T48" fmla="*/ 146 w 164"/>
                    <a:gd name="T49" fmla="*/ 503 h 521"/>
                    <a:gd name="T50" fmla="*/ 119 w 164"/>
                    <a:gd name="T51" fmla="*/ 442 h 521"/>
                    <a:gd name="T52" fmla="*/ 132 w 164"/>
                    <a:gd name="T53" fmla="*/ 312 h 521"/>
                    <a:gd name="T54" fmla="*/ 138 w 164"/>
                    <a:gd name="T55" fmla="*/ 252 h 521"/>
                    <a:gd name="T56" fmla="*/ 163 w 164"/>
                    <a:gd name="T57" fmla="*/ 0 h 521"/>
                    <a:gd name="T58" fmla="*/ 22 w 164"/>
                    <a:gd name="T59" fmla="*/ 8 h 52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64"/>
                    <a:gd name="T91" fmla="*/ 0 h 521"/>
                    <a:gd name="T92" fmla="*/ 164 w 164"/>
                    <a:gd name="T93" fmla="*/ 521 h 52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64" h="521">
                      <a:moveTo>
                        <a:pt x="22" y="8"/>
                      </a:moveTo>
                      <a:lnTo>
                        <a:pt x="30" y="191"/>
                      </a:lnTo>
                      <a:lnTo>
                        <a:pt x="27" y="241"/>
                      </a:lnTo>
                      <a:lnTo>
                        <a:pt x="27" y="290"/>
                      </a:lnTo>
                      <a:lnTo>
                        <a:pt x="30" y="336"/>
                      </a:lnTo>
                      <a:lnTo>
                        <a:pt x="31" y="374"/>
                      </a:lnTo>
                      <a:lnTo>
                        <a:pt x="31" y="421"/>
                      </a:lnTo>
                      <a:lnTo>
                        <a:pt x="28" y="440"/>
                      </a:lnTo>
                      <a:lnTo>
                        <a:pt x="7" y="499"/>
                      </a:lnTo>
                      <a:lnTo>
                        <a:pt x="0" y="519"/>
                      </a:lnTo>
                      <a:lnTo>
                        <a:pt x="32" y="520"/>
                      </a:lnTo>
                      <a:lnTo>
                        <a:pt x="46" y="495"/>
                      </a:lnTo>
                      <a:lnTo>
                        <a:pt x="56" y="465"/>
                      </a:lnTo>
                      <a:lnTo>
                        <a:pt x="61" y="418"/>
                      </a:lnTo>
                      <a:lnTo>
                        <a:pt x="80" y="290"/>
                      </a:lnTo>
                      <a:lnTo>
                        <a:pt x="86" y="255"/>
                      </a:lnTo>
                      <a:lnTo>
                        <a:pt x="82" y="323"/>
                      </a:lnTo>
                      <a:lnTo>
                        <a:pt x="87" y="366"/>
                      </a:lnTo>
                      <a:lnTo>
                        <a:pt x="89" y="406"/>
                      </a:lnTo>
                      <a:lnTo>
                        <a:pt x="85" y="442"/>
                      </a:lnTo>
                      <a:lnTo>
                        <a:pt x="88" y="460"/>
                      </a:lnTo>
                      <a:lnTo>
                        <a:pt x="108" y="514"/>
                      </a:lnTo>
                      <a:lnTo>
                        <a:pt x="127" y="514"/>
                      </a:lnTo>
                      <a:lnTo>
                        <a:pt x="135" y="514"/>
                      </a:lnTo>
                      <a:lnTo>
                        <a:pt x="146" y="503"/>
                      </a:lnTo>
                      <a:lnTo>
                        <a:pt x="119" y="442"/>
                      </a:lnTo>
                      <a:lnTo>
                        <a:pt x="132" y="312"/>
                      </a:lnTo>
                      <a:lnTo>
                        <a:pt x="138" y="252"/>
                      </a:lnTo>
                      <a:lnTo>
                        <a:pt x="163" y="0"/>
                      </a:lnTo>
                      <a:lnTo>
                        <a:pt x="22" y="8"/>
                      </a:lnTo>
                    </a:path>
                  </a:pathLst>
                </a:custGeom>
                <a:solidFill>
                  <a:srgbClr val="FFC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60533" name="Group 113"/>
                <p:cNvGrpSpPr/>
                <p:nvPr/>
              </p:nvGrpSpPr>
              <p:grpSpPr bwMode="auto">
                <a:xfrm>
                  <a:off x="1752" y="2028"/>
                  <a:ext cx="127" cy="294"/>
                  <a:chOff x="1752" y="2028"/>
                  <a:chExt cx="127" cy="294"/>
                </a:xfrm>
              </p:grpSpPr>
              <p:sp>
                <p:nvSpPr>
                  <p:cNvPr id="60543" name="Freeform 114"/>
                  <p:cNvSpPr/>
                  <p:nvPr/>
                </p:nvSpPr>
                <p:spPr bwMode="auto">
                  <a:xfrm>
                    <a:off x="1781" y="2028"/>
                    <a:ext cx="66" cy="34"/>
                  </a:xfrm>
                  <a:custGeom>
                    <a:avLst/>
                    <a:gdLst>
                      <a:gd name="T0" fmla="*/ 0 w 66"/>
                      <a:gd name="T1" fmla="*/ 3 h 34"/>
                      <a:gd name="T2" fmla="*/ 14 w 66"/>
                      <a:gd name="T3" fmla="*/ 33 h 34"/>
                      <a:gd name="T4" fmla="*/ 33 w 66"/>
                      <a:gd name="T5" fmla="*/ 0 h 34"/>
                      <a:gd name="T6" fmla="*/ 53 w 66"/>
                      <a:gd name="T7" fmla="*/ 33 h 34"/>
                      <a:gd name="T8" fmla="*/ 65 w 66"/>
                      <a:gd name="T9" fmla="*/ 4 h 34"/>
                      <a:gd name="T10" fmla="*/ 0 60000 65536"/>
                      <a:gd name="T11" fmla="*/ 0 60000 65536"/>
                      <a:gd name="T12" fmla="*/ 0 60000 65536"/>
                      <a:gd name="T13" fmla="*/ 0 60000 65536"/>
                      <a:gd name="T14" fmla="*/ 0 60000 65536"/>
                      <a:gd name="T15" fmla="*/ 0 w 66"/>
                      <a:gd name="T16" fmla="*/ 0 h 34"/>
                      <a:gd name="T17" fmla="*/ 66 w 66"/>
                      <a:gd name="T18" fmla="*/ 34 h 34"/>
                    </a:gdLst>
                    <a:ahLst/>
                    <a:cxnLst>
                      <a:cxn ang="T10">
                        <a:pos x="T0" y="T1"/>
                      </a:cxn>
                      <a:cxn ang="T11">
                        <a:pos x="T2" y="T3"/>
                      </a:cxn>
                      <a:cxn ang="T12">
                        <a:pos x="T4" y="T5"/>
                      </a:cxn>
                      <a:cxn ang="T13">
                        <a:pos x="T6" y="T7"/>
                      </a:cxn>
                      <a:cxn ang="T14">
                        <a:pos x="T8" y="T9"/>
                      </a:cxn>
                    </a:cxnLst>
                    <a:rect l="T15" t="T16" r="T17" b="T18"/>
                    <a:pathLst>
                      <a:path w="66" h="34">
                        <a:moveTo>
                          <a:pt x="0" y="3"/>
                        </a:moveTo>
                        <a:lnTo>
                          <a:pt x="14" y="33"/>
                        </a:lnTo>
                        <a:lnTo>
                          <a:pt x="33" y="0"/>
                        </a:lnTo>
                        <a:lnTo>
                          <a:pt x="53" y="33"/>
                        </a:lnTo>
                        <a:lnTo>
                          <a:pt x="65" y="4"/>
                        </a:lnTo>
                      </a:path>
                    </a:pathLst>
                  </a:custGeom>
                  <a:noFill/>
                  <a:ln w="12700" cap="rnd">
                    <a:solidFill>
                      <a:srgbClr val="408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sp>
                <p:nvSpPr>
                  <p:cNvPr id="60544" name="Freeform 115"/>
                  <p:cNvSpPr/>
                  <p:nvPr/>
                </p:nvSpPr>
                <p:spPr bwMode="auto">
                  <a:xfrm>
                    <a:off x="1815" y="2035"/>
                    <a:ext cx="17" cy="273"/>
                  </a:xfrm>
                  <a:custGeom>
                    <a:avLst/>
                    <a:gdLst>
                      <a:gd name="T0" fmla="*/ 0 w 17"/>
                      <a:gd name="T1" fmla="*/ 0 h 273"/>
                      <a:gd name="T2" fmla="*/ 16 w 17"/>
                      <a:gd name="T3" fmla="*/ 112 h 273"/>
                      <a:gd name="T4" fmla="*/ 16 w 17"/>
                      <a:gd name="T5" fmla="*/ 272 h 273"/>
                      <a:gd name="T6" fmla="*/ 0 60000 65536"/>
                      <a:gd name="T7" fmla="*/ 0 60000 65536"/>
                      <a:gd name="T8" fmla="*/ 0 60000 65536"/>
                      <a:gd name="T9" fmla="*/ 0 w 17"/>
                      <a:gd name="T10" fmla="*/ 0 h 273"/>
                      <a:gd name="T11" fmla="*/ 17 w 17"/>
                      <a:gd name="T12" fmla="*/ 273 h 273"/>
                    </a:gdLst>
                    <a:ahLst/>
                    <a:cxnLst>
                      <a:cxn ang="T6">
                        <a:pos x="T0" y="T1"/>
                      </a:cxn>
                      <a:cxn ang="T7">
                        <a:pos x="T2" y="T3"/>
                      </a:cxn>
                      <a:cxn ang="T8">
                        <a:pos x="T4" y="T5"/>
                      </a:cxn>
                    </a:cxnLst>
                    <a:rect l="T9" t="T10" r="T11" b="T12"/>
                    <a:pathLst>
                      <a:path w="17" h="273">
                        <a:moveTo>
                          <a:pt x="0" y="0"/>
                        </a:moveTo>
                        <a:lnTo>
                          <a:pt x="16" y="112"/>
                        </a:lnTo>
                        <a:lnTo>
                          <a:pt x="16" y="272"/>
                        </a:lnTo>
                      </a:path>
                    </a:pathLst>
                  </a:custGeom>
                  <a:noFill/>
                  <a:ln w="12700" cap="rnd">
                    <a:solidFill>
                      <a:srgbClr val="408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sp>
                <p:nvSpPr>
                  <p:cNvPr id="60545" name="Freeform 116"/>
                  <p:cNvSpPr/>
                  <p:nvPr/>
                </p:nvSpPr>
                <p:spPr bwMode="auto">
                  <a:xfrm>
                    <a:off x="1752" y="2305"/>
                    <a:ext cx="127" cy="17"/>
                  </a:xfrm>
                  <a:custGeom>
                    <a:avLst/>
                    <a:gdLst>
                      <a:gd name="T0" fmla="*/ 0 w 127"/>
                      <a:gd name="T1" fmla="*/ 16 h 17"/>
                      <a:gd name="T2" fmla="*/ 69 w 127"/>
                      <a:gd name="T3" fmla="*/ 0 h 17"/>
                      <a:gd name="T4" fmla="*/ 126 w 127"/>
                      <a:gd name="T5" fmla="*/ 6 h 17"/>
                      <a:gd name="T6" fmla="*/ 0 60000 65536"/>
                      <a:gd name="T7" fmla="*/ 0 60000 65536"/>
                      <a:gd name="T8" fmla="*/ 0 60000 65536"/>
                      <a:gd name="T9" fmla="*/ 0 w 127"/>
                      <a:gd name="T10" fmla="*/ 0 h 17"/>
                      <a:gd name="T11" fmla="*/ 127 w 127"/>
                      <a:gd name="T12" fmla="*/ 17 h 17"/>
                    </a:gdLst>
                    <a:ahLst/>
                    <a:cxnLst>
                      <a:cxn ang="T6">
                        <a:pos x="T0" y="T1"/>
                      </a:cxn>
                      <a:cxn ang="T7">
                        <a:pos x="T2" y="T3"/>
                      </a:cxn>
                      <a:cxn ang="T8">
                        <a:pos x="T4" y="T5"/>
                      </a:cxn>
                    </a:cxnLst>
                    <a:rect l="T9" t="T10" r="T11" b="T12"/>
                    <a:pathLst>
                      <a:path w="127" h="17">
                        <a:moveTo>
                          <a:pt x="0" y="16"/>
                        </a:moveTo>
                        <a:lnTo>
                          <a:pt x="69" y="0"/>
                        </a:lnTo>
                        <a:lnTo>
                          <a:pt x="126" y="6"/>
                        </a:lnTo>
                      </a:path>
                    </a:pathLst>
                  </a:custGeom>
                  <a:noFill/>
                  <a:ln w="12700" cap="rnd">
                    <a:solidFill>
                      <a:srgbClr val="408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grpSp>
            <p:grpSp>
              <p:nvGrpSpPr>
                <p:cNvPr id="60534" name="Group 117"/>
                <p:cNvGrpSpPr/>
                <p:nvPr/>
              </p:nvGrpSpPr>
              <p:grpSpPr bwMode="auto">
                <a:xfrm>
                  <a:off x="1719" y="3014"/>
                  <a:ext cx="165" cy="109"/>
                  <a:chOff x="1719" y="3014"/>
                  <a:chExt cx="165" cy="109"/>
                </a:xfrm>
              </p:grpSpPr>
              <p:sp>
                <p:nvSpPr>
                  <p:cNvPr id="60541" name="Freeform 118"/>
                  <p:cNvSpPr/>
                  <p:nvPr/>
                </p:nvSpPr>
                <p:spPr bwMode="auto">
                  <a:xfrm>
                    <a:off x="1719" y="3024"/>
                    <a:ext cx="62" cy="99"/>
                  </a:xfrm>
                  <a:custGeom>
                    <a:avLst/>
                    <a:gdLst>
                      <a:gd name="T0" fmla="*/ 11 w 62"/>
                      <a:gd name="T1" fmla="*/ 48 h 99"/>
                      <a:gd name="T2" fmla="*/ 3 w 62"/>
                      <a:gd name="T3" fmla="*/ 63 h 99"/>
                      <a:gd name="T4" fmla="*/ 0 w 62"/>
                      <a:gd name="T5" fmla="*/ 75 h 99"/>
                      <a:gd name="T6" fmla="*/ 0 w 62"/>
                      <a:gd name="T7" fmla="*/ 84 h 99"/>
                      <a:gd name="T8" fmla="*/ 2 w 62"/>
                      <a:gd name="T9" fmla="*/ 90 h 99"/>
                      <a:gd name="T10" fmla="*/ 6 w 62"/>
                      <a:gd name="T11" fmla="*/ 95 h 99"/>
                      <a:gd name="T12" fmla="*/ 14 w 62"/>
                      <a:gd name="T13" fmla="*/ 98 h 99"/>
                      <a:gd name="T14" fmla="*/ 24 w 62"/>
                      <a:gd name="T15" fmla="*/ 97 h 99"/>
                      <a:gd name="T16" fmla="*/ 35 w 62"/>
                      <a:gd name="T17" fmla="*/ 93 h 99"/>
                      <a:gd name="T18" fmla="*/ 43 w 62"/>
                      <a:gd name="T19" fmla="*/ 83 h 99"/>
                      <a:gd name="T20" fmla="*/ 50 w 62"/>
                      <a:gd name="T21" fmla="*/ 69 h 99"/>
                      <a:gd name="T22" fmla="*/ 54 w 62"/>
                      <a:gd name="T23" fmla="*/ 43 h 99"/>
                      <a:gd name="T24" fmla="*/ 61 w 62"/>
                      <a:gd name="T25" fmla="*/ 17 h 99"/>
                      <a:gd name="T26" fmla="*/ 60 w 62"/>
                      <a:gd name="T27" fmla="*/ 0 h 99"/>
                      <a:gd name="T28" fmla="*/ 48 w 62"/>
                      <a:gd name="T29" fmla="*/ 38 h 99"/>
                      <a:gd name="T30" fmla="*/ 37 w 62"/>
                      <a:gd name="T31" fmla="*/ 61 h 99"/>
                      <a:gd name="T32" fmla="*/ 22 w 62"/>
                      <a:gd name="T33" fmla="*/ 61 h 99"/>
                      <a:gd name="T34" fmla="*/ 9 w 62"/>
                      <a:gd name="T35" fmla="*/ 60 h 99"/>
                      <a:gd name="T36" fmla="*/ 11 w 62"/>
                      <a:gd name="T37" fmla="*/ 48 h 9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2"/>
                      <a:gd name="T58" fmla="*/ 0 h 99"/>
                      <a:gd name="T59" fmla="*/ 62 w 62"/>
                      <a:gd name="T60" fmla="*/ 99 h 9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2" h="99">
                        <a:moveTo>
                          <a:pt x="11" y="48"/>
                        </a:moveTo>
                        <a:lnTo>
                          <a:pt x="3" y="63"/>
                        </a:lnTo>
                        <a:lnTo>
                          <a:pt x="0" y="75"/>
                        </a:lnTo>
                        <a:lnTo>
                          <a:pt x="0" y="84"/>
                        </a:lnTo>
                        <a:lnTo>
                          <a:pt x="2" y="90"/>
                        </a:lnTo>
                        <a:lnTo>
                          <a:pt x="6" y="95"/>
                        </a:lnTo>
                        <a:lnTo>
                          <a:pt x="14" y="98"/>
                        </a:lnTo>
                        <a:lnTo>
                          <a:pt x="24" y="97"/>
                        </a:lnTo>
                        <a:lnTo>
                          <a:pt x="35" y="93"/>
                        </a:lnTo>
                        <a:lnTo>
                          <a:pt x="43" y="83"/>
                        </a:lnTo>
                        <a:lnTo>
                          <a:pt x="50" y="69"/>
                        </a:lnTo>
                        <a:lnTo>
                          <a:pt x="54" y="43"/>
                        </a:lnTo>
                        <a:lnTo>
                          <a:pt x="61" y="17"/>
                        </a:lnTo>
                        <a:lnTo>
                          <a:pt x="60" y="0"/>
                        </a:lnTo>
                        <a:lnTo>
                          <a:pt x="48" y="38"/>
                        </a:lnTo>
                        <a:lnTo>
                          <a:pt x="37" y="61"/>
                        </a:lnTo>
                        <a:lnTo>
                          <a:pt x="22" y="61"/>
                        </a:lnTo>
                        <a:lnTo>
                          <a:pt x="9" y="60"/>
                        </a:lnTo>
                        <a:lnTo>
                          <a:pt x="11" y="48"/>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542" name="Freeform 119"/>
                  <p:cNvSpPr/>
                  <p:nvPr/>
                </p:nvSpPr>
                <p:spPr bwMode="auto">
                  <a:xfrm>
                    <a:off x="1814" y="3014"/>
                    <a:ext cx="70" cy="108"/>
                  </a:xfrm>
                  <a:custGeom>
                    <a:avLst/>
                    <a:gdLst>
                      <a:gd name="T0" fmla="*/ 1 w 70"/>
                      <a:gd name="T1" fmla="*/ 0 h 108"/>
                      <a:gd name="T2" fmla="*/ 0 w 70"/>
                      <a:gd name="T3" fmla="*/ 11 h 108"/>
                      <a:gd name="T4" fmla="*/ 9 w 70"/>
                      <a:gd name="T5" fmla="*/ 38 h 108"/>
                      <a:gd name="T6" fmla="*/ 15 w 70"/>
                      <a:gd name="T7" fmla="*/ 60 h 108"/>
                      <a:gd name="T8" fmla="*/ 22 w 70"/>
                      <a:gd name="T9" fmla="*/ 81 h 108"/>
                      <a:gd name="T10" fmla="*/ 29 w 70"/>
                      <a:gd name="T11" fmla="*/ 93 h 108"/>
                      <a:gd name="T12" fmla="*/ 36 w 70"/>
                      <a:gd name="T13" fmla="*/ 102 h 108"/>
                      <a:gd name="T14" fmla="*/ 45 w 70"/>
                      <a:gd name="T15" fmla="*/ 105 h 108"/>
                      <a:gd name="T16" fmla="*/ 56 w 70"/>
                      <a:gd name="T17" fmla="*/ 107 h 108"/>
                      <a:gd name="T18" fmla="*/ 61 w 70"/>
                      <a:gd name="T19" fmla="*/ 103 h 108"/>
                      <a:gd name="T20" fmla="*/ 66 w 70"/>
                      <a:gd name="T21" fmla="*/ 101 h 108"/>
                      <a:gd name="T22" fmla="*/ 69 w 70"/>
                      <a:gd name="T23" fmla="*/ 90 h 108"/>
                      <a:gd name="T24" fmla="*/ 67 w 70"/>
                      <a:gd name="T25" fmla="*/ 76 h 108"/>
                      <a:gd name="T26" fmla="*/ 61 w 70"/>
                      <a:gd name="T27" fmla="*/ 59 h 108"/>
                      <a:gd name="T28" fmla="*/ 57 w 70"/>
                      <a:gd name="T29" fmla="*/ 51 h 108"/>
                      <a:gd name="T30" fmla="*/ 55 w 70"/>
                      <a:gd name="T31" fmla="*/ 58 h 108"/>
                      <a:gd name="T32" fmla="*/ 52 w 70"/>
                      <a:gd name="T33" fmla="*/ 62 h 108"/>
                      <a:gd name="T34" fmla="*/ 44 w 70"/>
                      <a:gd name="T35" fmla="*/ 64 h 108"/>
                      <a:gd name="T36" fmla="*/ 37 w 70"/>
                      <a:gd name="T37" fmla="*/ 65 h 108"/>
                      <a:gd name="T38" fmla="*/ 23 w 70"/>
                      <a:gd name="T39" fmla="*/ 62 h 108"/>
                      <a:gd name="T40" fmla="*/ 9 w 70"/>
                      <a:gd name="T41" fmla="*/ 21 h 108"/>
                      <a:gd name="T42" fmla="*/ 1 w 70"/>
                      <a:gd name="T43" fmla="*/ 0 h 1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0"/>
                      <a:gd name="T67" fmla="*/ 0 h 108"/>
                      <a:gd name="T68" fmla="*/ 70 w 70"/>
                      <a:gd name="T69" fmla="*/ 108 h 1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0" h="108">
                        <a:moveTo>
                          <a:pt x="1" y="0"/>
                        </a:moveTo>
                        <a:lnTo>
                          <a:pt x="0" y="11"/>
                        </a:lnTo>
                        <a:lnTo>
                          <a:pt x="9" y="38"/>
                        </a:lnTo>
                        <a:lnTo>
                          <a:pt x="15" y="60"/>
                        </a:lnTo>
                        <a:lnTo>
                          <a:pt x="22" y="81"/>
                        </a:lnTo>
                        <a:lnTo>
                          <a:pt x="29" y="93"/>
                        </a:lnTo>
                        <a:lnTo>
                          <a:pt x="36" y="102"/>
                        </a:lnTo>
                        <a:lnTo>
                          <a:pt x="45" y="105"/>
                        </a:lnTo>
                        <a:lnTo>
                          <a:pt x="56" y="107"/>
                        </a:lnTo>
                        <a:lnTo>
                          <a:pt x="61" y="103"/>
                        </a:lnTo>
                        <a:lnTo>
                          <a:pt x="66" y="101"/>
                        </a:lnTo>
                        <a:lnTo>
                          <a:pt x="69" y="90"/>
                        </a:lnTo>
                        <a:lnTo>
                          <a:pt x="67" y="76"/>
                        </a:lnTo>
                        <a:lnTo>
                          <a:pt x="61" y="59"/>
                        </a:lnTo>
                        <a:lnTo>
                          <a:pt x="57" y="51"/>
                        </a:lnTo>
                        <a:lnTo>
                          <a:pt x="55" y="58"/>
                        </a:lnTo>
                        <a:lnTo>
                          <a:pt x="52" y="62"/>
                        </a:lnTo>
                        <a:lnTo>
                          <a:pt x="44" y="64"/>
                        </a:lnTo>
                        <a:lnTo>
                          <a:pt x="37" y="65"/>
                        </a:lnTo>
                        <a:lnTo>
                          <a:pt x="23" y="62"/>
                        </a:lnTo>
                        <a:lnTo>
                          <a:pt x="9" y="21"/>
                        </a:lnTo>
                        <a:lnTo>
                          <a:pt x="1" y="0"/>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nvGrpSpPr>
                <p:cNvPr id="60535" name="Group 120"/>
                <p:cNvGrpSpPr/>
                <p:nvPr/>
              </p:nvGrpSpPr>
              <p:grpSpPr bwMode="auto">
                <a:xfrm>
                  <a:off x="1740" y="1840"/>
                  <a:ext cx="153" cy="183"/>
                  <a:chOff x="1740" y="1840"/>
                  <a:chExt cx="153" cy="183"/>
                </a:xfrm>
              </p:grpSpPr>
              <p:sp>
                <p:nvSpPr>
                  <p:cNvPr id="60536" name="Freeform 121"/>
                  <p:cNvSpPr/>
                  <p:nvPr/>
                </p:nvSpPr>
                <p:spPr bwMode="auto">
                  <a:xfrm>
                    <a:off x="1759" y="1853"/>
                    <a:ext cx="111" cy="170"/>
                  </a:xfrm>
                  <a:custGeom>
                    <a:avLst/>
                    <a:gdLst>
                      <a:gd name="T0" fmla="*/ 27 w 111"/>
                      <a:gd name="T1" fmla="*/ 168 h 170"/>
                      <a:gd name="T2" fmla="*/ 27 w 111"/>
                      <a:gd name="T3" fmla="*/ 143 h 170"/>
                      <a:gd name="T4" fmla="*/ 18 w 111"/>
                      <a:gd name="T5" fmla="*/ 124 h 170"/>
                      <a:gd name="T6" fmla="*/ 9 w 111"/>
                      <a:gd name="T7" fmla="*/ 110 h 170"/>
                      <a:gd name="T8" fmla="*/ 5 w 111"/>
                      <a:gd name="T9" fmla="*/ 88 h 170"/>
                      <a:gd name="T10" fmla="*/ 1 w 111"/>
                      <a:gd name="T11" fmla="*/ 78 h 170"/>
                      <a:gd name="T12" fmla="*/ 0 w 111"/>
                      <a:gd name="T13" fmla="*/ 53 h 170"/>
                      <a:gd name="T14" fmla="*/ 9 w 111"/>
                      <a:gd name="T15" fmla="*/ 24 h 170"/>
                      <a:gd name="T16" fmla="*/ 26 w 111"/>
                      <a:gd name="T17" fmla="*/ 8 h 170"/>
                      <a:gd name="T18" fmla="*/ 45 w 111"/>
                      <a:gd name="T19" fmla="*/ 0 h 170"/>
                      <a:gd name="T20" fmla="*/ 68 w 111"/>
                      <a:gd name="T21" fmla="*/ 0 h 170"/>
                      <a:gd name="T22" fmla="*/ 89 w 111"/>
                      <a:gd name="T23" fmla="*/ 7 h 170"/>
                      <a:gd name="T24" fmla="*/ 104 w 111"/>
                      <a:gd name="T25" fmla="*/ 22 h 170"/>
                      <a:gd name="T26" fmla="*/ 110 w 111"/>
                      <a:gd name="T27" fmla="*/ 43 h 170"/>
                      <a:gd name="T28" fmla="*/ 110 w 111"/>
                      <a:gd name="T29" fmla="*/ 65 h 170"/>
                      <a:gd name="T30" fmla="*/ 107 w 111"/>
                      <a:gd name="T31" fmla="*/ 85 h 170"/>
                      <a:gd name="T32" fmla="*/ 97 w 111"/>
                      <a:gd name="T33" fmla="*/ 111 h 170"/>
                      <a:gd name="T34" fmla="*/ 92 w 111"/>
                      <a:gd name="T35" fmla="*/ 121 h 170"/>
                      <a:gd name="T36" fmla="*/ 87 w 111"/>
                      <a:gd name="T37" fmla="*/ 132 h 170"/>
                      <a:gd name="T38" fmla="*/ 85 w 111"/>
                      <a:gd name="T39" fmla="*/ 144 h 170"/>
                      <a:gd name="T40" fmla="*/ 81 w 111"/>
                      <a:gd name="T41" fmla="*/ 169 h 170"/>
                      <a:gd name="T42" fmla="*/ 27 w 111"/>
                      <a:gd name="T43" fmla="*/ 168 h 17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1"/>
                      <a:gd name="T67" fmla="*/ 0 h 170"/>
                      <a:gd name="T68" fmla="*/ 111 w 111"/>
                      <a:gd name="T69" fmla="*/ 170 h 17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1" h="170">
                        <a:moveTo>
                          <a:pt x="27" y="168"/>
                        </a:moveTo>
                        <a:lnTo>
                          <a:pt x="27" y="143"/>
                        </a:lnTo>
                        <a:lnTo>
                          <a:pt x="18" y="124"/>
                        </a:lnTo>
                        <a:lnTo>
                          <a:pt x="9" y="110"/>
                        </a:lnTo>
                        <a:lnTo>
                          <a:pt x="5" y="88"/>
                        </a:lnTo>
                        <a:lnTo>
                          <a:pt x="1" y="78"/>
                        </a:lnTo>
                        <a:lnTo>
                          <a:pt x="0" y="53"/>
                        </a:lnTo>
                        <a:lnTo>
                          <a:pt x="9" y="24"/>
                        </a:lnTo>
                        <a:lnTo>
                          <a:pt x="26" y="8"/>
                        </a:lnTo>
                        <a:lnTo>
                          <a:pt x="45" y="0"/>
                        </a:lnTo>
                        <a:lnTo>
                          <a:pt x="68" y="0"/>
                        </a:lnTo>
                        <a:lnTo>
                          <a:pt x="89" y="7"/>
                        </a:lnTo>
                        <a:lnTo>
                          <a:pt x="104" y="22"/>
                        </a:lnTo>
                        <a:lnTo>
                          <a:pt x="110" y="43"/>
                        </a:lnTo>
                        <a:lnTo>
                          <a:pt x="110" y="65"/>
                        </a:lnTo>
                        <a:lnTo>
                          <a:pt x="107" y="85"/>
                        </a:lnTo>
                        <a:lnTo>
                          <a:pt x="97" y="111"/>
                        </a:lnTo>
                        <a:lnTo>
                          <a:pt x="92" y="121"/>
                        </a:lnTo>
                        <a:lnTo>
                          <a:pt x="87" y="132"/>
                        </a:lnTo>
                        <a:lnTo>
                          <a:pt x="85" y="144"/>
                        </a:lnTo>
                        <a:lnTo>
                          <a:pt x="81" y="169"/>
                        </a:lnTo>
                        <a:lnTo>
                          <a:pt x="27" y="168"/>
                        </a:lnTo>
                      </a:path>
                    </a:pathLst>
                  </a:custGeom>
                  <a:solidFill>
                    <a:srgbClr val="FFC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537" name="Freeform 122"/>
                  <p:cNvSpPr/>
                  <p:nvPr/>
                </p:nvSpPr>
                <p:spPr bwMode="auto">
                  <a:xfrm>
                    <a:off x="1740" y="1840"/>
                    <a:ext cx="153" cy="132"/>
                  </a:xfrm>
                  <a:custGeom>
                    <a:avLst/>
                    <a:gdLst>
                      <a:gd name="T0" fmla="*/ 11 w 153"/>
                      <a:gd name="T1" fmla="*/ 113 h 132"/>
                      <a:gd name="T2" fmla="*/ 2 w 153"/>
                      <a:gd name="T3" fmla="*/ 100 h 132"/>
                      <a:gd name="T4" fmla="*/ 0 w 153"/>
                      <a:gd name="T5" fmla="*/ 86 h 132"/>
                      <a:gd name="T6" fmla="*/ 1 w 153"/>
                      <a:gd name="T7" fmla="*/ 68 h 132"/>
                      <a:gd name="T8" fmla="*/ 6 w 153"/>
                      <a:gd name="T9" fmla="*/ 53 h 132"/>
                      <a:gd name="T10" fmla="*/ 11 w 153"/>
                      <a:gd name="T11" fmla="*/ 37 h 132"/>
                      <a:gd name="T12" fmla="*/ 19 w 153"/>
                      <a:gd name="T13" fmla="*/ 29 h 132"/>
                      <a:gd name="T14" fmla="*/ 26 w 153"/>
                      <a:gd name="T15" fmla="*/ 16 h 132"/>
                      <a:gd name="T16" fmla="*/ 41 w 153"/>
                      <a:gd name="T17" fmla="*/ 5 h 132"/>
                      <a:gd name="T18" fmla="*/ 52 w 153"/>
                      <a:gd name="T19" fmla="*/ 2 h 132"/>
                      <a:gd name="T20" fmla="*/ 76 w 153"/>
                      <a:gd name="T21" fmla="*/ 0 h 132"/>
                      <a:gd name="T22" fmla="*/ 96 w 153"/>
                      <a:gd name="T23" fmla="*/ 1 h 132"/>
                      <a:gd name="T24" fmla="*/ 111 w 153"/>
                      <a:gd name="T25" fmla="*/ 5 h 132"/>
                      <a:gd name="T26" fmla="*/ 122 w 153"/>
                      <a:gd name="T27" fmla="*/ 10 h 132"/>
                      <a:gd name="T28" fmla="*/ 133 w 153"/>
                      <a:gd name="T29" fmla="*/ 22 h 132"/>
                      <a:gd name="T30" fmla="*/ 141 w 153"/>
                      <a:gd name="T31" fmla="*/ 33 h 132"/>
                      <a:gd name="T32" fmla="*/ 148 w 153"/>
                      <a:gd name="T33" fmla="*/ 43 h 132"/>
                      <a:gd name="T34" fmla="*/ 152 w 153"/>
                      <a:gd name="T35" fmla="*/ 57 h 132"/>
                      <a:gd name="T36" fmla="*/ 152 w 153"/>
                      <a:gd name="T37" fmla="*/ 80 h 132"/>
                      <a:gd name="T38" fmla="*/ 152 w 153"/>
                      <a:gd name="T39" fmla="*/ 97 h 132"/>
                      <a:gd name="T40" fmla="*/ 146 w 153"/>
                      <a:gd name="T41" fmla="*/ 104 h 132"/>
                      <a:gd name="T42" fmla="*/ 138 w 153"/>
                      <a:gd name="T43" fmla="*/ 115 h 132"/>
                      <a:gd name="T44" fmla="*/ 133 w 153"/>
                      <a:gd name="T45" fmla="*/ 123 h 132"/>
                      <a:gd name="T46" fmla="*/ 118 w 153"/>
                      <a:gd name="T47" fmla="*/ 127 h 132"/>
                      <a:gd name="T48" fmla="*/ 105 w 153"/>
                      <a:gd name="T49" fmla="*/ 131 h 132"/>
                      <a:gd name="T50" fmla="*/ 116 w 153"/>
                      <a:gd name="T51" fmla="*/ 115 h 132"/>
                      <a:gd name="T52" fmla="*/ 126 w 153"/>
                      <a:gd name="T53" fmla="*/ 87 h 132"/>
                      <a:gd name="T54" fmla="*/ 122 w 153"/>
                      <a:gd name="T55" fmla="*/ 54 h 132"/>
                      <a:gd name="T56" fmla="*/ 99 w 153"/>
                      <a:gd name="T57" fmla="*/ 61 h 132"/>
                      <a:gd name="T58" fmla="*/ 70 w 153"/>
                      <a:gd name="T59" fmla="*/ 61 h 132"/>
                      <a:gd name="T60" fmla="*/ 50 w 153"/>
                      <a:gd name="T61" fmla="*/ 60 h 132"/>
                      <a:gd name="T62" fmla="*/ 34 w 153"/>
                      <a:gd name="T63" fmla="*/ 56 h 132"/>
                      <a:gd name="T64" fmla="*/ 32 w 153"/>
                      <a:gd name="T65" fmla="*/ 65 h 132"/>
                      <a:gd name="T66" fmla="*/ 25 w 153"/>
                      <a:gd name="T67" fmla="*/ 89 h 132"/>
                      <a:gd name="T68" fmla="*/ 36 w 153"/>
                      <a:gd name="T69" fmla="*/ 116 h 132"/>
                      <a:gd name="T70" fmla="*/ 42 w 153"/>
                      <a:gd name="T71" fmla="*/ 131 h 132"/>
                      <a:gd name="T72" fmla="*/ 25 w 153"/>
                      <a:gd name="T73" fmla="*/ 122 h 132"/>
                      <a:gd name="T74" fmla="*/ 11 w 153"/>
                      <a:gd name="T75" fmla="*/ 113 h 13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53"/>
                      <a:gd name="T115" fmla="*/ 0 h 132"/>
                      <a:gd name="T116" fmla="*/ 153 w 153"/>
                      <a:gd name="T117" fmla="*/ 132 h 13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53" h="132">
                        <a:moveTo>
                          <a:pt x="11" y="113"/>
                        </a:moveTo>
                        <a:lnTo>
                          <a:pt x="2" y="100"/>
                        </a:lnTo>
                        <a:lnTo>
                          <a:pt x="0" y="86"/>
                        </a:lnTo>
                        <a:lnTo>
                          <a:pt x="1" y="68"/>
                        </a:lnTo>
                        <a:lnTo>
                          <a:pt x="6" y="53"/>
                        </a:lnTo>
                        <a:lnTo>
                          <a:pt x="11" y="37"/>
                        </a:lnTo>
                        <a:lnTo>
                          <a:pt x="19" y="29"/>
                        </a:lnTo>
                        <a:lnTo>
                          <a:pt x="26" y="16"/>
                        </a:lnTo>
                        <a:lnTo>
                          <a:pt x="41" y="5"/>
                        </a:lnTo>
                        <a:lnTo>
                          <a:pt x="52" y="2"/>
                        </a:lnTo>
                        <a:lnTo>
                          <a:pt x="76" y="0"/>
                        </a:lnTo>
                        <a:lnTo>
                          <a:pt x="96" y="1"/>
                        </a:lnTo>
                        <a:lnTo>
                          <a:pt x="111" y="5"/>
                        </a:lnTo>
                        <a:lnTo>
                          <a:pt x="122" y="10"/>
                        </a:lnTo>
                        <a:lnTo>
                          <a:pt x="133" y="22"/>
                        </a:lnTo>
                        <a:lnTo>
                          <a:pt x="141" y="33"/>
                        </a:lnTo>
                        <a:lnTo>
                          <a:pt x="148" y="43"/>
                        </a:lnTo>
                        <a:lnTo>
                          <a:pt x="152" y="57"/>
                        </a:lnTo>
                        <a:lnTo>
                          <a:pt x="152" y="80"/>
                        </a:lnTo>
                        <a:lnTo>
                          <a:pt x="152" y="97"/>
                        </a:lnTo>
                        <a:lnTo>
                          <a:pt x="146" y="104"/>
                        </a:lnTo>
                        <a:lnTo>
                          <a:pt x="138" y="115"/>
                        </a:lnTo>
                        <a:lnTo>
                          <a:pt x="133" y="123"/>
                        </a:lnTo>
                        <a:lnTo>
                          <a:pt x="118" y="127"/>
                        </a:lnTo>
                        <a:lnTo>
                          <a:pt x="105" y="131"/>
                        </a:lnTo>
                        <a:lnTo>
                          <a:pt x="116" y="115"/>
                        </a:lnTo>
                        <a:lnTo>
                          <a:pt x="126" y="87"/>
                        </a:lnTo>
                        <a:lnTo>
                          <a:pt x="122" y="54"/>
                        </a:lnTo>
                        <a:lnTo>
                          <a:pt x="99" y="61"/>
                        </a:lnTo>
                        <a:lnTo>
                          <a:pt x="70" y="61"/>
                        </a:lnTo>
                        <a:lnTo>
                          <a:pt x="50" y="60"/>
                        </a:lnTo>
                        <a:lnTo>
                          <a:pt x="34" y="56"/>
                        </a:lnTo>
                        <a:lnTo>
                          <a:pt x="32" y="65"/>
                        </a:lnTo>
                        <a:lnTo>
                          <a:pt x="25" y="89"/>
                        </a:lnTo>
                        <a:lnTo>
                          <a:pt x="36" y="116"/>
                        </a:lnTo>
                        <a:lnTo>
                          <a:pt x="42" y="131"/>
                        </a:lnTo>
                        <a:lnTo>
                          <a:pt x="25" y="122"/>
                        </a:lnTo>
                        <a:lnTo>
                          <a:pt x="11" y="113"/>
                        </a:lnTo>
                      </a:path>
                    </a:pathLst>
                  </a:custGeom>
                  <a:solidFill>
                    <a:srgbClr val="8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60538" name="Group 123"/>
                  <p:cNvGrpSpPr/>
                  <p:nvPr/>
                </p:nvGrpSpPr>
                <p:grpSpPr bwMode="auto">
                  <a:xfrm>
                    <a:off x="1757" y="1938"/>
                    <a:ext cx="125" cy="19"/>
                    <a:chOff x="1757" y="1938"/>
                    <a:chExt cx="125" cy="19"/>
                  </a:xfrm>
                </p:grpSpPr>
                <p:sp>
                  <p:nvSpPr>
                    <p:cNvPr id="60539" name="Oval 124"/>
                    <p:cNvSpPr>
                      <a:spLocks noChangeArrowheads="1"/>
                    </p:cNvSpPr>
                    <p:nvPr/>
                  </p:nvSpPr>
                  <p:spPr bwMode="auto">
                    <a:xfrm>
                      <a:off x="1757" y="1938"/>
                      <a:ext cx="16" cy="16"/>
                    </a:xfrm>
                    <a:prstGeom prst="ellipse">
                      <a:avLst/>
                    </a:prstGeom>
                    <a:solidFill>
                      <a:srgbClr val="6080FF"/>
                    </a:solidFill>
                    <a:ln>
                      <a:noFill/>
                    </a:ln>
                    <a:extLst>
                      <a:ext uri="{91240B29-F687-4F45-9708-019B960494DF}">
                        <a14:hiddenLine xmlns:a14="http://schemas.microsoft.com/office/drawing/2010/main" w="9525">
                          <a:solidFill>
                            <a:srgbClr val="000000"/>
                          </a:solidFill>
                          <a:round/>
                        </a14:hiddenLine>
                      </a:ext>
                    </a:extLst>
                  </p:spPr>
                  <p:txBody>
                    <a:bodyPr wrap="none" anchor="ctr"/>
                    <a:p>
                      <a:endParaRPr lang="zh-CN" altLang="en-US"/>
                    </a:p>
                  </p:txBody>
                </p:sp>
                <p:sp>
                  <p:nvSpPr>
                    <p:cNvPr id="60540" name="Oval 125"/>
                    <p:cNvSpPr>
                      <a:spLocks noChangeArrowheads="1"/>
                    </p:cNvSpPr>
                    <p:nvPr/>
                  </p:nvSpPr>
                  <p:spPr bwMode="auto">
                    <a:xfrm>
                      <a:off x="1866" y="1941"/>
                      <a:ext cx="16" cy="16"/>
                    </a:xfrm>
                    <a:prstGeom prst="ellipse">
                      <a:avLst/>
                    </a:prstGeom>
                    <a:solidFill>
                      <a:srgbClr val="6080FF"/>
                    </a:solidFill>
                    <a:ln>
                      <a:noFill/>
                    </a:ln>
                    <a:extLst>
                      <a:ext uri="{91240B29-F687-4F45-9708-019B960494DF}">
                        <a14:hiddenLine xmlns:a14="http://schemas.microsoft.com/office/drawing/2010/main" w="9525">
                          <a:solidFill>
                            <a:srgbClr val="000000"/>
                          </a:solidFill>
                          <a:round/>
                        </a14:hiddenLine>
                      </a:ext>
                    </a:extLst>
                  </p:spPr>
                  <p:txBody>
                    <a:bodyPr wrap="none" anchor="ctr"/>
                    <a:p>
                      <a:endParaRPr lang="zh-CN" altLang="en-US"/>
                    </a:p>
                  </p:txBody>
                </p:sp>
              </p:grpSp>
            </p:grpSp>
          </p:grpSp>
        </p:grpSp>
        <p:grpSp>
          <p:nvGrpSpPr>
            <p:cNvPr id="60432" name="Group 126"/>
            <p:cNvGrpSpPr/>
            <p:nvPr/>
          </p:nvGrpSpPr>
          <p:grpSpPr bwMode="auto">
            <a:xfrm>
              <a:off x="2111" y="1732"/>
              <a:ext cx="349" cy="1427"/>
              <a:chOff x="2111" y="1732"/>
              <a:chExt cx="349" cy="1427"/>
            </a:xfrm>
          </p:grpSpPr>
          <p:grpSp>
            <p:nvGrpSpPr>
              <p:cNvPr id="60507" name="Group 127"/>
              <p:cNvGrpSpPr/>
              <p:nvPr/>
            </p:nvGrpSpPr>
            <p:grpSpPr bwMode="auto">
              <a:xfrm>
                <a:off x="2111" y="3024"/>
                <a:ext cx="342" cy="135"/>
                <a:chOff x="2111" y="3024"/>
                <a:chExt cx="342" cy="135"/>
              </a:xfrm>
            </p:grpSpPr>
            <p:sp>
              <p:nvSpPr>
                <p:cNvPr id="60527" name="Freeform 128"/>
                <p:cNvSpPr/>
                <p:nvPr/>
              </p:nvSpPr>
              <p:spPr bwMode="auto">
                <a:xfrm>
                  <a:off x="2111" y="3024"/>
                  <a:ext cx="140" cy="82"/>
                </a:xfrm>
                <a:custGeom>
                  <a:avLst/>
                  <a:gdLst>
                    <a:gd name="T0" fmla="*/ 70 w 140"/>
                    <a:gd name="T1" fmla="*/ 0 h 82"/>
                    <a:gd name="T2" fmla="*/ 48 w 140"/>
                    <a:gd name="T3" fmla="*/ 21 h 82"/>
                    <a:gd name="T4" fmla="*/ 29 w 140"/>
                    <a:gd name="T5" fmla="*/ 44 h 82"/>
                    <a:gd name="T6" fmla="*/ 3 w 140"/>
                    <a:gd name="T7" fmla="*/ 64 h 82"/>
                    <a:gd name="T8" fmla="*/ 0 w 140"/>
                    <a:gd name="T9" fmla="*/ 75 h 82"/>
                    <a:gd name="T10" fmla="*/ 25 w 140"/>
                    <a:gd name="T11" fmla="*/ 81 h 82"/>
                    <a:gd name="T12" fmla="*/ 51 w 140"/>
                    <a:gd name="T13" fmla="*/ 78 h 82"/>
                    <a:gd name="T14" fmla="*/ 83 w 140"/>
                    <a:gd name="T15" fmla="*/ 64 h 82"/>
                    <a:gd name="T16" fmla="*/ 106 w 140"/>
                    <a:gd name="T17" fmla="*/ 51 h 82"/>
                    <a:gd name="T18" fmla="*/ 131 w 140"/>
                    <a:gd name="T19" fmla="*/ 48 h 82"/>
                    <a:gd name="T20" fmla="*/ 139 w 140"/>
                    <a:gd name="T21" fmla="*/ 42 h 82"/>
                    <a:gd name="T22" fmla="*/ 136 w 140"/>
                    <a:gd name="T23" fmla="*/ 4 h 82"/>
                    <a:gd name="T24" fmla="*/ 70 w 140"/>
                    <a:gd name="T25" fmla="*/ 0 h 8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0"/>
                    <a:gd name="T40" fmla="*/ 0 h 82"/>
                    <a:gd name="T41" fmla="*/ 140 w 140"/>
                    <a:gd name="T42" fmla="*/ 82 h 8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0" h="82">
                      <a:moveTo>
                        <a:pt x="70" y="0"/>
                      </a:moveTo>
                      <a:lnTo>
                        <a:pt x="48" y="21"/>
                      </a:lnTo>
                      <a:lnTo>
                        <a:pt x="29" y="44"/>
                      </a:lnTo>
                      <a:lnTo>
                        <a:pt x="3" y="64"/>
                      </a:lnTo>
                      <a:lnTo>
                        <a:pt x="0" y="75"/>
                      </a:lnTo>
                      <a:lnTo>
                        <a:pt x="25" y="81"/>
                      </a:lnTo>
                      <a:lnTo>
                        <a:pt x="51" y="78"/>
                      </a:lnTo>
                      <a:lnTo>
                        <a:pt x="83" y="64"/>
                      </a:lnTo>
                      <a:lnTo>
                        <a:pt x="106" y="51"/>
                      </a:lnTo>
                      <a:lnTo>
                        <a:pt x="131" y="48"/>
                      </a:lnTo>
                      <a:lnTo>
                        <a:pt x="139" y="42"/>
                      </a:lnTo>
                      <a:lnTo>
                        <a:pt x="136" y="4"/>
                      </a:lnTo>
                      <a:lnTo>
                        <a:pt x="70" y="0"/>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528" name="Freeform 129"/>
                <p:cNvSpPr/>
                <p:nvPr/>
              </p:nvSpPr>
              <p:spPr bwMode="auto">
                <a:xfrm>
                  <a:off x="2368" y="3068"/>
                  <a:ext cx="85" cy="91"/>
                </a:xfrm>
                <a:custGeom>
                  <a:avLst/>
                  <a:gdLst>
                    <a:gd name="T0" fmla="*/ 1 w 85"/>
                    <a:gd name="T1" fmla="*/ 1 h 91"/>
                    <a:gd name="T2" fmla="*/ 0 w 85"/>
                    <a:gd name="T3" fmla="*/ 25 h 91"/>
                    <a:gd name="T4" fmla="*/ 12 w 85"/>
                    <a:gd name="T5" fmla="*/ 37 h 91"/>
                    <a:gd name="T6" fmla="*/ 14 w 85"/>
                    <a:gd name="T7" fmla="*/ 57 h 91"/>
                    <a:gd name="T8" fmla="*/ 33 w 85"/>
                    <a:gd name="T9" fmla="*/ 77 h 91"/>
                    <a:gd name="T10" fmla="*/ 49 w 85"/>
                    <a:gd name="T11" fmla="*/ 87 h 91"/>
                    <a:gd name="T12" fmla="*/ 63 w 85"/>
                    <a:gd name="T13" fmla="*/ 90 h 91"/>
                    <a:gd name="T14" fmla="*/ 77 w 85"/>
                    <a:gd name="T15" fmla="*/ 89 h 91"/>
                    <a:gd name="T16" fmla="*/ 84 w 85"/>
                    <a:gd name="T17" fmla="*/ 75 h 91"/>
                    <a:gd name="T18" fmla="*/ 82 w 85"/>
                    <a:gd name="T19" fmla="*/ 55 h 91"/>
                    <a:gd name="T20" fmla="*/ 68 w 85"/>
                    <a:gd name="T21" fmla="*/ 32 h 91"/>
                    <a:gd name="T22" fmla="*/ 47 w 85"/>
                    <a:gd name="T23" fmla="*/ 7 h 91"/>
                    <a:gd name="T24" fmla="*/ 46 w 85"/>
                    <a:gd name="T25" fmla="*/ 0 h 91"/>
                    <a:gd name="T26" fmla="*/ 1 w 85"/>
                    <a:gd name="T27" fmla="*/ 1 h 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5"/>
                    <a:gd name="T43" fmla="*/ 0 h 91"/>
                    <a:gd name="T44" fmla="*/ 85 w 85"/>
                    <a:gd name="T45" fmla="*/ 91 h 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5" h="91">
                      <a:moveTo>
                        <a:pt x="1" y="1"/>
                      </a:moveTo>
                      <a:lnTo>
                        <a:pt x="0" y="25"/>
                      </a:lnTo>
                      <a:lnTo>
                        <a:pt x="12" y="37"/>
                      </a:lnTo>
                      <a:lnTo>
                        <a:pt x="14" y="57"/>
                      </a:lnTo>
                      <a:lnTo>
                        <a:pt x="33" y="77"/>
                      </a:lnTo>
                      <a:lnTo>
                        <a:pt x="49" y="87"/>
                      </a:lnTo>
                      <a:lnTo>
                        <a:pt x="63" y="90"/>
                      </a:lnTo>
                      <a:lnTo>
                        <a:pt x="77" y="89"/>
                      </a:lnTo>
                      <a:lnTo>
                        <a:pt x="84" y="75"/>
                      </a:lnTo>
                      <a:lnTo>
                        <a:pt x="82" y="55"/>
                      </a:lnTo>
                      <a:lnTo>
                        <a:pt x="68" y="32"/>
                      </a:lnTo>
                      <a:lnTo>
                        <a:pt x="47" y="7"/>
                      </a:lnTo>
                      <a:lnTo>
                        <a:pt x="46" y="0"/>
                      </a:lnTo>
                      <a:lnTo>
                        <a:pt x="1" y="1"/>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nvGrpSpPr>
              <p:cNvPr id="60508" name="Group 130"/>
              <p:cNvGrpSpPr/>
              <p:nvPr/>
            </p:nvGrpSpPr>
            <p:grpSpPr bwMode="auto">
              <a:xfrm>
                <a:off x="2146" y="1912"/>
                <a:ext cx="314" cy="1153"/>
                <a:chOff x="2146" y="1912"/>
                <a:chExt cx="314" cy="1153"/>
              </a:xfrm>
            </p:grpSpPr>
            <p:sp>
              <p:nvSpPr>
                <p:cNvPr id="60516" name="Freeform 131"/>
                <p:cNvSpPr/>
                <p:nvPr/>
              </p:nvSpPr>
              <p:spPr bwMode="auto">
                <a:xfrm>
                  <a:off x="2154" y="2512"/>
                  <a:ext cx="38" cy="102"/>
                </a:xfrm>
                <a:custGeom>
                  <a:avLst/>
                  <a:gdLst>
                    <a:gd name="T0" fmla="*/ 2 w 38"/>
                    <a:gd name="T1" fmla="*/ 1 h 102"/>
                    <a:gd name="T2" fmla="*/ 0 w 38"/>
                    <a:gd name="T3" fmla="*/ 57 h 102"/>
                    <a:gd name="T4" fmla="*/ 19 w 38"/>
                    <a:gd name="T5" fmla="*/ 90 h 102"/>
                    <a:gd name="T6" fmla="*/ 29 w 38"/>
                    <a:gd name="T7" fmla="*/ 101 h 102"/>
                    <a:gd name="T8" fmla="*/ 27 w 38"/>
                    <a:gd name="T9" fmla="*/ 53 h 102"/>
                    <a:gd name="T10" fmla="*/ 31 w 38"/>
                    <a:gd name="T11" fmla="*/ 58 h 102"/>
                    <a:gd name="T12" fmla="*/ 36 w 38"/>
                    <a:gd name="T13" fmla="*/ 74 h 102"/>
                    <a:gd name="T14" fmla="*/ 37 w 38"/>
                    <a:gd name="T15" fmla="*/ 57 h 102"/>
                    <a:gd name="T16" fmla="*/ 32 w 38"/>
                    <a:gd name="T17" fmla="*/ 27 h 102"/>
                    <a:gd name="T18" fmla="*/ 20 w 38"/>
                    <a:gd name="T19" fmla="*/ 0 h 102"/>
                    <a:gd name="T20" fmla="*/ 2 w 38"/>
                    <a:gd name="T21" fmla="*/ 1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
                    <a:gd name="T34" fmla="*/ 0 h 102"/>
                    <a:gd name="T35" fmla="*/ 38 w 38"/>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 h="102">
                      <a:moveTo>
                        <a:pt x="2" y="1"/>
                      </a:moveTo>
                      <a:lnTo>
                        <a:pt x="0" y="57"/>
                      </a:lnTo>
                      <a:lnTo>
                        <a:pt x="19" y="90"/>
                      </a:lnTo>
                      <a:lnTo>
                        <a:pt x="29" y="101"/>
                      </a:lnTo>
                      <a:lnTo>
                        <a:pt x="27" y="53"/>
                      </a:lnTo>
                      <a:lnTo>
                        <a:pt x="31" y="58"/>
                      </a:lnTo>
                      <a:lnTo>
                        <a:pt x="36" y="74"/>
                      </a:lnTo>
                      <a:lnTo>
                        <a:pt x="37" y="57"/>
                      </a:lnTo>
                      <a:lnTo>
                        <a:pt x="32" y="27"/>
                      </a:lnTo>
                      <a:lnTo>
                        <a:pt x="20" y="0"/>
                      </a:lnTo>
                      <a:lnTo>
                        <a:pt x="2" y="1"/>
                      </a:lnTo>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517" name="Freeform 132"/>
                <p:cNvSpPr/>
                <p:nvPr/>
              </p:nvSpPr>
              <p:spPr bwMode="auto">
                <a:xfrm>
                  <a:off x="2175" y="2277"/>
                  <a:ext cx="244" cy="788"/>
                </a:xfrm>
                <a:custGeom>
                  <a:avLst/>
                  <a:gdLst>
                    <a:gd name="T0" fmla="*/ 3 w 244"/>
                    <a:gd name="T1" fmla="*/ 0 h 788"/>
                    <a:gd name="T2" fmla="*/ 0 w 244"/>
                    <a:gd name="T3" fmla="*/ 428 h 788"/>
                    <a:gd name="T4" fmla="*/ 3 w 244"/>
                    <a:gd name="T5" fmla="*/ 746 h 788"/>
                    <a:gd name="T6" fmla="*/ 76 w 244"/>
                    <a:gd name="T7" fmla="*/ 760 h 788"/>
                    <a:gd name="T8" fmla="*/ 87 w 244"/>
                    <a:gd name="T9" fmla="*/ 501 h 788"/>
                    <a:gd name="T10" fmla="*/ 79 w 244"/>
                    <a:gd name="T11" fmla="*/ 476 h 788"/>
                    <a:gd name="T12" fmla="*/ 87 w 244"/>
                    <a:gd name="T13" fmla="*/ 462 h 788"/>
                    <a:gd name="T14" fmla="*/ 87 w 244"/>
                    <a:gd name="T15" fmla="*/ 303 h 788"/>
                    <a:gd name="T16" fmla="*/ 103 w 244"/>
                    <a:gd name="T17" fmla="*/ 353 h 788"/>
                    <a:gd name="T18" fmla="*/ 145 w 244"/>
                    <a:gd name="T19" fmla="*/ 567 h 788"/>
                    <a:gd name="T20" fmla="*/ 181 w 244"/>
                    <a:gd name="T21" fmla="*/ 787 h 788"/>
                    <a:gd name="T22" fmla="*/ 243 w 244"/>
                    <a:gd name="T23" fmla="*/ 787 h 788"/>
                    <a:gd name="T24" fmla="*/ 215 w 244"/>
                    <a:gd name="T25" fmla="*/ 493 h 788"/>
                    <a:gd name="T26" fmla="*/ 204 w 244"/>
                    <a:gd name="T27" fmla="*/ 242 h 788"/>
                    <a:gd name="T28" fmla="*/ 209 w 244"/>
                    <a:gd name="T29" fmla="*/ 6 h 788"/>
                    <a:gd name="T30" fmla="*/ 3 w 244"/>
                    <a:gd name="T31" fmla="*/ 0 h 78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4"/>
                    <a:gd name="T49" fmla="*/ 0 h 788"/>
                    <a:gd name="T50" fmla="*/ 244 w 244"/>
                    <a:gd name="T51" fmla="*/ 788 h 78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4" h="788">
                      <a:moveTo>
                        <a:pt x="3" y="0"/>
                      </a:moveTo>
                      <a:lnTo>
                        <a:pt x="0" y="428"/>
                      </a:lnTo>
                      <a:lnTo>
                        <a:pt x="3" y="746"/>
                      </a:lnTo>
                      <a:lnTo>
                        <a:pt x="76" y="760"/>
                      </a:lnTo>
                      <a:lnTo>
                        <a:pt x="87" y="501"/>
                      </a:lnTo>
                      <a:lnTo>
                        <a:pt x="79" y="476"/>
                      </a:lnTo>
                      <a:lnTo>
                        <a:pt x="87" y="462"/>
                      </a:lnTo>
                      <a:lnTo>
                        <a:pt x="87" y="303"/>
                      </a:lnTo>
                      <a:lnTo>
                        <a:pt x="103" y="353"/>
                      </a:lnTo>
                      <a:lnTo>
                        <a:pt x="145" y="567"/>
                      </a:lnTo>
                      <a:lnTo>
                        <a:pt x="181" y="787"/>
                      </a:lnTo>
                      <a:lnTo>
                        <a:pt x="243" y="787"/>
                      </a:lnTo>
                      <a:lnTo>
                        <a:pt x="215" y="493"/>
                      </a:lnTo>
                      <a:lnTo>
                        <a:pt x="204" y="242"/>
                      </a:lnTo>
                      <a:lnTo>
                        <a:pt x="209" y="6"/>
                      </a:lnTo>
                      <a:lnTo>
                        <a:pt x="3" y="0"/>
                      </a:lnTo>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518" name="Freeform 133"/>
                <p:cNvSpPr/>
                <p:nvPr/>
              </p:nvSpPr>
              <p:spPr bwMode="auto">
                <a:xfrm>
                  <a:off x="2146" y="1912"/>
                  <a:ext cx="314" cy="601"/>
                </a:xfrm>
                <a:custGeom>
                  <a:avLst/>
                  <a:gdLst>
                    <a:gd name="T0" fmla="*/ 104 w 314"/>
                    <a:gd name="T1" fmla="*/ 7 h 601"/>
                    <a:gd name="T2" fmla="*/ 8 w 314"/>
                    <a:gd name="T3" fmla="*/ 81 h 601"/>
                    <a:gd name="T4" fmla="*/ 2 w 314"/>
                    <a:gd name="T5" fmla="*/ 272 h 601"/>
                    <a:gd name="T6" fmla="*/ 0 w 314"/>
                    <a:gd name="T7" fmla="*/ 370 h 601"/>
                    <a:gd name="T8" fmla="*/ 6 w 314"/>
                    <a:gd name="T9" fmla="*/ 600 h 601"/>
                    <a:gd name="T10" fmla="*/ 27 w 314"/>
                    <a:gd name="T11" fmla="*/ 600 h 601"/>
                    <a:gd name="T12" fmla="*/ 38 w 314"/>
                    <a:gd name="T13" fmla="*/ 364 h 601"/>
                    <a:gd name="T14" fmla="*/ 238 w 314"/>
                    <a:gd name="T15" fmla="*/ 364 h 601"/>
                    <a:gd name="T16" fmla="*/ 243 w 314"/>
                    <a:gd name="T17" fmla="*/ 305 h 601"/>
                    <a:gd name="T18" fmla="*/ 250 w 314"/>
                    <a:gd name="T19" fmla="*/ 346 h 601"/>
                    <a:gd name="T20" fmla="*/ 236 w 314"/>
                    <a:gd name="T21" fmla="*/ 436 h 601"/>
                    <a:gd name="T22" fmla="*/ 222 w 314"/>
                    <a:gd name="T23" fmla="*/ 569 h 601"/>
                    <a:gd name="T24" fmla="*/ 256 w 314"/>
                    <a:gd name="T25" fmla="*/ 578 h 601"/>
                    <a:gd name="T26" fmla="*/ 313 w 314"/>
                    <a:gd name="T27" fmla="*/ 343 h 601"/>
                    <a:gd name="T28" fmla="*/ 277 w 314"/>
                    <a:gd name="T29" fmla="*/ 68 h 601"/>
                    <a:gd name="T30" fmla="*/ 170 w 314"/>
                    <a:gd name="T31" fmla="*/ 0 h 601"/>
                    <a:gd name="T32" fmla="*/ 123 w 314"/>
                    <a:gd name="T33" fmla="*/ 31 h 601"/>
                    <a:gd name="T34" fmla="*/ 104 w 314"/>
                    <a:gd name="T35" fmla="*/ 7 h 6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14"/>
                    <a:gd name="T55" fmla="*/ 0 h 601"/>
                    <a:gd name="T56" fmla="*/ 314 w 314"/>
                    <a:gd name="T57" fmla="*/ 601 h 6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14" h="601">
                      <a:moveTo>
                        <a:pt x="104" y="7"/>
                      </a:moveTo>
                      <a:lnTo>
                        <a:pt x="8" y="81"/>
                      </a:lnTo>
                      <a:lnTo>
                        <a:pt x="2" y="272"/>
                      </a:lnTo>
                      <a:lnTo>
                        <a:pt x="0" y="370"/>
                      </a:lnTo>
                      <a:lnTo>
                        <a:pt x="6" y="600"/>
                      </a:lnTo>
                      <a:lnTo>
                        <a:pt x="27" y="600"/>
                      </a:lnTo>
                      <a:lnTo>
                        <a:pt x="38" y="364"/>
                      </a:lnTo>
                      <a:lnTo>
                        <a:pt x="238" y="364"/>
                      </a:lnTo>
                      <a:lnTo>
                        <a:pt x="243" y="305"/>
                      </a:lnTo>
                      <a:lnTo>
                        <a:pt x="250" y="346"/>
                      </a:lnTo>
                      <a:lnTo>
                        <a:pt x="236" y="436"/>
                      </a:lnTo>
                      <a:lnTo>
                        <a:pt x="222" y="569"/>
                      </a:lnTo>
                      <a:lnTo>
                        <a:pt x="256" y="578"/>
                      </a:lnTo>
                      <a:lnTo>
                        <a:pt x="313" y="343"/>
                      </a:lnTo>
                      <a:lnTo>
                        <a:pt x="277" y="68"/>
                      </a:lnTo>
                      <a:lnTo>
                        <a:pt x="170" y="0"/>
                      </a:lnTo>
                      <a:lnTo>
                        <a:pt x="123" y="31"/>
                      </a:lnTo>
                      <a:lnTo>
                        <a:pt x="104" y="7"/>
                      </a:lnTo>
                    </a:path>
                  </a:pathLst>
                </a:custGeom>
                <a:solidFill>
                  <a:srgbClr val="4080FF"/>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519" name="Freeform 134"/>
                <p:cNvSpPr/>
                <p:nvPr/>
              </p:nvSpPr>
              <p:spPr bwMode="auto">
                <a:xfrm>
                  <a:off x="2363" y="2483"/>
                  <a:ext cx="43" cy="97"/>
                </a:xfrm>
                <a:custGeom>
                  <a:avLst/>
                  <a:gdLst>
                    <a:gd name="T0" fmla="*/ 13 w 43"/>
                    <a:gd name="T1" fmla="*/ 0 h 97"/>
                    <a:gd name="T2" fmla="*/ 0 w 43"/>
                    <a:gd name="T3" fmla="*/ 51 h 97"/>
                    <a:gd name="T4" fmla="*/ 22 w 43"/>
                    <a:gd name="T5" fmla="*/ 96 h 97"/>
                    <a:gd name="T6" fmla="*/ 29 w 43"/>
                    <a:gd name="T7" fmla="*/ 91 h 97"/>
                    <a:gd name="T8" fmla="*/ 42 w 43"/>
                    <a:gd name="T9" fmla="*/ 86 h 97"/>
                    <a:gd name="T10" fmla="*/ 37 w 43"/>
                    <a:gd name="T11" fmla="*/ 72 h 97"/>
                    <a:gd name="T12" fmla="*/ 35 w 43"/>
                    <a:gd name="T13" fmla="*/ 54 h 97"/>
                    <a:gd name="T14" fmla="*/ 42 w 43"/>
                    <a:gd name="T15" fmla="*/ 36 h 97"/>
                    <a:gd name="T16" fmla="*/ 37 w 43"/>
                    <a:gd name="T17" fmla="*/ 4 h 97"/>
                    <a:gd name="T18" fmla="*/ 13 w 43"/>
                    <a:gd name="T19" fmla="*/ 0 h 9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
                    <a:gd name="T31" fmla="*/ 0 h 97"/>
                    <a:gd name="T32" fmla="*/ 43 w 43"/>
                    <a:gd name="T33" fmla="*/ 97 h 9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 h="97">
                      <a:moveTo>
                        <a:pt x="13" y="0"/>
                      </a:moveTo>
                      <a:lnTo>
                        <a:pt x="0" y="51"/>
                      </a:lnTo>
                      <a:lnTo>
                        <a:pt x="22" y="96"/>
                      </a:lnTo>
                      <a:lnTo>
                        <a:pt x="29" y="91"/>
                      </a:lnTo>
                      <a:lnTo>
                        <a:pt x="42" y="86"/>
                      </a:lnTo>
                      <a:lnTo>
                        <a:pt x="37" y="72"/>
                      </a:lnTo>
                      <a:lnTo>
                        <a:pt x="35" y="54"/>
                      </a:lnTo>
                      <a:lnTo>
                        <a:pt x="42" y="36"/>
                      </a:lnTo>
                      <a:lnTo>
                        <a:pt x="37" y="4"/>
                      </a:lnTo>
                      <a:lnTo>
                        <a:pt x="13" y="0"/>
                      </a:lnTo>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60520" name="Group 135"/>
                <p:cNvGrpSpPr/>
                <p:nvPr/>
              </p:nvGrpSpPr>
              <p:grpSpPr bwMode="auto">
                <a:xfrm>
                  <a:off x="2185" y="1925"/>
                  <a:ext cx="203" cy="375"/>
                  <a:chOff x="2185" y="1925"/>
                  <a:chExt cx="203" cy="375"/>
                </a:xfrm>
              </p:grpSpPr>
              <p:grpSp>
                <p:nvGrpSpPr>
                  <p:cNvPr id="60521" name="Group 136"/>
                  <p:cNvGrpSpPr/>
                  <p:nvPr/>
                </p:nvGrpSpPr>
                <p:grpSpPr bwMode="auto">
                  <a:xfrm>
                    <a:off x="2185" y="1925"/>
                    <a:ext cx="203" cy="375"/>
                    <a:chOff x="2185" y="1925"/>
                    <a:chExt cx="203" cy="375"/>
                  </a:xfrm>
                </p:grpSpPr>
                <p:grpSp>
                  <p:nvGrpSpPr>
                    <p:cNvPr id="60523" name="Group 137"/>
                    <p:cNvGrpSpPr/>
                    <p:nvPr/>
                  </p:nvGrpSpPr>
                  <p:grpSpPr bwMode="auto">
                    <a:xfrm>
                      <a:off x="2185" y="2282"/>
                      <a:ext cx="203" cy="18"/>
                      <a:chOff x="2185" y="2282"/>
                      <a:chExt cx="203" cy="18"/>
                    </a:xfrm>
                  </p:grpSpPr>
                  <p:sp>
                    <p:nvSpPr>
                      <p:cNvPr id="60525" name="Line 138"/>
                      <p:cNvSpPr>
                        <a:spLocks noChangeShapeType="1"/>
                      </p:cNvSpPr>
                      <p:nvPr/>
                    </p:nvSpPr>
                    <p:spPr bwMode="auto">
                      <a:xfrm>
                        <a:off x="2185" y="2300"/>
                        <a:ext cx="20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p>
                        <a:endParaRPr lang="zh-CN" altLang="en-US"/>
                      </a:p>
                    </p:txBody>
                  </p:sp>
                  <p:sp>
                    <p:nvSpPr>
                      <p:cNvPr id="60526" name="Line 139"/>
                      <p:cNvSpPr>
                        <a:spLocks noChangeShapeType="1"/>
                      </p:cNvSpPr>
                      <p:nvPr/>
                    </p:nvSpPr>
                    <p:spPr bwMode="auto">
                      <a:xfrm>
                        <a:off x="2185" y="2282"/>
                        <a:ext cx="20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p>
                        <a:endParaRPr lang="zh-CN" altLang="en-US"/>
                      </a:p>
                    </p:txBody>
                  </p:sp>
                </p:grpSp>
                <p:sp>
                  <p:nvSpPr>
                    <p:cNvPr id="60524" name="Freeform 140"/>
                    <p:cNvSpPr/>
                    <p:nvPr/>
                  </p:nvSpPr>
                  <p:spPr bwMode="auto">
                    <a:xfrm>
                      <a:off x="2241" y="1925"/>
                      <a:ext cx="94" cy="55"/>
                    </a:xfrm>
                    <a:custGeom>
                      <a:avLst/>
                      <a:gdLst>
                        <a:gd name="T0" fmla="*/ 0 w 94"/>
                        <a:gd name="T1" fmla="*/ 7 h 55"/>
                        <a:gd name="T2" fmla="*/ 4 w 94"/>
                        <a:gd name="T3" fmla="*/ 54 h 55"/>
                        <a:gd name="T4" fmla="*/ 29 w 94"/>
                        <a:gd name="T5" fmla="*/ 20 h 55"/>
                        <a:gd name="T6" fmla="*/ 47 w 94"/>
                        <a:gd name="T7" fmla="*/ 53 h 55"/>
                        <a:gd name="T8" fmla="*/ 93 w 94"/>
                        <a:gd name="T9" fmla="*/ 0 h 55"/>
                        <a:gd name="T10" fmla="*/ 0 60000 65536"/>
                        <a:gd name="T11" fmla="*/ 0 60000 65536"/>
                        <a:gd name="T12" fmla="*/ 0 60000 65536"/>
                        <a:gd name="T13" fmla="*/ 0 60000 65536"/>
                        <a:gd name="T14" fmla="*/ 0 60000 65536"/>
                        <a:gd name="T15" fmla="*/ 0 w 94"/>
                        <a:gd name="T16" fmla="*/ 0 h 55"/>
                        <a:gd name="T17" fmla="*/ 94 w 94"/>
                        <a:gd name="T18" fmla="*/ 55 h 55"/>
                      </a:gdLst>
                      <a:ahLst/>
                      <a:cxnLst>
                        <a:cxn ang="T10">
                          <a:pos x="T0" y="T1"/>
                        </a:cxn>
                        <a:cxn ang="T11">
                          <a:pos x="T2" y="T3"/>
                        </a:cxn>
                        <a:cxn ang="T12">
                          <a:pos x="T4" y="T5"/>
                        </a:cxn>
                        <a:cxn ang="T13">
                          <a:pos x="T6" y="T7"/>
                        </a:cxn>
                        <a:cxn ang="T14">
                          <a:pos x="T8" y="T9"/>
                        </a:cxn>
                      </a:cxnLst>
                      <a:rect l="T15" t="T16" r="T17" b="T18"/>
                      <a:pathLst>
                        <a:path w="94" h="55">
                          <a:moveTo>
                            <a:pt x="0" y="7"/>
                          </a:moveTo>
                          <a:lnTo>
                            <a:pt x="4" y="54"/>
                          </a:lnTo>
                          <a:lnTo>
                            <a:pt x="29" y="20"/>
                          </a:lnTo>
                          <a:lnTo>
                            <a:pt x="47" y="53"/>
                          </a:lnTo>
                          <a:lnTo>
                            <a:pt x="93" y="0"/>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grpSp>
              <p:sp>
                <p:nvSpPr>
                  <p:cNvPr id="60522" name="Line 141"/>
                  <p:cNvSpPr>
                    <a:spLocks noChangeShapeType="1"/>
                  </p:cNvSpPr>
                  <p:nvPr/>
                </p:nvSpPr>
                <p:spPr bwMode="auto">
                  <a:xfrm>
                    <a:off x="2269" y="1951"/>
                    <a:ext cx="0" cy="34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p>
                    <a:endParaRPr lang="zh-CN" altLang="en-US"/>
                  </a:p>
                </p:txBody>
              </p:sp>
            </p:grpSp>
          </p:grpSp>
          <p:grpSp>
            <p:nvGrpSpPr>
              <p:cNvPr id="60509" name="Group 142"/>
              <p:cNvGrpSpPr/>
              <p:nvPr/>
            </p:nvGrpSpPr>
            <p:grpSpPr bwMode="auto">
              <a:xfrm>
                <a:off x="2211" y="1732"/>
                <a:ext cx="128" cy="208"/>
                <a:chOff x="2211" y="1732"/>
                <a:chExt cx="128" cy="208"/>
              </a:xfrm>
            </p:grpSpPr>
            <p:grpSp>
              <p:nvGrpSpPr>
                <p:cNvPr id="60510" name="Group 143"/>
                <p:cNvGrpSpPr/>
                <p:nvPr/>
              </p:nvGrpSpPr>
              <p:grpSpPr bwMode="auto">
                <a:xfrm>
                  <a:off x="2215" y="1742"/>
                  <a:ext cx="118" cy="198"/>
                  <a:chOff x="2215" y="1742"/>
                  <a:chExt cx="118" cy="198"/>
                </a:xfrm>
              </p:grpSpPr>
              <p:sp>
                <p:nvSpPr>
                  <p:cNvPr id="60512" name="Freeform 144"/>
                  <p:cNvSpPr/>
                  <p:nvPr/>
                </p:nvSpPr>
                <p:spPr bwMode="auto">
                  <a:xfrm>
                    <a:off x="2215" y="1742"/>
                    <a:ext cx="118" cy="198"/>
                  </a:xfrm>
                  <a:custGeom>
                    <a:avLst/>
                    <a:gdLst>
                      <a:gd name="T0" fmla="*/ 5 w 118"/>
                      <a:gd name="T1" fmla="*/ 36 h 198"/>
                      <a:gd name="T2" fmla="*/ 2 w 118"/>
                      <a:gd name="T3" fmla="*/ 56 h 198"/>
                      <a:gd name="T4" fmla="*/ 1 w 118"/>
                      <a:gd name="T5" fmla="*/ 63 h 198"/>
                      <a:gd name="T6" fmla="*/ 5 w 118"/>
                      <a:gd name="T7" fmla="*/ 70 h 198"/>
                      <a:gd name="T8" fmla="*/ 0 w 118"/>
                      <a:gd name="T9" fmla="*/ 85 h 198"/>
                      <a:gd name="T10" fmla="*/ 3 w 118"/>
                      <a:gd name="T11" fmla="*/ 108 h 198"/>
                      <a:gd name="T12" fmla="*/ 5 w 118"/>
                      <a:gd name="T13" fmla="*/ 119 h 198"/>
                      <a:gd name="T14" fmla="*/ 8 w 118"/>
                      <a:gd name="T15" fmla="*/ 130 h 198"/>
                      <a:gd name="T16" fmla="*/ 12 w 118"/>
                      <a:gd name="T17" fmla="*/ 141 h 198"/>
                      <a:gd name="T18" fmla="*/ 16 w 118"/>
                      <a:gd name="T19" fmla="*/ 153 h 198"/>
                      <a:gd name="T20" fmla="*/ 26 w 118"/>
                      <a:gd name="T21" fmla="*/ 156 h 198"/>
                      <a:gd name="T22" fmla="*/ 35 w 118"/>
                      <a:gd name="T23" fmla="*/ 159 h 198"/>
                      <a:gd name="T24" fmla="*/ 35 w 118"/>
                      <a:gd name="T25" fmla="*/ 168 h 198"/>
                      <a:gd name="T26" fmla="*/ 34 w 118"/>
                      <a:gd name="T27" fmla="*/ 174 h 198"/>
                      <a:gd name="T28" fmla="*/ 51 w 118"/>
                      <a:gd name="T29" fmla="*/ 197 h 198"/>
                      <a:gd name="T30" fmla="*/ 100 w 118"/>
                      <a:gd name="T31" fmla="*/ 168 h 198"/>
                      <a:gd name="T32" fmla="*/ 101 w 118"/>
                      <a:gd name="T33" fmla="*/ 113 h 198"/>
                      <a:gd name="T34" fmla="*/ 108 w 118"/>
                      <a:gd name="T35" fmla="*/ 98 h 198"/>
                      <a:gd name="T36" fmla="*/ 112 w 118"/>
                      <a:gd name="T37" fmla="*/ 86 h 198"/>
                      <a:gd name="T38" fmla="*/ 115 w 118"/>
                      <a:gd name="T39" fmla="*/ 71 h 198"/>
                      <a:gd name="T40" fmla="*/ 117 w 118"/>
                      <a:gd name="T41" fmla="*/ 58 h 198"/>
                      <a:gd name="T42" fmla="*/ 116 w 118"/>
                      <a:gd name="T43" fmla="*/ 47 h 198"/>
                      <a:gd name="T44" fmla="*/ 114 w 118"/>
                      <a:gd name="T45" fmla="*/ 34 h 198"/>
                      <a:gd name="T46" fmla="*/ 112 w 118"/>
                      <a:gd name="T47" fmla="*/ 24 h 198"/>
                      <a:gd name="T48" fmla="*/ 107 w 118"/>
                      <a:gd name="T49" fmla="*/ 16 h 198"/>
                      <a:gd name="T50" fmla="*/ 100 w 118"/>
                      <a:gd name="T51" fmla="*/ 9 h 198"/>
                      <a:gd name="T52" fmla="*/ 91 w 118"/>
                      <a:gd name="T53" fmla="*/ 5 h 198"/>
                      <a:gd name="T54" fmla="*/ 81 w 118"/>
                      <a:gd name="T55" fmla="*/ 3 h 198"/>
                      <a:gd name="T56" fmla="*/ 70 w 118"/>
                      <a:gd name="T57" fmla="*/ 1 h 198"/>
                      <a:gd name="T58" fmla="*/ 57 w 118"/>
                      <a:gd name="T59" fmla="*/ 0 h 198"/>
                      <a:gd name="T60" fmla="*/ 45 w 118"/>
                      <a:gd name="T61" fmla="*/ 1 h 198"/>
                      <a:gd name="T62" fmla="*/ 30 w 118"/>
                      <a:gd name="T63" fmla="*/ 5 h 198"/>
                      <a:gd name="T64" fmla="*/ 22 w 118"/>
                      <a:gd name="T65" fmla="*/ 10 h 198"/>
                      <a:gd name="T66" fmla="*/ 14 w 118"/>
                      <a:gd name="T67" fmla="*/ 16 h 198"/>
                      <a:gd name="T68" fmla="*/ 8 w 118"/>
                      <a:gd name="T69" fmla="*/ 25 h 198"/>
                      <a:gd name="T70" fmla="*/ 5 w 118"/>
                      <a:gd name="T71" fmla="*/ 36 h 19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8"/>
                      <a:gd name="T109" fmla="*/ 0 h 198"/>
                      <a:gd name="T110" fmla="*/ 118 w 118"/>
                      <a:gd name="T111" fmla="*/ 198 h 19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8" h="198">
                        <a:moveTo>
                          <a:pt x="5" y="36"/>
                        </a:moveTo>
                        <a:lnTo>
                          <a:pt x="2" y="56"/>
                        </a:lnTo>
                        <a:lnTo>
                          <a:pt x="1" y="63"/>
                        </a:lnTo>
                        <a:lnTo>
                          <a:pt x="5" y="70"/>
                        </a:lnTo>
                        <a:lnTo>
                          <a:pt x="0" y="85"/>
                        </a:lnTo>
                        <a:lnTo>
                          <a:pt x="3" y="108"/>
                        </a:lnTo>
                        <a:lnTo>
                          <a:pt x="5" y="119"/>
                        </a:lnTo>
                        <a:lnTo>
                          <a:pt x="8" y="130"/>
                        </a:lnTo>
                        <a:lnTo>
                          <a:pt x="12" y="141"/>
                        </a:lnTo>
                        <a:lnTo>
                          <a:pt x="16" y="153"/>
                        </a:lnTo>
                        <a:lnTo>
                          <a:pt x="26" y="156"/>
                        </a:lnTo>
                        <a:lnTo>
                          <a:pt x="35" y="159"/>
                        </a:lnTo>
                        <a:lnTo>
                          <a:pt x="35" y="168"/>
                        </a:lnTo>
                        <a:lnTo>
                          <a:pt x="34" y="174"/>
                        </a:lnTo>
                        <a:lnTo>
                          <a:pt x="51" y="197"/>
                        </a:lnTo>
                        <a:lnTo>
                          <a:pt x="100" y="168"/>
                        </a:lnTo>
                        <a:lnTo>
                          <a:pt x="101" y="113"/>
                        </a:lnTo>
                        <a:lnTo>
                          <a:pt x="108" y="98"/>
                        </a:lnTo>
                        <a:lnTo>
                          <a:pt x="112" y="86"/>
                        </a:lnTo>
                        <a:lnTo>
                          <a:pt x="115" y="71"/>
                        </a:lnTo>
                        <a:lnTo>
                          <a:pt x="117" y="58"/>
                        </a:lnTo>
                        <a:lnTo>
                          <a:pt x="116" y="47"/>
                        </a:lnTo>
                        <a:lnTo>
                          <a:pt x="114" y="34"/>
                        </a:lnTo>
                        <a:lnTo>
                          <a:pt x="112" y="24"/>
                        </a:lnTo>
                        <a:lnTo>
                          <a:pt x="107" y="16"/>
                        </a:lnTo>
                        <a:lnTo>
                          <a:pt x="100" y="9"/>
                        </a:lnTo>
                        <a:lnTo>
                          <a:pt x="91" y="5"/>
                        </a:lnTo>
                        <a:lnTo>
                          <a:pt x="81" y="3"/>
                        </a:lnTo>
                        <a:lnTo>
                          <a:pt x="70" y="1"/>
                        </a:lnTo>
                        <a:lnTo>
                          <a:pt x="57" y="0"/>
                        </a:lnTo>
                        <a:lnTo>
                          <a:pt x="45" y="1"/>
                        </a:lnTo>
                        <a:lnTo>
                          <a:pt x="30" y="5"/>
                        </a:lnTo>
                        <a:lnTo>
                          <a:pt x="22" y="10"/>
                        </a:lnTo>
                        <a:lnTo>
                          <a:pt x="14" y="16"/>
                        </a:lnTo>
                        <a:lnTo>
                          <a:pt x="8" y="25"/>
                        </a:lnTo>
                        <a:lnTo>
                          <a:pt x="5" y="36"/>
                        </a:lnTo>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513" name="Freeform 145"/>
                  <p:cNvSpPr/>
                  <p:nvPr/>
                </p:nvSpPr>
                <p:spPr bwMode="auto">
                  <a:xfrm>
                    <a:off x="2249" y="1810"/>
                    <a:ext cx="39" cy="43"/>
                  </a:xfrm>
                  <a:custGeom>
                    <a:avLst/>
                    <a:gdLst>
                      <a:gd name="T0" fmla="*/ 5 w 39"/>
                      <a:gd name="T1" fmla="*/ 2 h 43"/>
                      <a:gd name="T2" fmla="*/ 13 w 39"/>
                      <a:gd name="T3" fmla="*/ 1 h 43"/>
                      <a:gd name="T4" fmla="*/ 24 w 39"/>
                      <a:gd name="T5" fmla="*/ 0 h 43"/>
                      <a:gd name="T6" fmla="*/ 32 w 39"/>
                      <a:gd name="T7" fmla="*/ 2 h 43"/>
                      <a:gd name="T8" fmla="*/ 35 w 39"/>
                      <a:gd name="T9" fmla="*/ 4 h 43"/>
                      <a:gd name="T10" fmla="*/ 36 w 39"/>
                      <a:gd name="T11" fmla="*/ 7 h 43"/>
                      <a:gd name="T12" fmla="*/ 38 w 39"/>
                      <a:gd name="T13" fmla="*/ 9 h 43"/>
                      <a:gd name="T14" fmla="*/ 21 w 39"/>
                      <a:gd name="T15" fmla="*/ 10 h 43"/>
                      <a:gd name="T16" fmla="*/ 23 w 39"/>
                      <a:gd name="T17" fmla="*/ 12 h 43"/>
                      <a:gd name="T18" fmla="*/ 32 w 39"/>
                      <a:gd name="T19" fmla="*/ 12 h 43"/>
                      <a:gd name="T20" fmla="*/ 13 w 39"/>
                      <a:gd name="T21" fmla="*/ 12 h 43"/>
                      <a:gd name="T22" fmla="*/ 7 w 39"/>
                      <a:gd name="T23" fmla="*/ 12 h 43"/>
                      <a:gd name="T24" fmla="*/ 3 w 39"/>
                      <a:gd name="T25" fmla="*/ 34 h 43"/>
                      <a:gd name="T26" fmla="*/ 6 w 39"/>
                      <a:gd name="T27" fmla="*/ 39 h 43"/>
                      <a:gd name="T28" fmla="*/ 7 w 39"/>
                      <a:gd name="T29" fmla="*/ 42 h 43"/>
                      <a:gd name="T30" fmla="*/ 0 w 39"/>
                      <a:gd name="T31" fmla="*/ 36 h 43"/>
                      <a:gd name="T32" fmla="*/ 4 w 39"/>
                      <a:gd name="T33" fmla="*/ 10 h 43"/>
                      <a:gd name="T34" fmla="*/ 5 w 39"/>
                      <a:gd name="T35" fmla="*/ 2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9"/>
                      <a:gd name="T55" fmla="*/ 0 h 43"/>
                      <a:gd name="T56" fmla="*/ 39 w 39"/>
                      <a:gd name="T57" fmla="*/ 43 h 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9" h="43">
                        <a:moveTo>
                          <a:pt x="5" y="2"/>
                        </a:moveTo>
                        <a:lnTo>
                          <a:pt x="13" y="1"/>
                        </a:lnTo>
                        <a:lnTo>
                          <a:pt x="24" y="0"/>
                        </a:lnTo>
                        <a:lnTo>
                          <a:pt x="32" y="2"/>
                        </a:lnTo>
                        <a:lnTo>
                          <a:pt x="35" y="4"/>
                        </a:lnTo>
                        <a:lnTo>
                          <a:pt x="36" y="7"/>
                        </a:lnTo>
                        <a:lnTo>
                          <a:pt x="38" y="9"/>
                        </a:lnTo>
                        <a:lnTo>
                          <a:pt x="21" y="10"/>
                        </a:lnTo>
                        <a:lnTo>
                          <a:pt x="23" y="12"/>
                        </a:lnTo>
                        <a:lnTo>
                          <a:pt x="32" y="12"/>
                        </a:lnTo>
                        <a:lnTo>
                          <a:pt x="13" y="12"/>
                        </a:lnTo>
                        <a:lnTo>
                          <a:pt x="7" y="12"/>
                        </a:lnTo>
                        <a:lnTo>
                          <a:pt x="3" y="34"/>
                        </a:lnTo>
                        <a:lnTo>
                          <a:pt x="6" y="39"/>
                        </a:lnTo>
                        <a:lnTo>
                          <a:pt x="7" y="42"/>
                        </a:lnTo>
                        <a:lnTo>
                          <a:pt x="0" y="36"/>
                        </a:lnTo>
                        <a:lnTo>
                          <a:pt x="4" y="10"/>
                        </a:lnTo>
                        <a:lnTo>
                          <a:pt x="5" y="2"/>
                        </a:lnTo>
                      </a:path>
                    </a:pathLst>
                  </a:custGeom>
                  <a:solidFill>
                    <a:srgbClr val="8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514" name="Freeform 146"/>
                  <p:cNvSpPr/>
                  <p:nvPr/>
                </p:nvSpPr>
                <p:spPr bwMode="auto">
                  <a:xfrm>
                    <a:off x="2217" y="1811"/>
                    <a:ext cx="20" cy="17"/>
                  </a:xfrm>
                  <a:custGeom>
                    <a:avLst/>
                    <a:gdLst>
                      <a:gd name="T0" fmla="*/ 17 w 20"/>
                      <a:gd name="T1" fmla="*/ 2 h 17"/>
                      <a:gd name="T2" fmla="*/ 7 w 20"/>
                      <a:gd name="T3" fmla="*/ 0 h 17"/>
                      <a:gd name="T4" fmla="*/ 1 w 20"/>
                      <a:gd name="T5" fmla="*/ 0 h 17"/>
                      <a:gd name="T6" fmla="*/ 1 w 20"/>
                      <a:gd name="T7" fmla="*/ 7 h 17"/>
                      <a:gd name="T8" fmla="*/ 0 w 20"/>
                      <a:gd name="T9" fmla="*/ 11 h 17"/>
                      <a:gd name="T10" fmla="*/ 8 w 20"/>
                      <a:gd name="T11" fmla="*/ 11 h 17"/>
                      <a:gd name="T12" fmla="*/ 13 w 20"/>
                      <a:gd name="T13" fmla="*/ 11 h 17"/>
                      <a:gd name="T14" fmla="*/ 6 w 20"/>
                      <a:gd name="T15" fmla="*/ 14 h 17"/>
                      <a:gd name="T16" fmla="*/ 1 w 20"/>
                      <a:gd name="T17" fmla="*/ 16 h 17"/>
                      <a:gd name="T18" fmla="*/ 15 w 20"/>
                      <a:gd name="T19" fmla="*/ 14 h 17"/>
                      <a:gd name="T20" fmla="*/ 19 w 20"/>
                      <a:gd name="T21" fmla="*/ 13 h 17"/>
                      <a:gd name="T22" fmla="*/ 17 w 20"/>
                      <a:gd name="T23" fmla="*/ 2 h 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
                      <a:gd name="T37" fmla="*/ 0 h 17"/>
                      <a:gd name="T38" fmla="*/ 20 w 20"/>
                      <a:gd name="T39" fmla="*/ 17 h 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 h="17">
                        <a:moveTo>
                          <a:pt x="17" y="2"/>
                        </a:moveTo>
                        <a:lnTo>
                          <a:pt x="7" y="0"/>
                        </a:lnTo>
                        <a:lnTo>
                          <a:pt x="1" y="0"/>
                        </a:lnTo>
                        <a:lnTo>
                          <a:pt x="1" y="7"/>
                        </a:lnTo>
                        <a:lnTo>
                          <a:pt x="0" y="11"/>
                        </a:lnTo>
                        <a:lnTo>
                          <a:pt x="8" y="11"/>
                        </a:lnTo>
                        <a:lnTo>
                          <a:pt x="13" y="11"/>
                        </a:lnTo>
                        <a:lnTo>
                          <a:pt x="6" y="14"/>
                        </a:lnTo>
                        <a:lnTo>
                          <a:pt x="1" y="16"/>
                        </a:lnTo>
                        <a:lnTo>
                          <a:pt x="15" y="14"/>
                        </a:lnTo>
                        <a:lnTo>
                          <a:pt x="19" y="13"/>
                        </a:lnTo>
                        <a:lnTo>
                          <a:pt x="17" y="2"/>
                        </a:lnTo>
                      </a:path>
                    </a:pathLst>
                  </a:custGeom>
                  <a:solidFill>
                    <a:srgbClr val="8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515" name="Freeform 147"/>
                  <p:cNvSpPr/>
                  <p:nvPr/>
                </p:nvSpPr>
                <p:spPr bwMode="auto">
                  <a:xfrm>
                    <a:off x="2259" y="1852"/>
                    <a:ext cx="57" cy="58"/>
                  </a:xfrm>
                  <a:custGeom>
                    <a:avLst/>
                    <a:gdLst>
                      <a:gd name="T0" fmla="*/ 46 w 57"/>
                      <a:gd name="T1" fmla="*/ 15 h 58"/>
                      <a:gd name="T2" fmla="*/ 41 w 57"/>
                      <a:gd name="T3" fmla="*/ 29 h 58"/>
                      <a:gd name="T4" fmla="*/ 0 w 57"/>
                      <a:gd name="T5" fmla="*/ 49 h 58"/>
                      <a:gd name="T6" fmla="*/ 21 w 57"/>
                      <a:gd name="T7" fmla="*/ 44 h 58"/>
                      <a:gd name="T8" fmla="*/ 31 w 57"/>
                      <a:gd name="T9" fmla="*/ 42 h 58"/>
                      <a:gd name="T10" fmla="*/ 42 w 57"/>
                      <a:gd name="T11" fmla="*/ 43 h 58"/>
                      <a:gd name="T12" fmla="*/ 51 w 57"/>
                      <a:gd name="T13" fmla="*/ 47 h 58"/>
                      <a:gd name="T14" fmla="*/ 55 w 57"/>
                      <a:gd name="T15" fmla="*/ 57 h 58"/>
                      <a:gd name="T16" fmla="*/ 56 w 57"/>
                      <a:gd name="T17" fmla="*/ 17 h 58"/>
                      <a:gd name="T18" fmla="*/ 54 w 57"/>
                      <a:gd name="T19" fmla="*/ 9 h 58"/>
                      <a:gd name="T20" fmla="*/ 48 w 57"/>
                      <a:gd name="T21" fmla="*/ 0 h 58"/>
                      <a:gd name="T22" fmla="*/ 46 w 57"/>
                      <a:gd name="T23" fmla="*/ 15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7"/>
                      <a:gd name="T37" fmla="*/ 0 h 58"/>
                      <a:gd name="T38" fmla="*/ 57 w 57"/>
                      <a:gd name="T39" fmla="*/ 58 h 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7" h="58">
                        <a:moveTo>
                          <a:pt x="46" y="15"/>
                        </a:moveTo>
                        <a:lnTo>
                          <a:pt x="41" y="29"/>
                        </a:lnTo>
                        <a:lnTo>
                          <a:pt x="0" y="49"/>
                        </a:lnTo>
                        <a:lnTo>
                          <a:pt x="21" y="44"/>
                        </a:lnTo>
                        <a:lnTo>
                          <a:pt x="31" y="42"/>
                        </a:lnTo>
                        <a:lnTo>
                          <a:pt x="42" y="43"/>
                        </a:lnTo>
                        <a:lnTo>
                          <a:pt x="51" y="47"/>
                        </a:lnTo>
                        <a:lnTo>
                          <a:pt x="55" y="57"/>
                        </a:lnTo>
                        <a:lnTo>
                          <a:pt x="56" y="17"/>
                        </a:lnTo>
                        <a:lnTo>
                          <a:pt x="54" y="9"/>
                        </a:lnTo>
                        <a:lnTo>
                          <a:pt x="48" y="0"/>
                        </a:lnTo>
                        <a:lnTo>
                          <a:pt x="46" y="15"/>
                        </a:lnTo>
                      </a:path>
                    </a:pathLst>
                  </a:custGeom>
                  <a:solidFill>
                    <a:srgbClr val="8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
              <p:nvSpPr>
                <p:cNvPr id="60511" name="Freeform 148"/>
                <p:cNvSpPr/>
                <p:nvPr/>
              </p:nvSpPr>
              <p:spPr bwMode="auto">
                <a:xfrm>
                  <a:off x="2211" y="1732"/>
                  <a:ext cx="128" cy="141"/>
                </a:xfrm>
                <a:custGeom>
                  <a:avLst/>
                  <a:gdLst>
                    <a:gd name="T0" fmla="*/ 23 w 128"/>
                    <a:gd name="T1" fmla="*/ 12 h 141"/>
                    <a:gd name="T2" fmla="*/ 34 w 128"/>
                    <a:gd name="T3" fmla="*/ 6 h 141"/>
                    <a:gd name="T4" fmla="*/ 43 w 128"/>
                    <a:gd name="T5" fmla="*/ 4 h 141"/>
                    <a:gd name="T6" fmla="*/ 58 w 128"/>
                    <a:gd name="T7" fmla="*/ 0 h 141"/>
                    <a:gd name="T8" fmla="*/ 69 w 128"/>
                    <a:gd name="T9" fmla="*/ 0 h 141"/>
                    <a:gd name="T10" fmla="*/ 81 w 128"/>
                    <a:gd name="T11" fmla="*/ 0 h 141"/>
                    <a:gd name="T12" fmla="*/ 93 w 128"/>
                    <a:gd name="T13" fmla="*/ 3 h 141"/>
                    <a:gd name="T14" fmla="*/ 101 w 128"/>
                    <a:gd name="T15" fmla="*/ 3 h 141"/>
                    <a:gd name="T16" fmla="*/ 110 w 128"/>
                    <a:gd name="T17" fmla="*/ 5 h 141"/>
                    <a:gd name="T18" fmla="*/ 117 w 128"/>
                    <a:gd name="T19" fmla="*/ 12 h 141"/>
                    <a:gd name="T20" fmla="*/ 122 w 128"/>
                    <a:gd name="T21" fmla="*/ 19 h 141"/>
                    <a:gd name="T22" fmla="*/ 123 w 128"/>
                    <a:gd name="T23" fmla="*/ 30 h 141"/>
                    <a:gd name="T24" fmla="*/ 125 w 128"/>
                    <a:gd name="T25" fmla="*/ 43 h 141"/>
                    <a:gd name="T26" fmla="*/ 127 w 128"/>
                    <a:gd name="T27" fmla="*/ 62 h 141"/>
                    <a:gd name="T28" fmla="*/ 126 w 128"/>
                    <a:gd name="T29" fmla="*/ 78 h 141"/>
                    <a:gd name="T30" fmla="*/ 122 w 128"/>
                    <a:gd name="T31" fmla="*/ 92 h 141"/>
                    <a:gd name="T32" fmla="*/ 120 w 128"/>
                    <a:gd name="T33" fmla="*/ 105 h 141"/>
                    <a:gd name="T34" fmla="*/ 116 w 128"/>
                    <a:gd name="T35" fmla="*/ 114 h 141"/>
                    <a:gd name="T36" fmla="*/ 112 w 128"/>
                    <a:gd name="T37" fmla="*/ 123 h 141"/>
                    <a:gd name="T38" fmla="*/ 109 w 128"/>
                    <a:gd name="T39" fmla="*/ 131 h 141"/>
                    <a:gd name="T40" fmla="*/ 104 w 128"/>
                    <a:gd name="T41" fmla="*/ 140 h 141"/>
                    <a:gd name="T42" fmla="*/ 99 w 128"/>
                    <a:gd name="T43" fmla="*/ 140 h 141"/>
                    <a:gd name="T44" fmla="*/ 101 w 128"/>
                    <a:gd name="T45" fmla="*/ 127 h 141"/>
                    <a:gd name="T46" fmla="*/ 98 w 128"/>
                    <a:gd name="T47" fmla="*/ 119 h 141"/>
                    <a:gd name="T48" fmla="*/ 97 w 128"/>
                    <a:gd name="T49" fmla="*/ 114 h 141"/>
                    <a:gd name="T50" fmla="*/ 99 w 128"/>
                    <a:gd name="T51" fmla="*/ 106 h 141"/>
                    <a:gd name="T52" fmla="*/ 101 w 128"/>
                    <a:gd name="T53" fmla="*/ 92 h 141"/>
                    <a:gd name="T54" fmla="*/ 98 w 128"/>
                    <a:gd name="T55" fmla="*/ 89 h 141"/>
                    <a:gd name="T56" fmla="*/ 92 w 128"/>
                    <a:gd name="T57" fmla="*/ 95 h 141"/>
                    <a:gd name="T58" fmla="*/ 87 w 128"/>
                    <a:gd name="T59" fmla="*/ 102 h 141"/>
                    <a:gd name="T60" fmla="*/ 88 w 128"/>
                    <a:gd name="T61" fmla="*/ 89 h 141"/>
                    <a:gd name="T62" fmla="*/ 86 w 128"/>
                    <a:gd name="T63" fmla="*/ 72 h 141"/>
                    <a:gd name="T64" fmla="*/ 86 w 128"/>
                    <a:gd name="T65" fmla="*/ 54 h 141"/>
                    <a:gd name="T66" fmla="*/ 85 w 128"/>
                    <a:gd name="T67" fmla="*/ 44 h 141"/>
                    <a:gd name="T68" fmla="*/ 89 w 128"/>
                    <a:gd name="T69" fmla="*/ 39 h 141"/>
                    <a:gd name="T70" fmla="*/ 80 w 128"/>
                    <a:gd name="T71" fmla="*/ 42 h 141"/>
                    <a:gd name="T72" fmla="*/ 73 w 128"/>
                    <a:gd name="T73" fmla="*/ 45 h 141"/>
                    <a:gd name="T74" fmla="*/ 66 w 128"/>
                    <a:gd name="T75" fmla="*/ 46 h 141"/>
                    <a:gd name="T76" fmla="*/ 55 w 128"/>
                    <a:gd name="T77" fmla="*/ 48 h 141"/>
                    <a:gd name="T78" fmla="*/ 47 w 128"/>
                    <a:gd name="T79" fmla="*/ 50 h 141"/>
                    <a:gd name="T80" fmla="*/ 57 w 128"/>
                    <a:gd name="T81" fmla="*/ 45 h 141"/>
                    <a:gd name="T82" fmla="*/ 52 w 128"/>
                    <a:gd name="T83" fmla="*/ 45 h 141"/>
                    <a:gd name="T84" fmla="*/ 37 w 128"/>
                    <a:gd name="T85" fmla="*/ 45 h 141"/>
                    <a:gd name="T86" fmla="*/ 26 w 128"/>
                    <a:gd name="T87" fmla="*/ 43 h 141"/>
                    <a:gd name="T88" fmla="*/ 12 w 128"/>
                    <a:gd name="T89" fmla="*/ 44 h 141"/>
                    <a:gd name="T90" fmla="*/ 8 w 128"/>
                    <a:gd name="T91" fmla="*/ 53 h 141"/>
                    <a:gd name="T92" fmla="*/ 6 w 128"/>
                    <a:gd name="T93" fmla="*/ 64 h 141"/>
                    <a:gd name="T94" fmla="*/ 4 w 128"/>
                    <a:gd name="T95" fmla="*/ 50 h 141"/>
                    <a:gd name="T96" fmla="*/ 0 w 128"/>
                    <a:gd name="T97" fmla="*/ 35 h 141"/>
                    <a:gd name="T98" fmla="*/ 6 w 128"/>
                    <a:gd name="T99" fmla="*/ 24 h 141"/>
                    <a:gd name="T100" fmla="*/ 14 w 128"/>
                    <a:gd name="T101" fmla="*/ 17 h 141"/>
                    <a:gd name="T102" fmla="*/ 23 w 128"/>
                    <a:gd name="T103" fmla="*/ 12 h 14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28"/>
                    <a:gd name="T157" fmla="*/ 0 h 141"/>
                    <a:gd name="T158" fmla="*/ 128 w 128"/>
                    <a:gd name="T159" fmla="*/ 141 h 141"/>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28" h="141">
                      <a:moveTo>
                        <a:pt x="23" y="12"/>
                      </a:moveTo>
                      <a:lnTo>
                        <a:pt x="34" y="6"/>
                      </a:lnTo>
                      <a:lnTo>
                        <a:pt x="43" y="4"/>
                      </a:lnTo>
                      <a:lnTo>
                        <a:pt x="58" y="0"/>
                      </a:lnTo>
                      <a:lnTo>
                        <a:pt x="69" y="0"/>
                      </a:lnTo>
                      <a:lnTo>
                        <a:pt x="81" y="0"/>
                      </a:lnTo>
                      <a:lnTo>
                        <a:pt x="93" y="3"/>
                      </a:lnTo>
                      <a:lnTo>
                        <a:pt x="101" y="3"/>
                      </a:lnTo>
                      <a:lnTo>
                        <a:pt x="110" y="5"/>
                      </a:lnTo>
                      <a:lnTo>
                        <a:pt x="117" y="12"/>
                      </a:lnTo>
                      <a:lnTo>
                        <a:pt x="122" y="19"/>
                      </a:lnTo>
                      <a:lnTo>
                        <a:pt x="123" y="30"/>
                      </a:lnTo>
                      <a:lnTo>
                        <a:pt x="125" y="43"/>
                      </a:lnTo>
                      <a:lnTo>
                        <a:pt x="127" y="62"/>
                      </a:lnTo>
                      <a:lnTo>
                        <a:pt x="126" y="78"/>
                      </a:lnTo>
                      <a:lnTo>
                        <a:pt x="122" y="92"/>
                      </a:lnTo>
                      <a:lnTo>
                        <a:pt x="120" y="105"/>
                      </a:lnTo>
                      <a:lnTo>
                        <a:pt x="116" y="114"/>
                      </a:lnTo>
                      <a:lnTo>
                        <a:pt x="112" y="123"/>
                      </a:lnTo>
                      <a:lnTo>
                        <a:pt x="109" y="131"/>
                      </a:lnTo>
                      <a:lnTo>
                        <a:pt x="104" y="140"/>
                      </a:lnTo>
                      <a:lnTo>
                        <a:pt x="99" y="140"/>
                      </a:lnTo>
                      <a:lnTo>
                        <a:pt x="101" y="127"/>
                      </a:lnTo>
                      <a:lnTo>
                        <a:pt x="98" y="119"/>
                      </a:lnTo>
                      <a:lnTo>
                        <a:pt x="97" y="114"/>
                      </a:lnTo>
                      <a:lnTo>
                        <a:pt x="99" y="106"/>
                      </a:lnTo>
                      <a:lnTo>
                        <a:pt x="101" y="92"/>
                      </a:lnTo>
                      <a:lnTo>
                        <a:pt x="98" y="89"/>
                      </a:lnTo>
                      <a:lnTo>
                        <a:pt x="92" y="95"/>
                      </a:lnTo>
                      <a:lnTo>
                        <a:pt x="87" y="102"/>
                      </a:lnTo>
                      <a:lnTo>
                        <a:pt x="88" y="89"/>
                      </a:lnTo>
                      <a:lnTo>
                        <a:pt x="86" y="72"/>
                      </a:lnTo>
                      <a:lnTo>
                        <a:pt x="86" y="54"/>
                      </a:lnTo>
                      <a:lnTo>
                        <a:pt x="85" y="44"/>
                      </a:lnTo>
                      <a:lnTo>
                        <a:pt x="89" y="39"/>
                      </a:lnTo>
                      <a:lnTo>
                        <a:pt x="80" y="42"/>
                      </a:lnTo>
                      <a:lnTo>
                        <a:pt x="73" y="45"/>
                      </a:lnTo>
                      <a:lnTo>
                        <a:pt x="66" y="46"/>
                      </a:lnTo>
                      <a:lnTo>
                        <a:pt x="55" y="48"/>
                      </a:lnTo>
                      <a:lnTo>
                        <a:pt x="47" y="50"/>
                      </a:lnTo>
                      <a:lnTo>
                        <a:pt x="57" y="45"/>
                      </a:lnTo>
                      <a:lnTo>
                        <a:pt x="52" y="45"/>
                      </a:lnTo>
                      <a:lnTo>
                        <a:pt x="37" y="45"/>
                      </a:lnTo>
                      <a:lnTo>
                        <a:pt x="26" y="43"/>
                      </a:lnTo>
                      <a:lnTo>
                        <a:pt x="12" y="44"/>
                      </a:lnTo>
                      <a:lnTo>
                        <a:pt x="8" y="53"/>
                      </a:lnTo>
                      <a:lnTo>
                        <a:pt x="6" y="64"/>
                      </a:lnTo>
                      <a:lnTo>
                        <a:pt x="4" y="50"/>
                      </a:lnTo>
                      <a:lnTo>
                        <a:pt x="0" y="35"/>
                      </a:lnTo>
                      <a:lnTo>
                        <a:pt x="6" y="24"/>
                      </a:lnTo>
                      <a:lnTo>
                        <a:pt x="14" y="17"/>
                      </a:lnTo>
                      <a:lnTo>
                        <a:pt x="23" y="12"/>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grpSp>
          <p:nvGrpSpPr>
            <p:cNvPr id="60433" name="Group 149"/>
            <p:cNvGrpSpPr/>
            <p:nvPr/>
          </p:nvGrpSpPr>
          <p:grpSpPr bwMode="auto">
            <a:xfrm>
              <a:off x="1906" y="1765"/>
              <a:ext cx="300" cy="1376"/>
              <a:chOff x="1906" y="1765"/>
              <a:chExt cx="300" cy="1376"/>
            </a:xfrm>
          </p:grpSpPr>
          <p:grpSp>
            <p:nvGrpSpPr>
              <p:cNvPr id="60478" name="Group 150"/>
              <p:cNvGrpSpPr/>
              <p:nvPr/>
            </p:nvGrpSpPr>
            <p:grpSpPr bwMode="auto">
              <a:xfrm>
                <a:off x="1971" y="1765"/>
                <a:ext cx="156" cy="236"/>
                <a:chOff x="1971" y="1765"/>
                <a:chExt cx="156" cy="236"/>
              </a:xfrm>
            </p:grpSpPr>
            <p:sp>
              <p:nvSpPr>
                <p:cNvPr id="60498" name="Freeform 151"/>
                <p:cNvSpPr/>
                <p:nvPr/>
              </p:nvSpPr>
              <p:spPr bwMode="auto">
                <a:xfrm>
                  <a:off x="1971" y="1765"/>
                  <a:ext cx="156" cy="182"/>
                </a:xfrm>
                <a:custGeom>
                  <a:avLst/>
                  <a:gdLst>
                    <a:gd name="T0" fmla="*/ 59 w 156"/>
                    <a:gd name="T1" fmla="*/ 2 h 182"/>
                    <a:gd name="T2" fmla="*/ 42 w 156"/>
                    <a:gd name="T3" fmla="*/ 11 h 182"/>
                    <a:gd name="T4" fmla="*/ 31 w 156"/>
                    <a:gd name="T5" fmla="*/ 21 h 182"/>
                    <a:gd name="T6" fmla="*/ 23 w 156"/>
                    <a:gd name="T7" fmla="*/ 34 h 182"/>
                    <a:gd name="T8" fmla="*/ 15 w 156"/>
                    <a:gd name="T9" fmla="*/ 59 h 182"/>
                    <a:gd name="T10" fmla="*/ 6 w 156"/>
                    <a:gd name="T11" fmla="*/ 96 h 182"/>
                    <a:gd name="T12" fmla="*/ 0 w 156"/>
                    <a:gd name="T13" fmla="*/ 128 h 182"/>
                    <a:gd name="T14" fmla="*/ 1 w 156"/>
                    <a:gd name="T15" fmla="*/ 143 h 182"/>
                    <a:gd name="T16" fmla="*/ 4 w 156"/>
                    <a:gd name="T17" fmla="*/ 156 h 182"/>
                    <a:gd name="T18" fmla="*/ 6 w 156"/>
                    <a:gd name="T19" fmla="*/ 172 h 182"/>
                    <a:gd name="T20" fmla="*/ 6 w 156"/>
                    <a:gd name="T21" fmla="*/ 178 h 182"/>
                    <a:gd name="T22" fmla="*/ 12 w 156"/>
                    <a:gd name="T23" fmla="*/ 178 h 182"/>
                    <a:gd name="T24" fmla="*/ 21 w 156"/>
                    <a:gd name="T25" fmla="*/ 176 h 182"/>
                    <a:gd name="T26" fmla="*/ 31 w 156"/>
                    <a:gd name="T27" fmla="*/ 176 h 182"/>
                    <a:gd name="T28" fmla="*/ 45 w 156"/>
                    <a:gd name="T29" fmla="*/ 180 h 182"/>
                    <a:gd name="T30" fmla="*/ 54 w 156"/>
                    <a:gd name="T31" fmla="*/ 181 h 182"/>
                    <a:gd name="T32" fmla="*/ 54 w 156"/>
                    <a:gd name="T33" fmla="*/ 169 h 182"/>
                    <a:gd name="T34" fmla="*/ 42 w 156"/>
                    <a:gd name="T35" fmla="*/ 144 h 182"/>
                    <a:gd name="T36" fmla="*/ 40 w 156"/>
                    <a:gd name="T37" fmla="*/ 104 h 182"/>
                    <a:gd name="T38" fmla="*/ 42 w 156"/>
                    <a:gd name="T39" fmla="*/ 67 h 182"/>
                    <a:gd name="T40" fmla="*/ 64 w 156"/>
                    <a:gd name="T41" fmla="*/ 45 h 182"/>
                    <a:gd name="T42" fmla="*/ 101 w 156"/>
                    <a:gd name="T43" fmla="*/ 42 h 182"/>
                    <a:gd name="T44" fmla="*/ 118 w 156"/>
                    <a:gd name="T45" fmla="*/ 64 h 182"/>
                    <a:gd name="T46" fmla="*/ 116 w 156"/>
                    <a:gd name="T47" fmla="*/ 140 h 182"/>
                    <a:gd name="T48" fmla="*/ 101 w 156"/>
                    <a:gd name="T49" fmla="*/ 170 h 182"/>
                    <a:gd name="T50" fmla="*/ 101 w 156"/>
                    <a:gd name="T51" fmla="*/ 180 h 182"/>
                    <a:gd name="T52" fmla="*/ 110 w 156"/>
                    <a:gd name="T53" fmla="*/ 180 h 182"/>
                    <a:gd name="T54" fmla="*/ 121 w 156"/>
                    <a:gd name="T55" fmla="*/ 178 h 182"/>
                    <a:gd name="T56" fmla="*/ 131 w 156"/>
                    <a:gd name="T57" fmla="*/ 177 h 182"/>
                    <a:gd name="T58" fmla="*/ 139 w 156"/>
                    <a:gd name="T59" fmla="*/ 179 h 182"/>
                    <a:gd name="T60" fmla="*/ 144 w 156"/>
                    <a:gd name="T61" fmla="*/ 180 h 182"/>
                    <a:gd name="T62" fmla="*/ 146 w 156"/>
                    <a:gd name="T63" fmla="*/ 168 h 182"/>
                    <a:gd name="T64" fmla="*/ 151 w 156"/>
                    <a:gd name="T65" fmla="*/ 151 h 182"/>
                    <a:gd name="T66" fmla="*/ 154 w 156"/>
                    <a:gd name="T67" fmla="*/ 134 h 182"/>
                    <a:gd name="T68" fmla="*/ 155 w 156"/>
                    <a:gd name="T69" fmla="*/ 120 h 182"/>
                    <a:gd name="T70" fmla="*/ 154 w 156"/>
                    <a:gd name="T71" fmla="*/ 104 h 182"/>
                    <a:gd name="T72" fmla="*/ 151 w 156"/>
                    <a:gd name="T73" fmla="*/ 92 h 182"/>
                    <a:gd name="T74" fmla="*/ 148 w 156"/>
                    <a:gd name="T75" fmla="*/ 79 h 182"/>
                    <a:gd name="T76" fmla="*/ 145 w 156"/>
                    <a:gd name="T77" fmla="*/ 66 h 182"/>
                    <a:gd name="T78" fmla="*/ 145 w 156"/>
                    <a:gd name="T79" fmla="*/ 58 h 182"/>
                    <a:gd name="T80" fmla="*/ 142 w 156"/>
                    <a:gd name="T81" fmla="*/ 45 h 182"/>
                    <a:gd name="T82" fmla="*/ 138 w 156"/>
                    <a:gd name="T83" fmla="*/ 28 h 182"/>
                    <a:gd name="T84" fmla="*/ 127 w 156"/>
                    <a:gd name="T85" fmla="*/ 14 h 182"/>
                    <a:gd name="T86" fmla="*/ 112 w 156"/>
                    <a:gd name="T87" fmla="*/ 4 h 182"/>
                    <a:gd name="T88" fmla="*/ 95 w 156"/>
                    <a:gd name="T89" fmla="*/ 0 h 182"/>
                    <a:gd name="T90" fmla="*/ 80 w 156"/>
                    <a:gd name="T91" fmla="*/ 0 h 182"/>
                    <a:gd name="T92" fmla="*/ 59 w 156"/>
                    <a:gd name="T93" fmla="*/ 2 h 18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56"/>
                    <a:gd name="T142" fmla="*/ 0 h 182"/>
                    <a:gd name="T143" fmla="*/ 156 w 156"/>
                    <a:gd name="T144" fmla="*/ 182 h 18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56" h="182">
                      <a:moveTo>
                        <a:pt x="59" y="2"/>
                      </a:moveTo>
                      <a:lnTo>
                        <a:pt x="42" y="11"/>
                      </a:lnTo>
                      <a:lnTo>
                        <a:pt x="31" y="21"/>
                      </a:lnTo>
                      <a:lnTo>
                        <a:pt x="23" y="34"/>
                      </a:lnTo>
                      <a:lnTo>
                        <a:pt x="15" y="59"/>
                      </a:lnTo>
                      <a:lnTo>
                        <a:pt x="6" y="96"/>
                      </a:lnTo>
                      <a:lnTo>
                        <a:pt x="0" y="128"/>
                      </a:lnTo>
                      <a:lnTo>
                        <a:pt x="1" y="143"/>
                      </a:lnTo>
                      <a:lnTo>
                        <a:pt x="4" y="156"/>
                      </a:lnTo>
                      <a:lnTo>
                        <a:pt x="6" y="172"/>
                      </a:lnTo>
                      <a:lnTo>
                        <a:pt x="6" y="178"/>
                      </a:lnTo>
                      <a:lnTo>
                        <a:pt x="12" y="178"/>
                      </a:lnTo>
                      <a:lnTo>
                        <a:pt x="21" y="176"/>
                      </a:lnTo>
                      <a:lnTo>
                        <a:pt x="31" y="176"/>
                      </a:lnTo>
                      <a:lnTo>
                        <a:pt x="45" y="180"/>
                      </a:lnTo>
                      <a:lnTo>
                        <a:pt x="54" y="181"/>
                      </a:lnTo>
                      <a:lnTo>
                        <a:pt x="54" y="169"/>
                      </a:lnTo>
                      <a:lnTo>
                        <a:pt x="42" y="144"/>
                      </a:lnTo>
                      <a:lnTo>
                        <a:pt x="40" y="104"/>
                      </a:lnTo>
                      <a:lnTo>
                        <a:pt x="42" y="67"/>
                      </a:lnTo>
                      <a:lnTo>
                        <a:pt x="64" y="45"/>
                      </a:lnTo>
                      <a:lnTo>
                        <a:pt x="101" y="42"/>
                      </a:lnTo>
                      <a:lnTo>
                        <a:pt x="118" y="64"/>
                      </a:lnTo>
                      <a:lnTo>
                        <a:pt x="116" y="140"/>
                      </a:lnTo>
                      <a:lnTo>
                        <a:pt x="101" y="170"/>
                      </a:lnTo>
                      <a:lnTo>
                        <a:pt x="101" y="180"/>
                      </a:lnTo>
                      <a:lnTo>
                        <a:pt x="110" y="180"/>
                      </a:lnTo>
                      <a:lnTo>
                        <a:pt x="121" y="178"/>
                      </a:lnTo>
                      <a:lnTo>
                        <a:pt x="131" y="177"/>
                      </a:lnTo>
                      <a:lnTo>
                        <a:pt x="139" y="179"/>
                      </a:lnTo>
                      <a:lnTo>
                        <a:pt x="144" y="180"/>
                      </a:lnTo>
                      <a:lnTo>
                        <a:pt x="146" y="168"/>
                      </a:lnTo>
                      <a:lnTo>
                        <a:pt x="151" y="151"/>
                      </a:lnTo>
                      <a:lnTo>
                        <a:pt x="154" y="134"/>
                      </a:lnTo>
                      <a:lnTo>
                        <a:pt x="155" y="120"/>
                      </a:lnTo>
                      <a:lnTo>
                        <a:pt x="154" y="104"/>
                      </a:lnTo>
                      <a:lnTo>
                        <a:pt x="151" y="92"/>
                      </a:lnTo>
                      <a:lnTo>
                        <a:pt x="148" y="79"/>
                      </a:lnTo>
                      <a:lnTo>
                        <a:pt x="145" y="66"/>
                      </a:lnTo>
                      <a:lnTo>
                        <a:pt x="145" y="58"/>
                      </a:lnTo>
                      <a:lnTo>
                        <a:pt x="142" y="45"/>
                      </a:lnTo>
                      <a:lnTo>
                        <a:pt x="138" y="28"/>
                      </a:lnTo>
                      <a:lnTo>
                        <a:pt x="127" y="14"/>
                      </a:lnTo>
                      <a:lnTo>
                        <a:pt x="112" y="4"/>
                      </a:lnTo>
                      <a:lnTo>
                        <a:pt x="95" y="0"/>
                      </a:lnTo>
                      <a:lnTo>
                        <a:pt x="80" y="0"/>
                      </a:lnTo>
                      <a:lnTo>
                        <a:pt x="59" y="2"/>
                      </a:lnTo>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499" name="Freeform 152"/>
                <p:cNvSpPr/>
                <p:nvPr/>
              </p:nvSpPr>
              <p:spPr bwMode="auto">
                <a:xfrm>
                  <a:off x="2006" y="1801"/>
                  <a:ext cx="89" cy="200"/>
                </a:xfrm>
                <a:custGeom>
                  <a:avLst/>
                  <a:gdLst>
                    <a:gd name="T0" fmla="*/ 8 w 89"/>
                    <a:gd name="T1" fmla="*/ 21 h 200"/>
                    <a:gd name="T2" fmla="*/ 3 w 89"/>
                    <a:gd name="T3" fmla="*/ 34 h 200"/>
                    <a:gd name="T4" fmla="*/ 1 w 89"/>
                    <a:gd name="T5" fmla="*/ 50 h 200"/>
                    <a:gd name="T6" fmla="*/ 0 w 89"/>
                    <a:gd name="T7" fmla="*/ 68 h 200"/>
                    <a:gd name="T8" fmla="*/ 1 w 89"/>
                    <a:gd name="T9" fmla="*/ 81 h 200"/>
                    <a:gd name="T10" fmla="*/ 3 w 89"/>
                    <a:gd name="T11" fmla="*/ 95 h 200"/>
                    <a:gd name="T12" fmla="*/ 19 w 89"/>
                    <a:gd name="T13" fmla="*/ 136 h 200"/>
                    <a:gd name="T14" fmla="*/ 19 w 89"/>
                    <a:gd name="T15" fmla="*/ 174 h 200"/>
                    <a:gd name="T16" fmla="*/ 45 w 89"/>
                    <a:gd name="T17" fmla="*/ 199 h 200"/>
                    <a:gd name="T18" fmla="*/ 65 w 89"/>
                    <a:gd name="T19" fmla="*/ 171 h 200"/>
                    <a:gd name="T20" fmla="*/ 65 w 89"/>
                    <a:gd name="T21" fmla="*/ 137 h 200"/>
                    <a:gd name="T22" fmla="*/ 83 w 89"/>
                    <a:gd name="T23" fmla="*/ 103 h 200"/>
                    <a:gd name="T24" fmla="*/ 86 w 89"/>
                    <a:gd name="T25" fmla="*/ 83 h 200"/>
                    <a:gd name="T26" fmla="*/ 88 w 89"/>
                    <a:gd name="T27" fmla="*/ 68 h 200"/>
                    <a:gd name="T28" fmla="*/ 87 w 89"/>
                    <a:gd name="T29" fmla="*/ 53 h 200"/>
                    <a:gd name="T30" fmla="*/ 86 w 89"/>
                    <a:gd name="T31" fmla="*/ 41 h 200"/>
                    <a:gd name="T32" fmla="*/ 83 w 89"/>
                    <a:gd name="T33" fmla="*/ 26 h 200"/>
                    <a:gd name="T34" fmla="*/ 77 w 89"/>
                    <a:gd name="T35" fmla="*/ 14 h 200"/>
                    <a:gd name="T36" fmla="*/ 69 w 89"/>
                    <a:gd name="T37" fmla="*/ 6 h 200"/>
                    <a:gd name="T38" fmla="*/ 54 w 89"/>
                    <a:gd name="T39" fmla="*/ 2 h 200"/>
                    <a:gd name="T40" fmla="*/ 40 w 89"/>
                    <a:gd name="T41" fmla="*/ 0 h 200"/>
                    <a:gd name="T42" fmla="*/ 27 w 89"/>
                    <a:gd name="T43" fmla="*/ 3 h 200"/>
                    <a:gd name="T44" fmla="*/ 16 w 89"/>
                    <a:gd name="T45" fmla="*/ 10 h 200"/>
                    <a:gd name="T46" fmla="*/ 8 w 89"/>
                    <a:gd name="T47" fmla="*/ 21 h 20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9"/>
                    <a:gd name="T73" fmla="*/ 0 h 200"/>
                    <a:gd name="T74" fmla="*/ 89 w 89"/>
                    <a:gd name="T75" fmla="*/ 200 h 20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9" h="200">
                      <a:moveTo>
                        <a:pt x="8" y="21"/>
                      </a:moveTo>
                      <a:lnTo>
                        <a:pt x="3" y="34"/>
                      </a:lnTo>
                      <a:lnTo>
                        <a:pt x="1" y="50"/>
                      </a:lnTo>
                      <a:lnTo>
                        <a:pt x="0" y="68"/>
                      </a:lnTo>
                      <a:lnTo>
                        <a:pt x="1" y="81"/>
                      </a:lnTo>
                      <a:lnTo>
                        <a:pt x="3" y="95"/>
                      </a:lnTo>
                      <a:lnTo>
                        <a:pt x="19" y="136"/>
                      </a:lnTo>
                      <a:lnTo>
                        <a:pt x="19" y="174"/>
                      </a:lnTo>
                      <a:lnTo>
                        <a:pt x="45" y="199"/>
                      </a:lnTo>
                      <a:lnTo>
                        <a:pt x="65" y="171"/>
                      </a:lnTo>
                      <a:lnTo>
                        <a:pt x="65" y="137"/>
                      </a:lnTo>
                      <a:lnTo>
                        <a:pt x="83" y="103"/>
                      </a:lnTo>
                      <a:lnTo>
                        <a:pt x="86" y="83"/>
                      </a:lnTo>
                      <a:lnTo>
                        <a:pt x="88" y="68"/>
                      </a:lnTo>
                      <a:lnTo>
                        <a:pt x="87" y="53"/>
                      </a:lnTo>
                      <a:lnTo>
                        <a:pt x="86" y="41"/>
                      </a:lnTo>
                      <a:lnTo>
                        <a:pt x="83" y="26"/>
                      </a:lnTo>
                      <a:lnTo>
                        <a:pt x="77" y="14"/>
                      </a:lnTo>
                      <a:lnTo>
                        <a:pt x="69" y="6"/>
                      </a:lnTo>
                      <a:lnTo>
                        <a:pt x="54" y="2"/>
                      </a:lnTo>
                      <a:lnTo>
                        <a:pt x="40" y="0"/>
                      </a:lnTo>
                      <a:lnTo>
                        <a:pt x="27" y="3"/>
                      </a:lnTo>
                      <a:lnTo>
                        <a:pt x="16" y="10"/>
                      </a:lnTo>
                      <a:lnTo>
                        <a:pt x="8" y="21"/>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60500" name="Group 153"/>
                <p:cNvGrpSpPr/>
                <p:nvPr/>
              </p:nvGrpSpPr>
              <p:grpSpPr bwMode="auto">
                <a:xfrm>
                  <a:off x="1998" y="1889"/>
                  <a:ext cx="110" cy="22"/>
                  <a:chOff x="1998" y="1889"/>
                  <a:chExt cx="110" cy="22"/>
                </a:xfrm>
              </p:grpSpPr>
              <p:grpSp>
                <p:nvGrpSpPr>
                  <p:cNvPr id="60501" name="Group 154"/>
                  <p:cNvGrpSpPr/>
                  <p:nvPr/>
                </p:nvGrpSpPr>
                <p:grpSpPr bwMode="auto">
                  <a:xfrm>
                    <a:off x="1998" y="1889"/>
                    <a:ext cx="18" cy="22"/>
                    <a:chOff x="1998" y="1889"/>
                    <a:chExt cx="18" cy="22"/>
                  </a:xfrm>
                </p:grpSpPr>
                <p:sp>
                  <p:nvSpPr>
                    <p:cNvPr id="60505" name="Oval 155"/>
                    <p:cNvSpPr>
                      <a:spLocks noChangeArrowheads="1"/>
                    </p:cNvSpPr>
                    <p:nvPr/>
                  </p:nvSpPr>
                  <p:spPr bwMode="auto">
                    <a:xfrm>
                      <a:off x="1998" y="1889"/>
                      <a:ext cx="16" cy="22"/>
                    </a:xfrm>
                    <a:prstGeom prst="ellipse">
                      <a:avLst/>
                    </a:pr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wrap="none" anchor="ctr"/>
                    <a:p>
                      <a:endParaRPr lang="zh-CN" altLang="en-US"/>
                    </a:p>
                  </p:txBody>
                </p:sp>
                <p:sp>
                  <p:nvSpPr>
                    <p:cNvPr id="60506" name="Oval 156"/>
                    <p:cNvSpPr>
                      <a:spLocks noChangeArrowheads="1"/>
                    </p:cNvSpPr>
                    <p:nvPr/>
                  </p:nvSpPr>
                  <p:spPr bwMode="auto">
                    <a:xfrm>
                      <a:off x="2000" y="1891"/>
                      <a:ext cx="16" cy="17"/>
                    </a:xfrm>
                    <a:prstGeom prst="ellipse">
                      <a:avLst/>
                    </a:pr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wrap="none" anchor="ctr"/>
                    <a:p>
                      <a:endParaRPr lang="zh-CN" altLang="en-US"/>
                    </a:p>
                  </p:txBody>
                </p:sp>
              </p:grpSp>
              <p:grpSp>
                <p:nvGrpSpPr>
                  <p:cNvPr id="60502" name="Group 157"/>
                  <p:cNvGrpSpPr/>
                  <p:nvPr/>
                </p:nvGrpSpPr>
                <p:grpSpPr bwMode="auto">
                  <a:xfrm>
                    <a:off x="2089" y="1889"/>
                    <a:ext cx="19" cy="22"/>
                    <a:chOff x="2089" y="1889"/>
                    <a:chExt cx="19" cy="22"/>
                  </a:xfrm>
                </p:grpSpPr>
                <p:sp>
                  <p:nvSpPr>
                    <p:cNvPr id="60503" name="Oval 158"/>
                    <p:cNvSpPr>
                      <a:spLocks noChangeArrowheads="1"/>
                    </p:cNvSpPr>
                    <p:nvPr/>
                  </p:nvSpPr>
                  <p:spPr bwMode="auto">
                    <a:xfrm>
                      <a:off x="2089" y="1889"/>
                      <a:ext cx="16" cy="22"/>
                    </a:xfrm>
                    <a:prstGeom prst="ellipse">
                      <a:avLst/>
                    </a:pr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wrap="none" anchor="ctr"/>
                    <a:p>
                      <a:endParaRPr lang="zh-CN" altLang="en-US"/>
                    </a:p>
                  </p:txBody>
                </p:sp>
                <p:sp>
                  <p:nvSpPr>
                    <p:cNvPr id="60504" name="Oval 159"/>
                    <p:cNvSpPr>
                      <a:spLocks noChangeArrowheads="1"/>
                    </p:cNvSpPr>
                    <p:nvPr/>
                  </p:nvSpPr>
                  <p:spPr bwMode="auto">
                    <a:xfrm>
                      <a:off x="2092" y="1891"/>
                      <a:ext cx="16" cy="17"/>
                    </a:xfrm>
                    <a:prstGeom prst="ellipse">
                      <a:avLst/>
                    </a:pr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wrap="none" anchor="ctr"/>
                    <a:p>
                      <a:endParaRPr lang="zh-CN" altLang="en-US"/>
                    </a:p>
                  </p:txBody>
                </p:sp>
              </p:grpSp>
            </p:grpSp>
          </p:grpSp>
          <p:grpSp>
            <p:nvGrpSpPr>
              <p:cNvPr id="60479" name="Group 160"/>
              <p:cNvGrpSpPr/>
              <p:nvPr/>
            </p:nvGrpSpPr>
            <p:grpSpPr bwMode="auto">
              <a:xfrm>
                <a:off x="1955" y="2431"/>
                <a:ext cx="245" cy="650"/>
                <a:chOff x="1955" y="2431"/>
                <a:chExt cx="245" cy="650"/>
              </a:xfrm>
            </p:grpSpPr>
            <p:grpSp>
              <p:nvGrpSpPr>
                <p:cNvPr id="60494" name="Group 161"/>
                <p:cNvGrpSpPr/>
                <p:nvPr/>
              </p:nvGrpSpPr>
              <p:grpSpPr bwMode="auto">
                <a:xfrm>
                  <a:off x="1955" y="2431"/>
                  <a:ext cx="245" cy="650"/>
                  <a:chOff x="1955" y="2431"/>
                  <a:chExt cx="245" cy="650"/>
                </a:xfrm>
              </p:grpSpPr>
              <p:sp>
                <p:nvSpPr>
                  <p:cNvPr id="60496" name="Freeform 162"/>
                  <p:cNvSpPr/>
                  <p:nvPr/>
                </p:nvSpPr>
                <p:spPr bwMode="auto">
                  <a:xfrm>
                    <a:off x="1955" y="2572"/>
                    <a:ext cx="174" cy="509"/>
                  </a:xfrm>
                  <a:custGeom>
                    <a:avLst/>
                    <a:gdLst>
                      <a:gd name="T0" fmla="*/ 31 w 174"/>
                      <a:gd name="T1" fmla="*/ 11 h 509"/>
                      <a:gd name="T2" fmla="*/ 33 w 174"/>
                      <a:gd name="T3" fmla="*/ 158 h 509"/>
                      <a:gd name="T4" fmla="*/ 32 w 174"/>
                      <a:gd name="T5" fmla="*/ 280 h 509"/>
                      <a:gd name="T6" fmla="*/ 40 w 174"/>
                      <a:gd name="T7" fmla="*/ 400 h 509"/>
                      <a:gd name="T8" fmla="*/ 20 w 174"/>
                      <a:gd name="T9" fmla="*/ 452 h 509"/>
                      <a:gd name="T10" fmla="*/ 5 w 174"/>
                      <a:gd name="T11" fmla="*/ 487 h 509"/>
                      <a:gd name="T12" fmla="*/ 0 w 174"/>
                      <a:gd name="T13" fmla="*/ 496 h 509"/>
                      <a:gd name="T14" fmla="*/ 7 w 174"/>
                      <a:gd name="T15" fmla="*/ 508 h 509"/>
                      <a:gd name="T16" fmla="*/ 38 w 174"/>
                      <a:gd name="T17" fmla="*/ 506 h 509"/>
                      <a:gd name="T18" fmla="*/ 66 w 174"/>
                      <a:gd name="T19" fmla="*/ 439 h 509"/>
                      <a:gd name="T20" fmla="*/ 68 w 174"/>
                      <a:gd name="T21" fmla="*/ 397 h 509"/>
                      <a:gd name="T22" fmla="*/ 88 w 174"/>
                      <a:gd name="T23" fmla="*/ 255 h 509"/>
                      <a:gd name="T24" fmla="*/ 91 w 174"/>
                      <a:gd name="T25" fmla="*/ 224 h 509"/>
                      <a:gd name="T26" fmla="*/ 90 w 174"/>
                      <a:gd name="T27" fmla="*/ 289 h 509"/>
                      <a:gd name="T28" fmla="*/ 99 w 174"/>
                      <a:gd name="T29" fmla="*/ 383 h 509"/>
                      <a:gd name="T30" fmla="*/ 96 w 174"/>
                      <a:gd name="T31" fmla="*/ 426 h 509"/>
                      <a:gd name="T32" fmla="*/ 110 w 174"/>
                      <a:gd name="T33" fmla="*/ 470 h 509"/>
                      <a:gd name="T34" fmla="*/ 129 w 174"/>
                      <a:gd name="T35" fmla="*/ 501 h 509"/>
                      <a:gd name="T36" fmla="*/ 156 w 174"/>
                      <a:gd name="T37" fmla="*/ 502 h 509"/>
                      <a:gd name="T38" fmla="*/ 165 w 174"/>
                      <a:gd name="T39" fmla="*/ 492 h 509"/>
                      <a:gd name="T40" fmla="*/ 135 w 174"/>
                      <a:gd name="T41" fmla="*/ 424 h 509"/>
                      <a:gd name="T42" fmla="*/ 132 w 174"/>
                      <a:gd name="T43" fmla="*/ 393 h 509"/>
                      <a:gd name="T44" fmla="*/ 138 w 174"/>
                      <a:gd name="T45" fmla="*/ 325 h 509"/>
                      <a:gd name="T46" fmla="*/ 149 w 174"/>
                      <a:gd name="T47" fmla="*/ 215 h 509"/>
                      <a:gd name="T48" fmla="*/ 173 w 174"/>
                      <a:gd name="T49" fmla="*/ 0 h 509"/>
                      <a:gd name="T50" fmla="*/ 31 w 174"/>
                      <a:gd name="T51" fmla="*/ 11 h 50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74"/>
                      <a:gd name="T79" fmla="*/ 0 h 509"/>
                      <a:gd name="T80" fmla="*/ 174 w 174"/>
                      <a:gd name="T81" fmla="*/ 509 h 50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74" h="509">
                        <a:moveTo>
                          <a:pt x="31" y="11"/>
                        </a:moveTo>
                        <a:lnTo>
                          <a:pt x="33" y="158"/>
                        </a:lnTo>
                        <a:lnTo>
                          <a:pt x="32" y="280"/>
                        </a:lnTo>
                        <a:lnTo>
                          <a:pt x="40" y="400"/>
                        </a:lnTo>
                        <a:lnTo>
                          <a:pt x="20" y="452"/>
                        </a:lnTo>
                        <a:lnTo>
                          <a:pt x="5" y="487"/>
                        </a:lnTo>
                        <a:lnTo>
                          <a:pt x="0" y="496"/>
                        </a:lnTo>
                        <a:lnTo>
                          <a:pt x="7" y="508"/>
                        </a:lnTo>
                        <a:lnTo>
                          <a:pt x="38" y="506"/>
                        </a:lnTo>
                        <a:lnTo>
                          <a:pt x="66" y="439"/>
                        </a:lnTo>
                        <a:lnTo>
                          <a:pt x="68" y="397"/>
                        </a:lnTo>
                        <a:lnTo>
                          <a:pt x="88" y="255"/>
                        </a:lnTo>
                        <a:lnTo>
                          <a:pt x="91" y="224"/>
                        </a:lnTo>
                        <a:lnTo>
                          <a:pt x="90" y="289"/>
                        </a:lnTo>
                        <a:lnTo>
                          <a:pt x="99" y="383"/>
                        </a:lnTo>
                        <a:lnTo>
                          <a:pt x="96" y="426"/>
                        </a:lnTo>
                        <a:lnTo>
                          <a:pt x="110" y="470"/>
                        </a:lnTo>
                        <a:lnTo>
                          <a:pt x="129" y="501"/>
                        </a:lnTo>
                        <a:lnTo>
                          <a:pt x="156" y="502"/>
                        </a:lnTo>
                        <a:lnTo>
                          <a:pt x="165" y="492"/>
                        </a:lnTo>
                        <a:lnTo>
                          <a:pt x="135" y="424"/>
                        </a:lnTo>
                        <a:lnTo>
                          <a:pt x="132" y="393"/>
                        </a:lnTo>
                        <a:lnTo>
                          <a:pt x="138" y="325"/>
                        </a:lnTo>
                        <a:lnTo>
                          <a:pt x="149" y="215"/>
                        </a:lnTo>
                        <a:lnTo>
                          <a:pt x="173" y="0"/>
                        </a:lnTo>
                        <a:lnTo>
                          <a:pt x="31" y="11"/>
                        </a:lnTo>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497" name="Freeform 163"/>
                  <p:cNvSpPr/>
                  <p:nvPr/>
                </p:nvSpPr>
                <p:spPr bwMode="auto">
                  <a:xfrm>
                    <a:off x="2163" y="2431"/>
                    <a:ext cx="37" cy="60"/>
                  </a:xfrm>
                  <a:custGeom>
                    <a:avLst/>
                    <a:gdLst>
                      <a:gd name="T0" fmla="*/ 36 w 37"/>
                      <a:gd name="T1" fmla="*/ 0 h 60"/>
                      <a:gd name="T2" fmla="*/ 36 w 37"/>
                      <a:gd name="T3" fmla="*/ 31 h 60"/>
                      <a:gd name="T4" fmla="*/ 0 w 37"/>
                      <a:gd name="T5" fmla="*/ 59 h 60"/>
                      <a:gd name="T6" fmla="*/ 16 w 37"/>
                      <a:gd name="T7" fmla="*/ 4 h 60"/>
                      <a:gd name="T8" fmla="*/ 36 w 37"/>
                      <a:gd name="T9" fmla="*/ 0 h 60"/>
                      <a:gd name="T10" fmla="*/ 0 60000 65536"/>
                      <a:gd name="T11" fmla="*/ 0 60000 65536"/>
                      <a:gd name="T12" fmla="*/ 0 60000 65536"/>
                      <a:gd name="T13" fmla="*/ 0 60000 65536"/>
                      <a:gd name="T14" fmla="*/ 0 60000 65536"/>
                      <a:gd name="T15" fmla="*/ 0 w 37"/>
                      <a:gd name="T16" fmla="*/ 0 h 60"/>
                      <a:gd name="T17" fmla="*/ 37 w 37"/>
                      <a:gd name="T18" fmla="*/ 60 h 60"/>
                    </a:gdLst>
                    <a:ahLst/>
                    <a:cxnLst>
                      <a:cxn ang="T10">
                        <a:pos x="T0" y="T1"/>
                      </a:cxn>
                      <a:cxn ang="T11">
                        <a:pos x="T2" y="T3"/>
                      </a:cxn>
                      <a:cxn ang="T12">
                        <a:pos x="T4" y="T5"/>
                      </a:cxn>
                      <a:cxn ang="T13">
                        <a:pos x="T6" y="T7"/>
                      </a:cxn>
                      <a:cxn ang="T14">
                        <a:pos x="T8" y="T9"/>
                      </a:cxn>
                    </a:cxnLst>
                    <a:rect l="T15" t="T16" r="T17" b="T18"/>
                    <a:pathLst>
                      <a:path w="37" h="60">
                        <a:moveTo>
                          <a:pt x="36" y="0"/>
                        </a:moveTo>
                        <a:lnTo>
                          <a:pt x="36" y="31"/>
                        </a:lnTo>
                        <a:lnTo>
                          <a:pt x="0" y="59"/>
                        </a:lnTo>
                        <a:lnTo>
                          <a:pt x="16" y="4"/>
                        </a:lnTo>
                        <a:lnTo>
                          <a:pt x="36" y="0"/>
                        </a:lnTo>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
              <p:nvSpPr>
                <p:cNvPr id="60495" name="Freeform 164"/>
                <p:cNvSpPr/>
                <p:nvPr/>
              </p:nvSpPr>
              <p:spPr bwMode="auto">
                <a:xfrm>
                  <a:off x="2048" y="2577"/>
                  <a:ext cx="17" cy="229"/>
                </a:xfrm>
                <a:custGeom>
                  <a:avLst/>
                  <a:gdLst>
                    <a:gd name="T0" fmla="*/ 16 w 17"/>
                    <a:gd name="T1" fmla="*/ 0 h 229"/>
                    <a:gd name="T2" fmla="*/ 16 w 17"/>
                    <a:gd name="T3" fmla="*/ 76 h 229"/>
                    <a:gd name="T4" fmla="*/ 12 w 17"/>
                    <a:gd name="T5" fmla="*/ 121 h 229"/>
                    <a:gd name="T6" fmla="*/ 8 w 17"/>
                    <a:gd name="T7" fmla="*/ 170 h 229"/>
                    <a:gd name="T8" fmla="*/ 0 w 17"/>
                    <a:gd name="T9" fmla="*/ 217 h 229"/>
                    <a:gd name="T10" fmla="*/ 2 w 17"/>
                    <a:gd name="T11" fmla="*/ 228 h 229"/>
                    <a:gd name="T12" fmla="*/ 16 w 17"/>
                    <a:gd name="T13" fmla="*/ 0 h 229"/>
                    <a:gd name="T14" fmla="*/ 0 60000 65536"/>
                    <a:gd name="T15" fmla="*/ 0 60000 65536"/>
                    <a:gd name="T16" fmla="*/ 0 60000 65536"/>
                    <a:gd name="T17" fmla="*/ 0 60000 65536"/>
                    <a:gd name="T18" fmla="*/ 0 60000 65536"/>
                    <a:gd name="T19" fmla="*/ 0 60000 65536"/>
                    <a:gd name="T20" fmla="*/ 0 60000 65536"/>
                    <a:gd name="T21" fmla="*/ 0 w 17"/>
                    <a:gd name="T22" fmla="*/ 0 h 229"/>
                    <a:gd name="T23" fmla="*/ 17 w 17"/>
                    <a:gd name="T24" fmla="*/ 229 h 2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29">
                      <a:moveTo>
                        <a:pt x="16" y="0"/>
                      </a:moveTo>
                      <a:lnTo>
                        <a:pt x="16" y="76"/>
                      </a:lnTo>
                      <a:lnTo>
                        <a:pt x="12" y="121"/>
                      </a:lnTo>
                      <a:lnTo>
                        <a:pt x="8" y="170"/>
                      </a:lnTo>
                      <a:lnTo>
                        <a:pt x="0" y="217"/>
                      </a:lnTo>
                      <a:lnTo>
                        <a:pt x="2" y="228"/>
                      </a:lnTo>
                      <a:lnTo>
                        <a:pt x="16" y="0"/>
                      </a:lnTo>
                    </a:path>
                  </a:pathLst>
                </a:custGeom>
                <a:solidFill>
                  <a:srgbClr val="FF6020"/>
                </a:solidFill>
                <a:ln w="12700" cap="rnd">
                  <a:solidFill>
                    <a:srgbClr val="FF6020"/>
                  </a:solidFill>
                  <a:round/>
                </a:ln>
              </p:spPr>
              <p:txBody>
                <a:bodyPr/>
                <a:p>
                  <a:endParaRPr lang="zh-CN" altLang="en-US"/>
                </a:p>
              </p:txBody>
            </p:sp>
          </p:grpSp>
          <p:grpSp>
            <p:nvGrpSpPr>
              <p:cNvPr id="60480" name="Group 165"/>
              <p:cNvGrpSpPr/>
              <p:nvPr/>
            </p:nvGrpSpPr>
            <p:grpSpPr bwMode="auto">
              <a:xfrm>
                <a:off x="1906" y="1974"/>
                <a:ext cx="300" cy="613"/>
                <a:chOff x="1906" y="1974"/>
                <a:chExt cx="300" cy="613"/>
              </a:xfrm>
            </p:grpSpPr>
            <p:sp>
              <p:nvSpPr>
                <p:cNvPr id="60484" name="Freeform 166"/>
                <p:cNvSpPr/>
                <p:nvPr/>
              </p:nvSpPr>
              <p:spPr bwMode="auto">
                <a:xfrm>
                  <a:off x="1906" y="1974"/>
                  <a:ext cx="300" cy="613"/>
                </a:xfrm>
                <a:custGeom>
                  <a:avLst/>
                  <a:gdLst>
                    <a:gd name="T0" fmla="*/ 118 w 300"/>
                    <a:gd name="T1" fmla="*/ 5 h 613"/>
                    <a:gd name="T2" fmla="*/ 26 w 300"/>
                    <a:gd name="T3" fmla="*/ 62 h 613"/>
                    <a:gd name="T4" fmla="*/ 11 w 300"/>
                    <a:gd name="T5" fmla="*/ 89 h 613"/>
                    <a:gd name="T6" fmla="*/ 0 w 300"/>
                    <a:gd name="T7" fmla="*/ 318 h 613"/>
                    <a:gd name="T8" fmla="*/ 5 w 300"/>
                    <a:gd name="T9" fmla="*/ 372 h 613"/>
                    <a:gd name="T10" fmla="*/ 40 w 300"/>
                    <a:gd name="T11" fmla="*/ 367 h 613"/>
                    <a:gd name="T12" fmla="*/ 39 w 300"/>
                    <a:gd name="T13" fmla="*/ 503 h 613"/>
                    <a:gd name="T14" fmla="*/ 55 w 300"/>
                    <a:gd name="T15" fmla="*/ 503 h 613"/>
                    <a:gd name="T16" fmla="*/ 71 w 300"/>
                    <a:gd name="T17" fmla="*/ 608 h 613"/>
                    <a:gd name="T18" fmla="*/ 134 w 300"/>
                    <a:gd name="T19" fmla="*/ 609 h 613"/>
                    <a:gd name="T20" fmla="*/ 187 w 300"/>
                    <a:gd name="T21" fmla="*/ 604 h 613"/>
                    <a:gd name="T22" fmla="*/ 224 w 300"/>
                    <a:gd name="T23" fmla="*/ 612 h 613"/>
                    <a:gd name="T24" fmla="*/ 275 w 300"/>
                    <a:gd name="T25" fmla="*/ 459 h 613"/>
                    <a:gd name="T26" fmla="*/ 299 w 300"/>
                    <a:gd name="T27" fmla="*/ 457 h 613"/>
                    <a:gd name="T28" fmla="*/ 277 w 300"/>
                    <a:gd name="T29" fmla="*/ 245 h 613"/>
                    <a:gd name="T30" fmla="*/ 276 w 300"/>
                    <a:gd name="T31" fmla="*/ 79 h 613"/>
                    <a:gd name="T32" fmla="*/ 263 w 300"/>
                    <a:gd name="T33" fmla="*/ 60 h 613"/>
                    <a:gd name="T34" fmla="*/ 165 w 300"/>
                    <a:gd name="T35" fmla="*/ 0 h 613"/>
                    <a:gd name="T36" fmla="*/ 146 w 300"/>
                    <a:gd name="T37" fmla="*/ 25 h 613"/>
                    <a:gd name="T38" fmla="*/ 118 w 300"/>
                    <a:gd name="T39" fmla="*/ 5 h 61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00"/>
                    <a:gd name="T61" fmla="*/ 0 h 613"/>
                    <a:gd name="T62" fmla="*/ 300 w 300"/>
                    <a:gd name="T63" fmla="*/ 613 h 61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00" h="613">
                      <a:moveTo>
                        <a:pt x="118" y="5"/>
                      </a:moveTo>
                      <a:lnTo>
                        <a:pt x="26" y="62"/>
                      </a:lnTo>
                      <a:lnTo>
                        <a:pt x="11" y="89"/>
                      </a:lnTo>
                      <a:lnTo>
                        <a:pt x="0" y="318"/>
                      </a:lnTo>
                      <a:lnTo>
                        <a:pt x="5" y="372"/>
                      </a:lnTo>
                      <a:lnTo>
                        <a:pt x="40" y="367"/>
                      </a:lnTo>
                      <a:lnTo>
                        <a:pt x="39" y="503"/>
                      </a:lnTo>
                      <a:lnTo>
                        <a:pt x="55" y="503"/>
                      </a:lnTo>
                      <a:lnTo>
                        <a:pt x="71" y="608"/>
                      </a:lnTo>
                      <a:lnTo>
                        <a:pt x="134" y="609"/>
                      </a:lnTo>
                      <a:lnTo>
                        <a:pt x="187" y="604"/>
                      </a:lnTo>
                      <a:lnTo>
                        <a:pt x="224" y="612"/>
                      </a:lnTo>
                      <a:lnTo>
                        <a:pt x="275" y="459"/>
                      </a:lnTo>
                      <a:lnTo>
                        <a:pt x="299" y="457"/>
                      </a:lnTo>
                      <a:lnTo>
                        <a:pt x="277" y="245"/>
                      </a:lnTo>
                      <a:lnTo>
                        <a:pt x="276" y="79"/>
                      </a:lnTo>
                      <a:lnTo>
                        <a:pt x="263" y="60"/>
                      </a:lnTo>
                      <a:lnTo>
                        <a:pt x="165" y="0"/>
                      </a:lnTo>
                      <a:lnTo>
                        <a:pt x="146" y="25"/>
                      </a:lnTo>
                      <a:lnTo>
                        <a:pt x="118" y="5"/>
                      </a:lnTo>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60485" name="Group 167"/>
                <p:cNvGrpSpPr/>
                <p:nvPr/>
              </p:nvGrpSpPr>
              <p:grpSpPr bwMode="auto">
                <a:xfrm>
                  <a:off x="1946" y="2097"/>
                  <a:ext cx="183" cy="386"/>
                  <a:chOff x="1946" y="2097"/>
                  <a:chExt cx="183" cy="386"/>
                </a:xfrm>
              </p:grpSpPr>
              <p:grpSp>
                <p:nvGrpSpPr>
                  <p:cNvPr id="60486" name="Group 168"/>
                  <p:cNvGrpSpPr/>
                  <p:nvPr/>
                </p:nvGrpSpPr>
                <p:grpSpPr bwMode="auto">
                  <a:xfrm>
                    <a:off x="1952" y="2271"/>
                    <a:ext cx="134" cy="212"/>
                    <a:chOff x="1952" y="2271"/>
                    <a:chExt cx="134" cy="212"/>
                  </a:xfrm>
                </p:grpSpPr>
                <p:sp>
                  <p:nvSpPr>
                    <p:cNvPr id="60492" name="Freeform 169"/>
                    <p:cNvSpPr/>
                    <p:nvPr/>
                  </p:nvSpPr>
                  <p:spPr bwMode="auto">
                    <a:xfrm>
                      <a:off x="1969" y="2271"/>
                      <a:ext cx="117" cy="212"/>
                    </a:xfrm>
                    <a:custGeom>
                      <a:avLst/>
                      <a:gdLst>
                        <a:gd name="T0" fmla="*/ 0 w 117"/>
                        <a:gd name="T1" fmla="*/ 211 h 212"/>
                        <a:gd name="T2" fmla="*/ 113 w 117"/>
                        <a:gd name="T3" fmla="*/ 200 h 212"/>
                        <a:gd name="T4" fmla="*/ 116 w 117"/>
                        <a:gd name="T5" fmla="*/ 0 h 212"/>
                        <a:gd name="T6" fmla="*/ 0 60000 65536"/>
                        <a:gd name="T7" fmla="*/ 0 60000 65536"/>
                        <a:gd name="T8" fmla="*/ 0 60000 65536"/>
                        <a:gd name="T9" fmla="*/ 0 w 117"/>
                        <a:gd name="T10" fmla="*/ 0 h 212"/>
                        <a:gd name="T11" fmla="*/ 117 w 117"/>
                        <a:gd name="T12" fmla="*/ 212 h 212"/>
                      </a:gdLst>
                      <a:ahLst/>
                      <a:cxnLst>
                        <a:cxn ang="T6">
                          <a:pos x="T0" y="T1"/>
                        </a:cxn>
                        <a:cxn ang="T7">
                          <a:pos x="T2" y="T3"/>
                        </a:cxn>
                        <a:cxn ang="T8">
                          <a:pos x="T4" y="T5"/>
                        </a:cxn>
                      </a:cxnLst>
                      <a:rect l="T9" t="T10" r="T11" b="T12"/>
                      <a:pathLst>
                        <a:path w="117" h="212">
                          <a:moveTo>
                            <a:pt x="0" y="211"/>
                          </a:moveTo>
                          <a:lnTo>
                            <a:pt x="113" y="200"/>
                          </a:lnTo>
                          <a:lnTo>
                            <a:pt x="116" y="0"/>
                          </a:lnTo>
                        </a:path>
                      </a:pathLst>
                    </a:custGeom>
                    <a:noFill/>
                    <a:ln w="12700" cap="rnd">
                      <a:solidFill>
                        <a:srgbClr val="A040E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sp>
                  <p:nvSpPr>
                    <p:cNvPr id="60493" name="Freeform 170"/>
                    <p:cNvSpPr/>
                    <p:nvPr/>
                  </p:nvSpPr>
                  <p:spPr bwMode="auto">
                    <a:xfrm>
                      <a:off x="1952" y="2296"/>
                      <a:ext cx="131" cy="53"/>
                    </a:xfrm>
                    <a:custGeom>
                      <a:avLst/>
                      <a:gdLst>
                        <a:gd name="T0" fmla="*/ 0 w 131"/>
                        <a:gd name="T1" fmla="*/ 52 h 53"/>
                        <a:gd name="T2" fmla="*/ 46 w 131"/>
                        <a:gd name="T3" fmla="*/ 37 h 53"/>
                        <a:gd name="T4" fmla="*/ 130 w 131"/>
                        <a:gd name="T5" fmla="*/ 0 h 53"/>
                        <a:gd name="T6" fmla="*/ 0 60000 65536"/>
                        <a:gd name="T7" fmla="*/ 0 60000 65536"/>
                        <a:gd name="T8" fmla="*/ 0 60000 65536"/>
                        <a:gd name="T9" fmla="*/ 0 w 131"/>
                        <a:gd name="T10" fmla="*/ 0 h 53"/>
                        <a:gd name="T11" fmla="*/ 131 w 131"/>
                        <a:gd name="T12" fmla="*/ 53 h 53"/>
                      </a:gdLst>
                      <a:ahLst/>
                      <a:cxnLst>
                        <a:cxn ang="T6">
                          <a:pos x="T0" y="T1"/>
                        </a:cxn>
                        <a:cxn ang="T7">
                          <a:pos x="T2" y="T3"/>
                        </a:cxn>
                        <a:cxn ang="T8">
                          <a:pos x="T4" y="T5"/>
                        </a:cxn>
                      </a:cxnLst>
                      <a:rect l="T9" t="T10" r="T11" b="T12"/>
                      <a:pathLst>
                        <a:path w="131" h="53">
                          <a:moveTo>
                            <a:pt x="0" y="52"/>
                          </a:moveTo>
                          <a:lnTo>
                            <a:pt x="46" y="37"/>
                          </a:lnTo>
                          <a:lnTo>
                            <a:pt x="130" y="0"/>
                          </a:lnTo>
                        </a:path>
                      </a:pathLst>
                    </a:custGeom>
                    <a:noFill/>
                    <a:ln w="12700" cap="rnd">
                      <a:solidFill>
                        <a:srgbClr val="A040E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grpSp>
              <p:grpSp>
                <p:nvGrpSpPr>
                  <p:cNvPr id="60487" name="Group 171"/>
                  <p:cNvGrpSpPr/>
                  <p:nvPr/>
                </p:nvGrpSpPr>
                <p:grpSpPr bwMode="auto">
                  <a:xfrm>
                    <a:off x="1946" y="2097"/>
                    <a:ext cx="183" cy="244"/>
                    <a:chOff x="1946" y="2097"/>
                    <a:chExt cx="183" cy="244"/>
                  </a:xfrm>
                </p:grpSpPr>
                <p:sp>
                  <p:nvSpPr>
                    <p:cNvPr id="60488" name="Freeform 172"/>
                    <p:cNvSpPr/>
                    <p:nvPr/>
                  </p:nvSpPr>
                  <p:spPr bwMode="auto">
                    <a:xfrm>
                      <a:off x="1960" y="2097"/>
                      <a:ext cx="157" cy="184"/>
                    </a:xfrm>
                    <a:custGeom>
                      <a:avLst/>
                      <a:gdLst>
                        <a:gd name="T0" fmla="*/ 0 w 157"/>
                        <a:gd name="T1" fmla="*/ 65 h 184"/>
                        <a:gd name="T2" fmla="*/ 100 w 157"/>
                        <a:gd name="T3" fmla="*/ 0 h 184"/>
                        <a:gd name="T4" fmla="*/ 156 w 157"/>
                        <a:gd name="T5" fmla="*/ 123 h 184"/>
                        <a:gd name="T6" fmla="*/ 56 w 157"/>
                        <a:gd name="T7" fmla="*/ 183 h 184"/>
                        <a:gd name="T8" fmla="*/ 0 w 157"/>
                        <a:gd name="T9" fmla="*/ 65 h 184"/>
                        <a:gd name="T10" fmla="*/ 0 60000 65536"/>
                        <a:gd name="T11" fmla="*/ 0 60000 65536"/>
                        <a:gd name="T12" fmla="*/ 0 60000 65536"/>
                        <a:gd name="T13" fmla="*/ 0 60000 65536"/>
                        <a:gd name="T14" fmla="*/ 0 60000 65536"/>
                        <a:gd name="T15" fmla="*/ 0 w 157"/>
                        <a:gd name="T16" fmla="*/ 0 h 184"/>
                        <a:gd name="T17" fmla="*/ 157 w 157"/>
                        <a:gd name="T18" fmla="*/ 184 h 184"/>
                      </a:gdLst>
                      <a:ahLst/>
                      <a:cxnLst>
                        <a:cxn ang="T10">
                          <a:pos x="T0" y="T1"/>
                        </a:cxn>
                        <a:cxn ang="T11">
                          <a:pos x="T2" y="T3"/>
                        </a:cxn>
                        <a:cxn ang="T12">
                          <a:pos x="T4" y="T5"/>
                        </a:cxn>
                        <a:cxn ang="T13">
                          <a:pos x="T6" y="T7"/>
                        </a:cxn>
                        <a:cxn ang="T14">
                          <a:pos x="T8" y="T9"/>
                        </a:cxn>
                      </a:cxnLst>
                      <a:rect l="T15" t="T16" r="T17" b="T18"/>
                      <a:pathLst>
                        <a:path w="157" h="184">
                          <a:moveTo>
                            <a:pt x="0" y="65"/>
                          </a:moveTo>
                          <a:lnTo>
                            <a:pt x="100" y="0"/>
                          </a:lnTo>
                          <a:lnTo>
                            <a:pt x="156" y="123"/>
                          </a:lnTo>
                          <a:lnTo>
                            <a:pt x="56" y="183"/>
                          </a:lnTo>
                          <a:lnTo>
                            <a:pt x="0" y="65"/>
                          </a:lnTo>
                        </a:path>
                      </a:pathLst>
                    </a:custGeom>
                    <a:solidFill>
                      <a:srgbClr val="E0E0FF"/>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60489" name="Group 173"/>
                    <p:cNvGrpSpPr/>
                    <p:nvPr/>
                  </p:nvGrpSpPr>
                  <p:grpSpPr bwMode="auto">
                    <a:xfrm>
                      <a:off x="1946" y="2176"/>
                      <a:ext cx="183" cy="165"/>
                      <a:chOff x="1946" y="2176"/>
                      <a:chExt cx="183" cy="165"/>
                    </a:xfrm>
                  </p:grpSpPr>
                  <p:sp>
                    <p:nvSpPr>
                      <p:cNvPr id="60490" name="Freeform 174"/>
                      <p:cNvSpPr/>
                      <p:nvPr/>
                    </p:nvSpPr>
                    <p:spPr bwMode="auto">
                      <a:xfrm>
                        <a:off x="2064" y="2176"/>
                        <a:ext cx="65" cy="97"/>
                      </a:xfrm>
                      <a:custGeom>
                        <a:avLst/>
                        <a:gdLst>
                          <a:gd name="T0" fmla="*/ 0 w 65"/>
                          <a:gd name="T1" fmla="*/ 59 h 97"/>
                          <a:gd name="T2" fmla="*/ 16 w 65"/>
                          <a:gd name="T3" fmla="*/ 44 h 97"/>
                          <a:gd name="T4" fmla="*/ 25 w 65"/>
                          <a:gd name="T5" fmla="*/ 16 h 97"/>
                          <a:gd name="T6" fmla="*/ 37 w 65"/>
                          <a:gd name="T7" fmla="*/ 7 h 97"/>
                          <a:gd name="T8" fmla="*/ 43 w 65"/>
                          <a:gd name="T9" fmla="*/ 0 h 97"/>
                          <a:gd name="T10" fmla="*/ 47 w 65"/>
                          <a:gd name="T11" fmla="*/ 3 h 97"/>
                          <a:gd name="T12" fmla="*/ 48 w 65"/>
                          <a:gd name="T13" fmla="*/ 10 h 97"/>
                          <a:gd name="T14" fmla="*/ 60 w 65"/>
                          <a:gd name="T15" fmla="*/ 23 h 97"/>
                          <a:gd name="T16" fmla="*/ 64 w 65"/>
                          <a:gd name="T17" fmla="*/ 47 h 97"/>
                          <a:gd name="T18" fmla="*/ 60 w 65"/>
                          <a:gd name="T19" fmla="*/ 64 h 97"/>
                          <a:gd name="T20" fmla="*/ 42 w 65"/>
                          <a:gd name="T21" fmla="*/ 83 h 97"/>
                          <a:gd name="T22" fmla="*/ 6 w 65"/>
                          <a:gd name="T23" fmla="*/ 96 h 97"/>
                          <a:gd name="T24" fmla="*/ 0 w 65"/>
                          <a:gd name="T25" fmla="*/ 59 h 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5"/>
                          <a:gd name="T40" fmla="*/ 0 h 97"/>
                          <a:gd name="T41" fmla="*/ 65 w 65"/>
                          <a:gd name="T42" fmla="*/ 97 h 9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5" h="97">
                            <a:moveTo>
                              <a:pt x="0" y="59"/>
                            </a:moveTo>
                            <a:lnTo>
                              <a:pt x="16" y="44"/>
                            </a:lnTo>
                            <a:lnTo>
                              <a:pt x="25" y="16"/>
                            </a:lnTo>
                            <a:lnTo>
                              <a:pt x="37" y="7"/>
                            </a:lnTo>
                            <a:lnTo>
                              <a:pt x="43" y="0"/>
                            </a:lnTo>
                            <a:lnTo>
                              <a:pt x="47" y="3"/>
                            </a:lnTo>
                            <a:lnTo>
                              <a:pt x="48" y="10"/>
                            </a:lnTo>
                            <a:lnTo>
                              <a:pt x="60" y="23"/>
                            </a:lnTo>
                            <a:lnTo>
                              <a:pt x="64" y="47"/>
                            </a:lnTo>
                            <a:lnTo>
                              <a:pt x="60" y="64"/>
                            </a:lnTo>
                            <a:lnTo>
                              <a:pt x="42" y="83"/>
                            </a:lnTo>
                            <a:lnTo>
                              <a:pt x="6" y="96"/>
                            </a:lnTo>
                            <a:lnTo>
                              <a:pt x="0" y="59"/>
                            </a:lnTo>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491" name="Freeform 175"/>
                      <p:cNvSpPr/>
                      <p:nvPr/>
                    </p:nvSpPr>
                    <p:spPr bwMode="auto">
                      <a:xfrm>
                        <a:off x="1946" y="2234"/>
                        <a:ext cx="126" cy="107"/>
                      </a:xfrm>
                      <a:custGeom>
                        <a:avLst/>
                        <a:gdLst>
                          <a:gd name="T0" fmla="*/ 0 w 126"/>
                          <a:gd name="T1" fmla="*/ 106 h 107"/>
                          <a:gd name="T2" fmla="*/ 51 w 126"/>
                          <a:gd name="T3" fmla="*/ 87 h 107"/>
                          <a:gd name="T4" fmla="*/ 89 w 126"/>
                          <a:gd name="T5" fmla="*/ 67 h 107"/>
                          <a:gd name="T6" fmla="*/ 125 w 126"/>
                          <a:gd name="T7" fmla="*/ 46 h 107"/>
                          <a:gd name="T8" fmla="*/ 111 w 126"/>
                          <a:gd name="T9" fmla="*/ 0 h 107"/>
                          <a:gd name="T10" fmla="*/ 45 w 126"/>
                          <a:gd name="T11" fmla="*/ 29 h 107"/>
                          <a:gd name="T12" fmla="*/ 6 w 126"/>
                          <a:gd name="T13" fmla="*/ 44 h 107"/>
                          <a:gd name="T14" fmla="*/ 4 w 126"/>
                          <a:gd name="T15" fmla="*/ 36 h 107"/>
                          <a:gd name="T16" fmla="*/ 0 w 126"/>
                          <a:gd name="T17" fmla="*/ 106 h 10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6"/>
                          <a:gd name="T28" fmla="*/ 0 h 107"/>
                          <a:gd name="T29" fmla="*/ 126 w 126"/>
                          <a:gd name="T30" fmla="*/ 107 h 10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6" h="107">
                            <a:moveTo>
                              <a:pt x="0" y="106"/>
                            </a:moveTo>
                            <a:lnTo>
                              <a:pt x="51" y="87"/>
                            </a:lnTo>
                            <a:lnTo>
                              <a:pt x="89" y="67"/>
                            </a:lnTo>
                            <a:lnTo>
                              <a:pt x="125" y="46"/>
                            </a:lnTo>
                            <a:lnTo>
                              <a:pt x="111" y="0"/>
                            </a:lnTo>
                            <a:lnTo>
                              <a:pt x="45" y="29"/>
                            </a:lnTo>
                            <a:lnTo>
                              <a:pt x="6" y="44"/>
                            </a:lnTo>
                            <a:lnTo>
                              <a:pt x="4" y="36"/>
                            </a:lnTo>
                            <a:lnTo>
                              <a:pt x="0" y="106"/>
                            </a:lnTo>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grpSp>
          </p:grpSp>
          <p:grpSp>
            <p:nvGrpSpPr>
              <p:cNvPr id="60481" name="Group 176"/>
              <p:cNvGrpSpPr/>
              <p:nvPr/>
            </p:nvGrpSpPr>
            <p:grpSpPr bwMode="auto">
              <a:xfrm>
                <a:off x="1945" y="3002"/>
                <a:ext cx="186" cy="139"/>
                <a:chOff x="1945" y="3002"/>
                <a:chExt cx="186" cy="139"/>
              </a:xfrm>
            </p:grpSpPr>
            <p:sp>
              <p:nvSpPr>
                <p:cNvPr id="60482" name="Freeform 177"/>
                <p:cNvSpPr/>
                <p:nvPr/>
              </p:nvSpPr>
              <p:spPr bwMode="auto">
                <a:xfrm>
                  <a:off x="2049" y="3002"/>
                  <a:ext cx="82" cy="131"/>
                </a:xfrm>
                <a:custGeom>
                  <a:avLst/>
                  <a:gdLst>
                    <a:gd name="T0" fmla="*/ 5 w 82"/>
                    <a:gd name="T1" fmla="*/ 0 h 131"/>
                    <a:gd name="T2" fmla="*/ 0 w 82"/>
                    <a:gd name="T3" fmla="*/ 20 h 131"/>
                    <a:gd name="T4" fmla="*/ 0 w 82"/>
                    <a:gd name="T5" fmla="*/ 58 h 131"/>
                    <a:gd name="T6" fmla="*/ 8 w 82"/>
                    <a:gd name="T7" fmla="*/ 44 h 131"/>
                    <a:gd name="T8" fmla="*/ 17 w 82"/>
                    <a:gd name="T9" fmla="*/ 63 h 131"/>
                    <a:gd name="T10" fmla="*/ 20 w 82"/>
                    <a:gd name="T11" fmla="*/ 89 h 131"/>
                    <a:gd name="T12" fmla="*/ 32 w 82"/>
                    <a:gd name="T13" fmla="*/ 113 h 131"/>
                    <a:gd name="T14" fmla="*/ 52 w 82"/>
                    <a:gd name="T15" fmla="*/ 126 h 131"/>
                    <a:gd name="T16" fmla="*/ 68 w 82"/>
                    <a:gd name="T17" fmla="*/ 130 h 131"/>
                    <a:gd name="T18" fmla="*/ 81 w 82"/>
                    <a:gd name="T19" fmla="*/ 127 h 131"/>
                    <a:gd name="T20" fmla="*/ 81 w 82"/>
                    <a:gd name="T21" fmla="*/ 101 h 131"/>
                    <a:gd name="T22" fmla="*/ 70 w 82"/>
                    <a:gd name="T23" fmla="*/ 64 h 131"/>
                    <a:gd name="T24" fmla="*/ 64 w 82"/>
                    <a:gd name="T25" fmla="*/ 73 h 131"/>
                    <a:gd name="T26" fmla="*/ 52 w 82"/>
                    <a:gd name="T27" fmla="*/ 73 h 131"/>
                    <a:gd name="T28" fmla="*/ 36 w 82"/>
                    <a:gd name="T29" fmla="*/ 71 h 131"/>
                    <a:gd name="T30" fmla="*/ 25 w 82"/>
                    <a:gd name="T31" fmla="*/ 55 h 131"/>
                    <a:gd name="T32" fmla="*/ 15 w 82"/>
                    <a:gd name="T33" fmla="*/ 34 h 131"/>
                    <a:gd name="T34" fmla="*/ 5 w 82"/>
                    <a:gd name="T35" fmla="*/ 0 h 1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131"/>
                    <a:gd name="T56" fmla="*/ 82 w 82"/>
                    <a:gd name="T57" fmla="*/ 131 h 13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131">
                      <a:moveTo>
                        <a:pt x="5" y="0"/>
                      </a:moveTo>
                      <a:lnTo>
                        <a:pt x="0" y="20"/>
                      </a:lnTo>
                      <a:lnTo>
                        <a:pt x="0" y="58"/>
                      </a:lnTo>
                      <a:lnTo>
                        <a:pt x="8" y="44"/>
                      </a:lnTo>
                      <a:lnTo>
                        <a:pt x="17" y="63"/>
                      </a:lnTo>
                      <a:lnTo>
                        <a:pt x="20" y="89"/>
                      </a:lnTo>
                      <a:lnTo>
                        <a:pt x="32" y="113"/>
                      </a:lnTo>
                      <a:lnTo>
                        <a:pt x="52" y="126"/>
                      </a:lnTo>
                      <a:lnTo>
                        <a:pt x="68" y="130"/>
                      </a:lnTo>
                      <a:lnTo>
                        <a:pt x="81" y="127"/>
                      </a:lnTo>
                      <a:lnTo>
                        <a:pt x="81" y="101"/>
                      </a:lnTo>
                      <a:lnTo>
                        <a:pt x="70" y="64"/>
                      </a:lnTo>
                      <a:lnTo>
                        <a:pt x="64" y="73"/>
                      </a:lnTo>
                      <a:lnTo>
                        <a:pt x="52" y="73"/>
                      </a:lnTo>
                      <a:lnTo>
                        <a:pt x="36" y="71"/>
                      </a:lnTo>
                      <a:lnTo>
                        <a:pt x="25" y="55"/>
                      </a:lnTo>
                      <a:lnTo>
                        <a:pt x="15" y="34"/>
                      </a:lnTo>
                      <a:lnTo>
                        <a:pt x="5" y="0"/>
                      </a:lnTo>
                    </a:path>
                  </a:pathLst>
                </a:custGeom>
                <a:solidFill>
                  <a:srgbClr val="E0406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483" name="Freeform 178"/>
                <p:cNvSpPr/>
                <p:nvPr/>
              </p:nvSpPr>
              <p:spPr bwMode="auto">
                <a:xfrm>
                  <a:off x="1945" y="3005"/>
                  <a:ext cx="75" cy="136"/>
                </a:xfrm>
                <a:custGeom>
                  <a:avLst/>
                  <a:gdLst>
                    <a:gd name="T0" fmla="*/ 73 w 75"/>
                    <a:gd name="T1" fmla="*/ 0 h 136"/>
                    <a:gd name="T2" fmla="*/ 74 w 75"/>
                    <a:gd name="T3" fmla="*/ 54 h 136"/>
                    <a:gd name="T4" fmla="*/ 70 w 75"/>
                    <a:gd name="T5" fmla="*/ 41 h 136"/>
                    <a:gd name="T6" fmla="*/ 63 w 75"/>
                    <a:gd name="T7" fmla="*/ 58 h 136"/>
                    <a:gd name="T8" fmla="*/ 58 w 75"/>
                    <a:gd name="T9" fmla="*/ 83 h 136"/>
                    <a:gd name="T10" fmla="*/ 52 w 75"/>
                    <a:gd name="T11" fmla="*/ 104 h 136"/>
                    <a:gd name="T12" fmla="*/ 37 w 75"/>
                    <a:gd name="T13" fmla="*/ 122 h 136"/>
                    <a:gd name="T14" fmla="*/ 23 w 75"/>
                    <a:gd name="T15" fmla="*/ 131 h 136"/>
                    <a:gd name="T16" fmla="*/ 10 w 75"/>
                    <a:gd name="T17" fmla="*/ 135 h 136"/>
                    <a:gd name="T18" fmla="*/ 5 w 75"/>
                    <a:gd name="T19" fmla="*/ 129 h 136"/>
                    <a:gd name="T20" fmla="*/ 1 w 75"/>
                    <a:gd name="T21" fmla="*/ 116 h 136"/>
                    <a:gd name="T22" fmla="*/ 0 w 75"/>
                    <a:gd name="T23" fmla="*/ 103 h 136"/>
                    <a:gd name="T24" fmla="*/ 2 w 75"/>
                    <a:gd name="T25" fmla="*/ 89 h 136"/>
                    <a:gd name="T26" fmla="*/ 8 w 75"/>
                    <a:gd name="T27" fmla="*/ 66 h 136"/>
                    <a:gd name="T28" fmla="*/ 19 w 75"/>
                    <a:gd name="T29" fmla="*/ 74 h 136"/>
                    <a:gd name="T30" fmla="*/ 35 w 75"/>
                    <a:gd name="T31" fmla="*/ 74 h 136"/>
                    <a:gd name="T32" fmla="*/ 45 w 75"/>
                    <a:gd name="T33" fmla="*/ 73 h 136"/>
                    <a:gd name="T34" fmla="*/ 65 w 75"/>
                    <a:gd name="T35" fmla="*/ 28 h 136"/>
                    <a:gd name="T36" fmla="*/ 73 w 75"/>
                    <a:gd name="T37" fmla="*/ 0 h 1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5"/>
                    <a:gd name="T58" fmla="*/ 0 h 136"/>
                    <a:gd name="T59" fmla="*/ 75 w 75"/>
                    <a:gd name="T60" fmla="*/ 136 h 1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5" h="136">
                      <a:moveTo>
                        <a:pt x="73" y="0"/>
                      </a:moveTo>
                      <a:lnTo>
                        <a:pt x="74" y="54"/>
                      </a:lnTo>
                      <a:lnTo>
                        <a:pt x="70" y="41"/>
                      </a:lnTo>
                      <a:lnTo>
                        <a:pt x="63" y="58"/>
                      </a:lnTo>
                      <a:lnTo>
                        <a:pt x="58" y="83"/>
                      </a:lnTo>
                      <a:lnTo>
                        <a:pt x="52" y="104"/>
                      </a:lnTo>
                      <a:lnTo>
                        <a:pt x="37" y="122"/>
                      </a:lnTo>
                      <a:lnTo>
                        <a:pt x="23" y="131"/>
                      </a:lnTo>
                      <a:lnTo>
                        <a:pt x="10" y="135"/>
                      </a:lnTo>
                      <a:lnTo>
                        <a:pt x="5" y="129"/>
                      </a:lnTo>
                      <a:lnTo>
                        <a:pt x="1" y="116"/>
                      </a:lnTo>
                      <a:lnTo>
                        <a:pt x="0" y="103"/>
                      </a:lnTo>
                      <a:lnTo>
                        <a:pt x="2" y="89"/>
                      </a:lnTo>
                      <a:lnTo>
                        <a:pt x="8" y="66"/>
                      </a:lnTo>
                      <a:lnTo>
                        <a:pt x="19" y="74"/>
                      </a:lnTo>
                      <a:lnTo>
                        <a:pt x="35" y="74"/>
                      </a:lnTo>
                      <a:lnTo>
                        <a:pt x="45" y="73"/>
                      </a:lnTo>
                      <a:lnTo>
                        <a:pt x="65" y="28"/>
                      </a:lnTo>
                      <a:lnTo>
                        <a:pt x="73" y="0"/>
                      </a:lnTo>
                    </a:path>
                  </a:pathLst>
                </a:custGeom>
                <a:solidFill>
                  <a:srgbClr val="E0406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grpSp>
          <p:nvGrpSpPr>
            <p:cNvPr id="60434" name="Group 179"/>
            <p:cNvGrpSpPr/>
            <p:nvPr/>
          </p:nvGrpSpPr>
          <p:grpSpPr bwMode="auto">
            <a:xfrm>
              <a:off x="3367" y="1737"/>
              <a:ext cx="349" cy="1428"/>
              <a:chOff x="3367" y="1737"/>
              <a:chExt cx="349" cy="1428"/>
            </a:xfrm>
          </p:grpSpPr>
          <p:grpSp>
            <p:nvGrpSpPr>
              <p:cNvPr id="60457" name="Group 180"/>
              <p:cNvGrpSpPr/>
              <p:nvPr/>
            </p:nvGrpSpPr>
            <p:grpSpPr bwMode="auto">
              <a:xfrm>
                <a:off x="3374" y="3030"/>
                <a:ext cx="342" cy="135"/>
                <a:chOff x="3374" y="3030"/>
                <a:chExt cx="342" cy="135"/>
              </a:xfrm>
            </p:grpSpPr>
            <p:sp>
              <p:nvSpPr>
                <p:cNvPr id="60476" name="Freeform 181"/>
                <p:cNvSpPr/>
                <p:nvPr/>
              </p:nvSpPr>
              <p:spPr bwMode="auto">
                <a:xfrm>
                  <a:off x="3576" y="3030"/>
                  <a:ext cx="140" cy="82"/>
                </a:xfrm>
                <a:custGeom>
                  <a:avLst/>
                  <a:gdLst>
                    <a:gd name="T0" fmla="*/ 69 w 140"/>
                    <a:gd name="T1" fmla="*/ 0 h 82"/>
                    <a:gd name="T2" fmla="*/ 91 w 140"/>
                    <a:gd name="T3" fmla="*/ 21 h 82"/>
                    <a:gd name="T4" fmla="*/ 110 w 140"/>
                    <a:gd name="T5" fmla="*/ 44 h 82"/>
                    <a:gd name="T6" fmla="*/ 136 w 140"/>
                    <a:gd name="T7" fmla="*/ 64 h 82"/>
                    <a:gd name="T8" fmla="*/ 139 w 140"/>
                    <a:gd name="T9" fmla="*/ 75 h 82"/>
                    <a:gd name="T10" fmla="*/ 114 w 140"/>
                    <a:gd name="T11" fmla="*/ 81 h 82"/>
                    <a:gd name="T12" fmla="*/ 88 w 140"/>
                    <a:gd name="T13" fmla="*/ 78 h 82"/>
                    <a:gd name="T14" fmla="*/ 56 w 140"/>
                    <a:gd name="T15" fmla="*/ 64 h 82"/>
                    <a:gd name="T16" fmla="*/ 33 w 140"/>
                    <a:gd name="T17" fmla="*/ 51 h 82"/>
                    <a:gd name="T18" fmla="*/ 8 w 140"/>
                    <a:gd name="T19" fmla="*/ 48 h 82"/>
                    <a:gd name="T20" fmla="*/ 0 w 140"/>
                    <a:gd name="T21" fmla="*/ 41 h 82"/>
                    <a:gd name="T22" fmla="*/ 3 w 140"/>
                    <a:gd name="T23" fmla="*/ 4 h 82"/>
                    <a:gd name="T24" fmla="*/ 69 w 140"/>
                    <a:gd name="T25" fmla="*/ 0 h 8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0"/>
                    <a:gd name="T40" fmla="*/ 0 h 82"/>
                    <a:gd name="T41" fmla="*/ 140 w 140"/>
                    <a:gd name="T42" fmla="*/ 82 h 8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0" h="82">
                      <a:moveTo>
                        <a:pt x="69" y="0"/>
                      </a:moveTo>
                      <a:lnTo>
                        <a:pt x="91" y="21"/>
                      </a:lnTo>
                      <a:lnTo>
                        <a:pt x="110" y="44"/>
                      </a:lnTo>
                      <a:lnTo>
                        <a:pt x="136" y="64"/>
                      </a:lnTo>
                      <a:lnTo>
                        <a:pt x="139" y="75"/>
                      </a:lnTo>
                      <a:lnTo>
                        <a:pt x="114" y="81"/>
                      </a:lnTo>
                      <a:lnTo>
                        <a:pt x="88" y="78"/>
                      </a:lnTo>
                      <a:lnTo>
                        <a:pt x="56" y="64"/>
                      </a:lnTo>
                      <a:lnTo>
                        <a:pt x="33" y="51"/>
                      </a:lnTo>
                      <a:lnTo>
                        <a:pt x="8" y="48"/>
                      </a:lnTo>
                      <a:lnTo>
                        <a:pt x="0" y="41"/>
                      </a:lnTo>
                      <a:lnTo>
                        <a:pt x="3" y="4"/>
                      </a:lnTo>
                      <a:lnTo>
                        <a:pt x="69" y="0"/>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477" name="Freeform 182"/>
                <p:cNvSpPr/>
                <p:nvPr/>
              </p:nvSpPr>
              <p:spPr bwMode="auto">
                <a:xfrm>
                  <a:off x="3374" y="3073"/>
                  <a:ext cx="86" cy="92"/>
                </a:xfrm>
                <a:custGeom>
                  <a:avLst/>
                  <a:gdLst>
                    <a:gd name="T0" fmla="*/ 84 w 86"/>
                    <a:gd name="T1" fmla="*/ 2 h 92"/>
                    <a:gd name="T2" fmla="*/ 85 w 86"/>
                    <a:gd name="T3" fmla="*/ 26 h 92"/>
                    <a:gd name="T4" fmla="*/ 73 w 86"/>
                    <a:gd name="T5" fmla="*/ 38 h 92"/>
                    <a:gd name="T6" fmla="*/ 71 w 86"/>
                    <a:gd name="T7" fmla="*/ 58 h 92"/>
                    <a:gd name="T8" fmla="*/ 52 w 86"/>
                    <a:gd name="T9" fmla="*/ 78 h 92"/>
                    <a:gd name="T10" fmla="*/ 35 w 86"/>
                    <a:gd name="T11" fmla="*/ 88 h 92"/>
                    <a:gd name="T12" fmla="*/ 21 w 86"/>
                    <a:gd name="T13" fmla="*/ 91 h 92"/>
                    <a:gd name="T14" fmla="*/ 7 w 86"/>
                    <a:gd name="T15" fmla="*/ 90 h 92"/>
                    <a:gd name="T16" fmla="*/ 0 w 86"/>
                    <a:gd name="T17" fmla="*/ 76 h 92"/>
                    <a:gd name="T18" fmla="*/ 2 w 86"/>
                    <a:gd name="T19" fmla="*/ 56 h 92"/>
                    <a:gd name="T20" fmla="*/ 16 w 86"/>
                    <a:gd name="T21" fmla="*/ 33 h 92"/>
                    <a:gd name="T22" fmla="*/ 37 w 86"/>
                    <a:gd name="T23" fmla="*/ 8 h 92"/>
                    <a:gd name="T24" fmla="*/ 38 w 86"/>
                    <a:gd name="T25" fmla="*/ 0 h 92"/>
                    <a:gd name="T26" fmla="*/ 84 w 86"/>
                    <a:gd name="T27" fmla="*/ 2 h 9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6"/>
                    <a:gd name="T43" fmla="*/ 0 h 92"/>
                    <a:gd name="T44" fmla="*/ 86 w 86"/>
                    <a:gd name="T45" fmla="*/ 92 h 9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6" h="92">
                      <a:moveTo>
                        <a:pt x="84" y="2"/>
                      </a:moveTo>
                      <a:lnTo>
                        <a:pt x="85" y="26"/>
                      </a:lnTo>
                      <a:lnTo>
                        <a:pt x="73" y="38"/>
                      </a:lnTo>
                      <a:lnTo>
                        <a:pt x="71" y="58"/>
                      </a:lnTo>
                      <a:lnTo>
                        <a:pt x="52" y="78"/>
                      </a:lnTo>
                      <a:lnTo>
                        <a:pt x="35" y="88"/>
                      </a:lnTo>
                      <a:lnTo>
                        <a:pt x="21" y="91"/>
                      </a:lnTo>
                      <a:lnTo>
                        <a:pt x="7" y="90"/>
                      </a:lnTo>
                      <a:lnTo>
                        <a:pt x="0" y="76"/>
                      </a:lnTo>
                      <a:lnTo>
                        <a:pt x="2" y="56"/>
                      </a:lnTo>
                      <a:lnTo>
                        <a:pt x="16" y="33"/>
                      </a:lnTo>
                      <a:lnTo>
                        <a:pt x="37" y="8"/>
                      </a:lnTo>
                      <a:lnTo>
                        <a:pt x="38" y="0"/>
                      </a:lnTo>
                      <a:lnTo>
                        <a:pt x="84" y="2"/>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
            <p:nvSpPr>
              <p:cNvPr id="60458" name="Freeform 183"/>
              <p:cNvSpPr/>
              <p:nvPr/>
            </p:nvSpPr>
            <p:spPr bwMode="auto">
              <a:xfrm>
                <a:off x="3635" y="2517"/>
                <a:ext cx="38" cy="102"/>
              </a:xfrm>
              <a:custGeom>
                <a:avLst/>
                <a:gdLst>
                  <a:gd name="T0" fmla="*/ 35 w 38"/>
                  <a:gd name="T1" fmla="*/ 1 h 102"/>
                  <a:gd name="T2" fmla="*/ 37 w 38"/>
                  <a:gd name="T3" fmla="*/ 56 h 102"/>
                  <a:gd name="T4" fmla="*/ 18 w 38"/>
                  <a:gd name="T5" fmla="*/ 90 h 102"/>
                  <a:gd name="T6" fmla="*/ 8 w 38"/>
                  <a:gd name="T7" fmla="*/ 101 h 102"/>
                  <a:gd name="T8" fmla="*/ 10 w 38"/>
                  <a:gd name="T9" fmla="*/ 52 h 102"/>
                  <a:gd name="T10" fmla="*/ 6 w 38"/>
                  <a:gd name="T11" fmla="*/ 58 h 102"/>
                  <a:gd name="T12" fmla="*/ 1 w 38"/>
                  <a:gd name="T13" fmla="*/ 74 h 102"/>
                  <a:gd name="T14" fmla="*/ 0 w 38"/>
                  <a:gd name="T15" fmla="*/ 56 h 102"/>
                  <a:gd name="T16" fmla="*/ 5 w 38"/>
                  <a:gd name="T17" fmla="*/ 27 h 102"/>
                  <a:gd name="T18" fmla="*/ 17 w 38"/>
                  <a:gd name="T19" fmla="*/ 0 h 102"/>
                  <a:gd name="T20" fmla="*/ 35 w 38"/>
                  <a:gd name="T21" fmla="*/ 1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
                  <a:gd name="T34" fmla="*/ 0 h 102"/>
                  <a:gd name="T35" fmla="*/ 38 w 38"/>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 h="102">
                    <a:moveTo>
                      <a:pt x="35" y="1"/>
                    </a:moveTo>
                    <a:lnTo>
                      <a:pt x="37" y="56"/>
                    </a:lnTo>
                    <a:lnTo>
                      <a:pt x="18" y="90"/>
                    </a:lnTo>
                    <a:lnTo>
                      <a:pt x="8" y="101"/>
                    </a:lnTo>
                    <a:lnTo>
                      <a:pt x="10" y="52"/>
                    </a:lnTo>
                    <a:lnTo>
                      <a:pt x="6" y="58"/>
                    </a:lnTo>
                    <a:lnTo>
                      <a:pt x="1" y="74"/>
                    </a:lnTo>
                    <a:lnTo>
                      <a:pt x="0" y="56"/>
                    </a:lnTo>
                    <a:lnTo>
                      <a:pt x="5" y="27"/>
                    </a:lnTo>
                    <a:lnTo>
                      <a:pt x="17" y="0"/>
                    </a:lnTo>
                    <a:lnTo>
                      <a:pt x="35" y="1"/>
                    </a:lnTo>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459" name="Freeform 184"/>
              <p:cNvSpPr/>
              <p:nvPr/>
            </p:nvSpPr>
            <p:spPr bwMode="auto">
              <a:xfrm>
                <a:off x="3408" y="2283"/>
                <a:ext cx="244" cy="787"/>
              </a:xfrm>
              <a:custGeom>
                <a:avLst/>
                <a:gdLst>
                  <a:gd name="T0" fmla="*/ 240 w 244"/>
                  <a:gd name="T1" fmla="*/ 0 h 787"/>
                  <a:gd name="T2" fmla="*/ 243 w 244"/>
                  <a:gd name="T3" fmla="*/ 428 h 787"/>
                  <a:gd name="T4" fmla="*/ 240 w 244"/>
                  <a:gd name="T5" fmla="*/ 745 h 787"/>
                  <a:gd name="T6" fmla="*/ 167 w 244"/>
                  <a:gd name="T7" fmla="*/ 759 h 787"/>
                  <a:gd name="T8" fmla="*/ 156 w 244"/>
                  <a:gd name="T9" fmla="*/ 500 h 787"/>
                  <a:gd name="T10" fmla="*/ 164 w 244"/>
                  <a:gd name="T11" fmla="*/ 475 h 787"/>
                  <a:gd name="T12" fmla="*/ 156 w 244"/>
                  <a:gd name="T13" fmla="*/ 461 h 787"/>
                  <a:gd name="T14" fmla="*/ 156 w 244"/>
                  <a:gd name="T15" fmla="*/ 302 h 787"/>
                  <a:gd name="T16" fmla="*/ 139 w 244"/>
                  <a:gd name="T17" fmla="*/ 353 h 787"/>
                  <a:gd name="T18" fmla="*/ 97 w 244"/>
                  <a:gd name="T19" fmla="*/ 566 h 787"/>
                  <a:gd name="T20" fmla="*/ 62 w 244"/>
                  <a:gd name="T21" fmla="*/ 786 h 787"/>
                  <a:gd name="T22" fmla="*/ 0 w 244"/>
                  <a:gd name="T23" fmla="*/ 786 h 787"/>
                  <a:gd name="T24" fmla="*/ 28 w 244"/>
                  <a:gd name="T25" fmla="*/ 492 h 787"/>
                  <a:gd name="T26" fmla="*/ 39 w 244"/>
                  <a:gd name="T27" fmla="*/ 242 h 787"/>
                  <a:gd name="T28" fmla="*/ 34 w 244"/>
                  <a:gd name="T29" fmla="*/ 6 h 787"/>
                  <a:gd name="T30" fmla="*/ 240 w 244"/>
                  <a:gd name="T31" fmla="*/ 0 h 78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4"/>
                  <a:gd name="T49" fmla="*/ 0 h 787"/>
                  <a:gd name="T50" fmla="*/ 244 w 244"/>
                  <a:gd name="T51" fmla="*/ 787 h 78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4" h="787">
                    <a:moveTo>
                      <a:pt x="240" y="0"/>
                    </a:moveTo>
                    <a:lnTo>
                      <a:pt x="243" y="428"/>
                    </a:lnTo>
                    <a:lnTo>
                      <a:pt x="240" y="745"/>
                    </a:lnTo>
                    <a:lnTo>
                      <a:pt x="167" y="759"/>
                    </a:lnTo>
                    <a:lnTo>
                      <a:pt x="156" y="500"/>
                    </a:lnTo>
                    <a:lnTo>
                      <a:pt x="164" y="475"/>
                    </a:lnTo>
                    <a:lnTo>
                      <a:pt x="156" y="461"/>
                    </a:lnTo>
                    <a:lnTo>
                      <a:pt x="156" y="302"/>
                    </a:lnTo>
                    <a:lnTo>
                      <a:pt x="139" y="353"/>
                    </a:lnTo>
                    <a:lnTo>
                      <a:pt x="97" y="566"/>
                    </a:lnTo>
                    <a:lnTo>
                      <a:pt x="62" y="786"/>
                    </a:lnTo>
                    <a:lnTo>
                      <a:pt x="0" y="786"/>
                    </a:lnTo>
                    <a:lnTo>
                      <a:pt x="28" y="492"/>
                    </a:lnTo>
                    <a:lnTo>
                      <a:pt x="39" y="242"/>
                    </a:lnTo>
                    <a:lnTo>
                      <a:pt x="34" y="6"/>
                    </a:lnTo>
                    <a:lnTo>
                      <a:pt x="240" y="0"/>
                    </a:lnTo>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460" name="Freeform 185"/>
              <p:cNvSpPr/>
              <p:nvPr/>
            </p:nvSpPr>
            <p:spPr bwMode="auto">
              <a:xfrm>
                <a:off x="3367" y="1918"/>
                <a:ext cx="314" cy="601"/>
              </a:xfrm>
              <a:custGeom>
                <a:avLst/>
                <a:gdLst>
                  <a:gd name="T0" fmla="*/ 209 w 314"/>
                  <a:gd name="T1" fmla="*/ 7 h 601"/>
                  <a:gd name="T2" fmla="*/ 305 w 314"/>
                  <a:gd name="T3" fmla="*/ 81 h 601"/>
                  <a:gd name="T4" fmla="*/ 311 w 314"/>
                  <a:gd name="T5" fmla="*/ 272 h 601"/>
                  <a:gd name="T6" fmla="*/ 313 w 314"/>
                  <a:gd name="T7" fmla="*/ 370 h 601"/>
                  <a:gd name="T8" fmla="*/ 307 w 314"/>
                  <a:gd name="T9" fmla="*/ 600 h 601"/>
                  <a:gd name="T10" fmla="*/ 286 w 314"/>
                  <a:gd name="T11" fmla="*/ 600 h 601"/>
                  <a:gd name="T12" fmla="*/ 275 w 314"/>
                  <a:gd name="T13" fmla="*/ 364 h 601"/>
                  <a:gd name="T14" fmla="*/ 75 w 314"/>
                  <a:gd name="T15" fmla="*/ 364 h 601"/>
                  <a:gd name="T16" fmla="*/ 70 w 314"/>
                  <a:gd name="T17" fmla="*/ 305 h 601"/>
                  <a:gd name="T18" fmla="*/ 63 w 314"/>
                  <a:gd name="T19" fmla="*/ 346 h 601"/>
                  <a:gd name="T20" fmla="*/ 77 w 314"/>
                  <a:gd name="T21" fmla="*/ 436 h 601"/>
                  <a:gd name="T22" fmla="*/ 91 w 314"/>
                  <a:gd name="T23" fmla="*/ 569 h 601"/>
                  <a:gd name="T24" fmla="*/ 57 w 314"/>
                  <a:gd name="T25" fmla="*/ 578 h 601"/>
                  <a:gd name="T26" fmla="*/ 0 w 314"/>
                  <a:gd name="T27" fmla="*/ 343 h 601"/>
                  <a:gd name="T28" fmla="*/ 36 w 314"/>
                  <a:gd name="T29" fmla="*/ 68 h 601"/>
                  <a:gd name="T30" fmla="*/ 142 w 314"/>
                  <a:gd name="T31" fmla="*/ 0 h 601"/>
                  <a:gd name="T32" fmla="*/ 189 w 314"/>
                  <a:gd name="T33" fmla="*/ 31 h 601"/>
                  <a:gd name="T34" fmla="*/ 209 w 314"/>
                  <a:gd name="T35" fmla="*/ 7 h 6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14"/>
                  <a:gd name="T55" fmla="*/ 0 h 601"/>
                  <a:gd name="T56" fmla="*/ 314 w 314"/>
                  <a:gd name="T57" fmla="*/ 601 h 6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14" h="601">
                    <a:moveTo>
                      <a:pt x="209" y="7"/>
                    </a:moveTo>
                    <a:lnTo>
                      <a:pt x="305" y="81"/>
                    </a:lnTo>
                    <a:lnTo>
                      <a:pt x="311" y="272"/>
                    </a:lnTo>
                    <a:lnTo>
                      <a:pt x="313" y="370"/>
                    </a:lnTo>
                    <a:lnTo>
                      <a:pt x="307" y="600"/>
                    </a:lnTo>
                    <a:lnTo>
                      <a:pt x="286" y="600"/>
                    </a:lnTo>
                    <a:lnTo>
                      <a:pt x="275" y="364"/>
                    </a:lnTo>
                    <a:lnTo>
                      <a:pt x="75" y="364"/>
                    </a:lnTo>
                    <a:lnTo>
                      <a:pt x="70" y="305"/>
                    </a:lnTo>
                    <a:lnTo>
                      <a:pt x="63" y="346"/>
                    </a:lnTo>
                    <a:lnTo>
                      <a:pt x="77" y="436"/>
                    </a:lnTo>
                    <a:lnTo>
                      <a:pt x="91" y="569"/>
                    </a:lnTo>
                    <a:lnTo>
                      <a:pt x="57" y="578"/>
                    </a:lnTo>
                    <a:lnTo>
                      <a:pt x="0" y="343"/>
                    </a:lnTo>
                    <a:lnTo>
                      <a:pt x="36" y="68"/>
                    </a:lnTo>
                    <a:lnTo>
                      <a:pt x="142" y="0"/>
                    </a:lnTo>
                    <a:lnTo>
                      <a:pt x="189" y="31"/>
                    </a:lnTo>
                    <a:lnTo>
                      <a:pt x="209" y="7"/>
                    </a:lnTo>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461" name="Freeform 186"/>
              <p:cNvSpPr/>
              <p:nvPr/>
            </p:nvSpPr>
            <p:spPr bwMode="auto">
              <a:xfrm>
                <a:off x="3421" y="2489"/>
                <a:ext cx="43" cy="97"/>
              </a:xfrm>
              <a:custGeom>
                <a:avLst/>
                <a:gdLst>
                  <a:gd name="T0" fmla="*/ 29 w 43"/>
                  <a:gd name="T1" fmla="*/ 0 h 97"/>
                  <a:gd name="T2" fmla="*/ 42 w 43"/>
                  <a:gd name="T3" fmla="*/ 51 h 97"/>
                  <a:gd name="T4" fmla="*/ 20 w 43"/>
                  <a:gd name="T5" fmla="*/ 96 h 97"/>
                  <a:gd name="T6" fmla="*/ 13 w 43"/>
                  <a:gd name="T7" fmla="*/ 91 h 97"/>
                  <a:gd name="T8" fmla="*/ 0 w 43"/>
                  <a:gd name="T9" fmla="*/ 86 h 97"/>
                  <a:gd name="T10" fmla="*/ 5 w 43"/>
                  <a:gd name="T11" fmla="*/ 72 h 97"/>
                  <a:gd name="T12" fmla="*/ 7 w 43"/>
                  <a:gd name="T13" fmla="*/ 54 h 97"/>
                  <a:gd name="T14" fmla="*/ 0 w 43"/>
                  <a:gd name="T15" fmla="*/ 36 h 97"/>
                  <a:gd name="T16" fmla="*/ 5 w 43"/>
                  <a:gd name="T17" fmla="*/ 4 h 97"/>
                  <a:gd name="T18" fmla="*/ 29 w 43"/>
                  <a:gd name="T19" fmla="*/ 0 h 9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
                  <a:gd name="T31" fmla="*/ 0 h 97"/>
                  <a:gd name="T32" fmla="*/ 43 w 43"/>
                  <a:gd name="T33" fmla="*/ 97 h 9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 h="97">
                    <a:moveTo>
                      <a:pt x="29" y="0"/>
                    </a:moveTo>
                    <a:lnTo>
                      <a:pt x="42" y="51"/>
                    </a:lnTo>
                    <a:lnTo>
                      <a:pt x="20" y="96"/>
                    </a:lnTo>
                    <a:lnTo>
                      <a:pt x="13" y="91"/>
                    </a:lnTo>
                    <a:lnTo>
                      <a:pt x="0" y="86"/>
                    </a:lnTo>
                    <a:lnTo>
                      <a:pt x="5" y="72"/>
                    </a:lnTo>
                    <a:lnTo>
                      <a:pt x="7" y="54"/>
                    </a:lnTo>
                    <a:lnTo>
                      <a:pt x="0" y="36"/>
                    </a:lnTo>
                    <a:lnTo>
                      <a:pt x="5" y="4"/>
                    </a:lnTo>
                    <a:lnTo>
                      <a:pt x="29" y="0"/>
                    </a:lnTo>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60462" name="Group 187"/>
              <p:cNvGrpSpPr/>
              <p:nvPr/>
            </p:nvGrpSpPr>
            <p:grpSpPr bwMode="auto">
              <a:xfrm>
                <a:off x="3444" y="1930"/>
                <a:ext cx="203" cy="375"/>
                <a:chOff x="3444" y="1930"/>
                <a:chExt cx="203" cy="375"/>
              </a:xfrm>
            </p:grpSpPr>
            <p:grpSp>
              <p:nvGrpSpPr>
                <p:cNvPr id="60470" name="Group 188"/>
                <p:cNvGrpSpPr/>
                <p:nvPr/>
              </p:nvGrpSpPr>
              <p:grpSpPr bwMode="auto">
                <a:xfrm>
                  <a:off x="3444" y="1930"/>
                  <a:ext cx="203" cy="375"/>
                  <a:chOff x="3444" y="1930"/>
                  <a:chExt cx="203" cy="375"/>
                </a:xfrm>
              </p:grpSpPr>
              <p:grpSp>
                <p:nvGrpSpPr>
                  <p:cNvPr id="60472" name="Group 189"/>
                  <p:cNvGrpSpPr/>
                  <p:nvPr/>
                </p:nvGrpSpPr>
                <p:grpSpPr bwMode="auto">
                  <a:xfrm>
                    <a:off x="3444" y="2287"/>
                    <a:ext cx="203" cy="18"/>
                    <a:chOff x="3444" y="2287"/>
                    <a:chExt cx="203" cy="18"/>
                  </a:xfrm>
                </p:grpSpPr>
                <p:sp>
                  <p:nvSpPr>
                    <p:cNvPr id="60474" name="Line 190"/>
                    <p:cNvSpPr>
                      <a:spLocks noChangeShapeType="1"/>
                    </p:cNvSpPr>
                    <p:nvPr/>
                  </p:nvSpPr>
                  <p:spPr bwMode="auto">
                    <a:xfrm flipH="1">
                      <a:off x="3444" y="2305"/>
                      <a:ext cx="20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p>
                      <a:endParaRPr lang="zh-CN" altLang="en-US"/>
                    </a:p>
                  </p:txBody>
                </p:sp>
                <p:sp>
                  <p:nvSpPr>
                    <p:cNvPr id="60475" name="Line 191"/>
                    <p:cNvSpPr>
                      <a:spLocks noChangeShapeType="1"/>
                    </p:cNvSpPr>
                    <p:nvPr/>
                  </p:nvSpPr>
                  <p:spPr bwMode="auto">
                    <a:xfrm flipH="1">
                      <a:off x="3444" y="2287"/>
                      <a:ext cx="20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p>
                      <a:endParaRPr lang="zh-CN" altLang="en-US"/>
                    </a:p>
                  </p:txBody>
                </p:sp>
              </p:grpSp>
              <p:sp>
                <p:nvSpPr>
                  <p:cNvPr id="60473" name="Freeform 192"/>
                  <p:cNvSpPr/>
                  <p:nvPr/>
                </p:nvSpPr>
                <p:spPr bwMode="auto">
                  <a:xfrm>
                    <a:off x="3497" y="1930"/>
                    <a:ext cx="95" cy="56"/>
                  </a:xfrm>
                  <a:custGeom>
                    <a:avLst/>
                    <a:gdLst>
                      <a:gd name="T0" fmla="*/ 94 w 95"/>
                      <a:gd name="T1" fmla="*/ 7 h 56"/>
                      <a:gd name="T2" fmla="*/ 90 w 95"/>
                      <a:gd name="T3" fmla="*/ 55 h 56"/>
                      <a:gd name="T4" fmla="*/ 64 w 95"/>
                      <a:gd name="T5" fmla="*/ 20 h 56"/>
                      <a:gd name="T6" fmla="*/ 46 w 95"/>
                      <a:gd name="T7" fmla="*/ 54 h 56"/>
                      <a:gd name="T8" fmla="*/ 0 w 95"/>
                      <a:gd name="T9" fmla="*/ 0 h 56"/>
                      <a:gd name="T10" fmla="*/ 0 60000 65536"/>
                      <a:gd name="T11" fmla="*/ 0 60000 65536"/>
                      <a:gd name="T12" fmla="*/ 0 60000 65536"/>
                      <a:gd name="T13" fmla="*/ 0 60000 65536"/>
                      <a:gd name="T14" fmla="*/ 0 60000 65536"/>
                      <a:gd name="T15" fmla="*/ 0 w 95"/>
                      <a:gd name="T16" fmla="*/ 0 h 56"/>
                      <a:gd name="T17" fmla="*/ 95 w 95"/>
                      <a:gd name="T18" fmla="*/ 56 h 56"/>
                    </a:gdLst>
                    <a:ahLst/>
                    <a:cxnLst>
                      <a:cxn ang="T10">
                        <a:pos x="T0" y="T1"/>
                      </a:cxn>
                      <a:cxn ang="T11">
                        <a:pos x="T2" y="T3"/>
                      </a:cxn>
                      <a:cxn ang="T12">
                        <a:pos x="T4" y="T5"/>
                      </a:cxn>
                      <a:cxn ang="T13">
                        <a:pos x="T6" y="T7"/>
                      </a:cxn>
                      <a:cxn ang="T14">
                        <a:pos x="T8" y="T9"/>
                      </a:cxn>
                    </a:cxnLst>
                    <a:rect l="T15" t="T16" r="T17" b="T18"/>
                    <a:pathLst>
                      <a:path w="95" h="56">
                        <a:moveTo>
                          <a:pt x="94" y="7"/>
                        </a:moveTo>
                        <a:lnTo>
                          <a:pt x="90" y="55"/>
                        </a:lnTo>
                        <a:lnTo>
                          <a:pt x="64" y="20"/>
                        </a:lnTo>
                        <a:lnTo>
                          <a:pt x="46" y="54"/>
                        </a:lnTo>
                        <a:lnTo>
                          <a:pt x="0" y="0"/>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grpSp>
            <p:sp>
              <p:nvSpPr>
                <p:cNvPr id="60471" name="Line 193"/>
                <p:cNvSpPr>
                  <a:spLocks noChangeShapeType="1"/>
                </p:cNvSpPr>
                <p:nvPr/>
              </p:nvSpPr>
              <p:spPr bwMode="auto">
                <a:xfrm>
                  <a:off x="3562" y="1957"/>
                  <a:ext cx="0" cy="34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p>
                  <a:endParaRPr lang="zh-CN" altLang="en-US"/>
                </a:p>
              </p:txBody>
            </p:sp>
          </p:grpSp>
          <p:grpSp>
            <p:nvGrpSpPr>
              <p:cNvPr id="60463" name="Group 194"/>
              <p:cNvGrpSpPr/>
              <p:nvPr/>
            </p:nvGrpSpPr>
            <p:grpSpPr bwMode="auto">
              <a:xfrm>
                <a:off x="3488" y="1737"/>
                <a:ext cx="128" cy="208"/>
                <a:chOff x="3488" y="1737"/>
                <a:chExt cx="128" cy="208"/>
              </a:xfrm>
            </p:grpSpPr>
            <p:grpSp>
              <p:nvGrpSpPr>
                <p:cNvPr id="60464" name="Group 195"/>
                <p:cNvGrpSpPr/>
                <p:nvPr/>
              </p:nvGrpSpPr>
              <p:grpSpPr bwMode="auto">
                <a:xfrm>
                  <a:off x="3493" y="1747"/>
                  <a:ext cx="119" cy="198"/>
                  <a:chOff x="3493" y="1747"/>
                  <a:chExt cx="119" cy="198"/>
                </a:xfrm>
              </p:grpSpPr>
              <p:sp>
                <p:nvSpPr>
                  <p:cNvPr id="60466" name="Freeform 196"/>
                  <p:cNvSpPr/>
                  <p:nvPr/>
                </p:nvSpPr>
                <p:spPr bwMode="auto">
                  <a:xfrm>
                    <a:off x="3493" y="1747"/>
                    <a:ext cx="119" cy="198"/>
                  </a:xfrm>
                  <a:custGeom>
                    <a:avLst/>
                    <a:gdLst>
                      <a:gd name="T0" fmla="*/ 113 w 119"/>
                      <a:gd name="T1" fmla="*/ 36 h 198"/>
                      <a:gd name="T2" fmla="*/ 116 w 119"/>
                      <a:gd name="T3" fmla="*/ 56 h 198"/>
                      <a:gd name="T4" fmla="*/ 117 w 119"/>
                      <a:gd name="T5" fmla="*/ 63 h 198"/>
                      <a:gd name="T6" fmla="*/ 113 w 119"/>
                      <a:gd name="T7" fmla="*/ 70 h 198"/>
                      <a:gd name="T8" fmla="*/ 118 w 119"/>
                      <a:gd name="T9" fmla="*/ 85 h 198"/>
                      <a:gd name="T10" fmla="*/ 115 w 119"/>
                      <a:gd name="T11" fmla="*/ 108 h 198"/>
                      <a:gd name="T12" fmla="*/ 113 w 119"/>
                      <a:gd name="T13" fmla="*/ 119 h 198"/>
                      <a:gd name="T14" fmla="*/ 110 w 119"/>
                      <a:gd name="T15" fmla="*/ 130 h 198"/>
                      <a:gd name="T16" fmla="*/ 106 w 119"/>
                      <a:gd name="T17" fmla="*/ 141 h 198"/>
                      <a:gd name="T18" fmla="*/ 102 w 119"/>
                      <a:gd name="T19" fmla="*/ 153 h 198"/>
                      <a:gd name="T20" fmla="*/ 92 w 119"/>
                      <a:gd name="T21" fmla="*/ 156 h 198"/>
                      <a:gd name="T22" fmla="*/ 83 w 119"/>
                      <a:gd name="T23" fmla="*/ 159 h 198"/>
                      <a:gd name="T24" fmla="*/ 83 w 119"/>
                      <a:gd name="T25" fmla="*/ 168 h 198"/>
                      <a:gd name="T26" fmla="*/ 84 w 119"/>
                      <a:gd name="T27" fmla="*/ 174 h 198"/>
                      <a:gd name="T28" fmla="*/ 66 w 119"/>
                      <a:gd name="T29" fmla="*/ 197 h 198"/>
                      <a:gd name="T30" fmla="*/ 17 w 119"/>
                      <a:gd name="T31" fmla="*/ 168 h 198"/>
                      <a:gd name="T32" fmla="*/ 16 w 119"/>
                      <a:gd name="T33" fmla="*/ 113 h 198"/>
                      <a:gd name="T34" fmla="*/ 9 w 119"/>
                      <a:gd name="T35" fmla="*/ 98 h 198"/>
                      <a:gd name="T36" fmla="*/ 5 w 119"/>
                      <a:gd name="T37" fmla="*/ 86 h 198"/>
                      <a:gd name="T38" fmla="*/ 2 w 119"/>
                      <a:gd name="T39" fmla="*/ 71 h 198"/>
                      <a:gd name="T40" fmla="*/ 0 w 119"/>
                      <a:gd name="T41" fmla="*/ 58 h 198"/>
                      <a:gd name="T42" fmla="*/ 1 w 119"/>
                      <a:gd name="T43" fmla="*/ 47 h 198"/>
                      <a:gd name="T44" fmla="*/ 3 w 119"/>
                      <a:gd name="T45" fmla="*/ 34 h 198"/>
                      <a:gd name="T46" fmla="*/ 5 w 119"/>
                      <a:gd name="T47" fmla="*/ 24 h 198"/>
                      <a:gd name="T48" fmla="*/ 10 w 119"/>
                      <a:gd name="T49" fmla="*/ 16 h 198"/>
                      <a:gd name="T50" fmla="*/ 17 w 119"/>
                      <a:gd name="T51" fmla="*/ 9 h 198"/>
                      <a:gd name="T52" fmla="*/ 26 w 119"/>
                      <a:gd name="T53" fmla="*/ 5 h 198"/>
                      <a:gd name="T54" fmla="*/ 36 w 119"/>
                      <a:gd name="T55" fmla="*/ 3 h 198"/>
                      <a:gd name="T56" fmla="*/ 47 w 119"/>
                      <a:gd name="T57" fmla="*/ 1 h 198"/>
                      <a:gd name="T58" fmla="*/ 60 w 119"/>
                      <a:gd name="T59" fmla="*/ 0 h 198"/>
                      <a:gd name="T60" fmla="*/ 73 w 119"/>
                      <a:gd name="T61" fmla="*/ 1 h 198"/>
                      <a:gd name="T62" fmla="*/ 88 w 119"/>
                      <a:gd name="T63" fmla="*/ 5 h 198"/>
                      <a:gd name="T64" fmla="*/ 96 w 119"/>
                      <a:gd name="T65" fmla="*/ 10 h 198"/>
                      <a:gd name="T66" fmla="*/ 104 w 119"/>
                      <a:gd name="T67" fmla="*/ 16 h 198"/>
                      <a:gd name="T68" fmla="*/ 110 w 119"/>
                      <a:gd name="T69" fmla="*/ 25 h 198"/>
                      <a:gd name="T70" fmla="*/ 113 w 119"/>
                      <a:gd name="T71" fmla="*/ 36 h 19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9"/>
                      <a:gd name="T109" fmla="*/ 0 h 198"/>
                      <a:gd name="T110" fmla="*/ 119 w 119"/>
                      <a:gd name="T111" fmla="*/ 198 h 19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9" h="198">
                        <a:moveTo>
                          <a:pt x="113" y="36"/>
                        </a:moveTo>
                        <a:lnTo>
                          <a:pt x="116" y="56"/>
                        </a:lnTo>
                        <a:lnTo>
                          <a:pt x="117" y="63"/>
                        </a:lnTo>
                        <a:lnTo>
                          <a:pt x="113" y="70"/>
                        </a:lnTo>
                        <a:lnTo>
                          <a:pt x="118" y="85"/>
                        </a:lnTo>
                        <a:lnTo>
                          <a:pt x="115" y="108"/>
                        </a:lnTo>
                        <a:lnTo>
                          <a:pt x="113" y="119"/>
                        </a:lnTo>
                        <a:lnTo>
                          <a:pt x="110" y="130"/>
                        </a:lnTo>
                        <a:lnTo>
                          <a:pt x="106" y="141"/>
                        </a:lnTo>
                        <a:lnTo>
                          <a:pt x="102" y="153"/>
                        </a:lnTo>
                        <a:lnTo>
                          <a:pt x="92" y="156"/>
                        </a:lnTo>
                        <a:lnTo>
                          <a:pt x="83" y="159"/>
                        </a:lnTo>
                        <a:lnTo>
                          <a:pt x="83" y="168"/>
                        </a:lnTo>
                        <a:lnTo>
                          <a:pt x="84" y="174"/>
                        </a:lnTo>
                        <a:lnTo>
                          <a:pt x="66" y="197"/>
                        </a:lnTo>
                        <a:lnTo>
                          <a:pt x="17" y="168"/>
                        </a:lnTo>
                        <a:lnTo>
                          <a:pt x="16" y="113"/>
                        </a:lnTo>
                        <a:lnTo>
                          <a:pt x="9" y="98"/>
                        </a:lnTo>
                        <a:lnTo>
                          <a:pt x="5" y="86"/>
                        </a:lnTo>
                        <a:lnTo>
                          <a:pt x="2" y="71"/>
                        </a:lnTo>
                        <a:lnTo>
                          <a:pt x="0" y="58"/>
                        </a:lnTo>
                        <a:lnTo>
                          <a:pt x="1" y="47"/>
                        </a:lnTo>
                        <a:lnTo>
                          <a:pt x="3" y="34"/>
                        </a:lnTo>
                        <a:lnTo>
                          <a:pt x="5" y="24"/>
                        </a:lnTo>
                        <a:lnTo>
                          <a:pt x="10" y="16"/>
                        </a:lnTo>
                        <a:lnTo>
                          <a:pt x="17" y="9"/>
                        </a:lnTo>
                        <a:lnTo>
                          <a:pt x="26" y="5"/>
                        </a:lnTo>
                        <a:lnTo>
                          <a:pt x="36" y="3"/>
                        </a:lnTo>
                        <a:lnTo>
                          <a:pt x="47" y="1"/>
                        </a:lnTo>
                        <a:lnTo>
                          <a:pt x="60" y="0"/>
                        </a:lnTo>
                        <a:lnTo>
                          <a:pt x="73" y="1"/>
                        </a:lnTo>
                        <a:lnTo>
                          <a:pt x="88" y="5"/>
                        </a:lnTo>
                        <a:lnTo>
                          <a:pt x="96" y="10"/>
                        </a:lnTo>
                        <a:lnTo>
                          <a:pt x="104" y="16"/>
                        </a:lnTo>
                        <a:lnTo>
                          <a:pt x="110" y="25"/>
                        </a:lnTo>
                        <a:lnTo>
                          <a:pt x="113" y="36"/>
                        </a:lnTo>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467" name="Freeform 197"/>
                  <p:cNvSpPr/>
                  <p:nvPr/>
                </p:nvSpPr>
                <p:spPr bwMode="auto">
                  <a:xfrm>
                    <a:off x="3538" y="1816"/>
                    <a:ext cx="40" cy="43"/>
                  </a:xfrm>
                  <a:custGeom>
                    <a:avLst/>
                    <a:gdLst>
                      <a:gd name="T0" fmla="*/ 34 w 40"/>
                      <a:gd name="T1" fmla="*/ 2 h 43"/>
                      <a:gd name="T2" fmla="*/ 26 w 40"/>
                      <a:gd name="T3" fmla="*/ 1 h 43"/>
                      <a:gd name="T4" fmla="*/ 14 w 40"/>
                      <a:gd name="T5" fmla="*/ 0 h 43"/>
                      <a:gd name="T6" fmla="*/ 6 w 40"/>
                      <a:gd name="T7" fmla="*/ 2 h 43"/>
                      <a:gd name="T8" fmla="*/ 3 w 40"/>
                      <a:gd name="T9" fmla="*/ 4 h 43"/>
                      <a:gd name="T10" fmla="*/ 2 w 40"/>
                      <a:gd name="T11" fmla="*/ 7 h 43"/>
                      <a:gd name="T12" fmla="*/ 0 w 40"/>
                      <a:gd name="T13" fmla="*/ 9 h 43"/>
                      <a:gd name="T14" fmla="*/ 17 w 40"/>
                      <a:gd name="T15" fmla="*/ 10 h 43"/>
                      <a:gd name="T16" fmla="*/ 15 w 40"/>
                      <a:gd name="T17" fmla="*/ 11 h 43"/>
                      <a:gd name="T18" fmla="*/ 6 w 40"/>
                      <a:gd name="T19" fmla="*/ 12 h 43"/>
                      <a:gd name="T20" fmla="*/ 26 w 40"/>
                      <a:gd name="T21" fmla="*/ 12 h 43"/>
                      <a:gd name="T22" fmla="*/ 32 w 40"/>
                      <a:gd name="T23" fmla="*/ 12 h 43"/>
                      <a:gd name="T24" fmla="*/ 36 w 40"/>
                      <a:gd name="T25" fmla="*/ 34 h 43"/>
                      <a:gd name="T26" fmla="*/ 33 w 40"/>
                      <a:gd name="T27" fmla="*/ 39 h 43"/>
                      <a:gd name="T28" fmla="*/ 32 w 40"/>
                      <a:gd name="T29" fmla="*/ 42 h 43"/>
                      <a:gd name="T30" fmla="*/ 39 w 40"/>
                      <a:gd name="T31" fmla="*/ 36 h 43"/>
                      <a:gd name="T32" fmla="*/ 35 w 40"/>
                      <a:gd name="T33" fmla="*/ 10 h 43"/>
                      <a:gd name="T34" fmla="*/ 34 w 40"/>
                      <a:gd name="T35" fmla="*/ 2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0"/>
                      <a:gd name="T55" fmla="*/ 0 h 43"/>
                      <a:gd name="T56" fmla="*/ 40 w 40"/>
                      <a:gd name="T57" fmla="*/ 43 h 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0" h="43">
                        <a:moveTo>
                          <a:pt x="34" y="2"/>
                        </a:moveTo>
                        <a:lnTo>
                          <a:pt x="26" y="1"/>
                        </a:lnTo>
                        <a:lnTo>
                          <a:pt x="14" y="0"/>
                        </a:lnTo>
                        <a:lnTo>
                          <a:pt x="6" y="2"/>
                        </a:lnTo>
                        <a:lnTo>
                          <a:pt x="3" y="4"/>
                        </a:lnTo>
                        <a:lnTo>
                          <a:pt x="2" y="7"/>
                        </a:lnTo>
                        <a:lnTo>
                          <a:pt x="0" y="9"/>
                        </a:lnTo>
                        <a:lnTo>
                          <a:pt x="17" y="10"/>
                        </a:lnTo>
                        <a:lnTo>
                          <a:pt x="15" y="11"/>
                        </a:lnTo>
                        <a:lnTo>
                          <a:pt x="6" y="12"/>
                        </a:lnTo>
                        <a:lnTo>
                          <a:pt x="26" y="12"/>
                        </a:lnTo>
                        <a:lnTo>
                          <a:pt x="32" y="12"/>
                        </a:lnTo>
                        <a:lnTo>
                          <a:pt x="36" y="34"/>
                        </a:lnTo>
                        <a:lnTo>
                          <a:pt x="33" y="39"/>
                        </a:lnTo>
                        <a:lnTo>
                          <a:pt x="32" y="42"/>
                        </a:lnTo>
                        <a:lnTo>
                          <a:pt x="39" y="36"/>
                        </a:lnTo>
                        <a:lnTo>
                          <a:pt x="35" y="10"/>
                        </a:lnTo>
                        <a:lnTo>
                          <a:pt x="34" y="2"/>
                        </a:lnTo>
                      </a:path>
                    </a:pathLst>
                  </a:custGeom>
                  <a:solidFill>
                    <a:srgbClr val="8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468" name="Freeform 198"/>
                  <p:cNvSpPr/>
                  <p:nvPr/>
                </p:nvSpPr>
                <p:spPr bwMode="auto">
                  <a:xfrm>
                    <a:off x="3590" y="1817"/>
                    <a:ext cx="20" cy="17"/>
                  </a:xfrm>
                  <a:custGeom>
                    <a:avLst/>
                    <a:gdLst>
                      <a:gd name="T0" fmla="*/ 2 w 20"/>
                      <a:gd name="T1" fmla="*/ 3 h 17"/>
                      <a:gd name="T2" fmla="*/ 12 w 20"/>
                      <a:gd name="T3" fmla="*/ 0 h 17"/>
                      <a:gd name="T4" fmla="*/ 18 w 20"/>
                      <a:gd name="T5" fmla="*/ 0 h 17"/>
                      <a:gd name="T6" fmla="*/ 18 w 20"/>
                      <a:gd name="T7" fmla="*/ 7 h 17"/>
                      <a:gd name="T8" fmla="*/ 19 w 20"/>
                      <a:gd name="T9" fmla="*/ 10 h 17"/>
                      <a:gd name="T10" fmla="*/ 11 w 20"/>
                      <a:gd name="T11" fmla="*/ 10 h 17"/>
                      <a:gd name="T12" fmla="*/ 6 w 20"/>
                      <a:gd name="T13" fmla="*/ 10 h 17"/>
                      <a:gd name="T14" fmla="*/ 13 w 20"/>
                      <a:gd name="T15" fmla="*/ 14 h 17"/>
                      <a:gd name="T16" fmla="*/ 18 w 20"/>
                      <a:gd name="T17" fmla="*/ 16 h 17"/>
                      <a:gd name="T18" fmla="*/ 4 w 20"/>
                      <a:gd name="T19" fmla="*/ 14 h 17"/>
                      <a:gd name="T20" fmla="*/ 0 w 20"/>
                      <a:gd name="T21" fmla="*/ 12 h 17"/>
                      <a:gd name="T22" fmla="*/ 2 w 20"/>
                      <a:gd name="T23" fmla="*/ 3 h 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
                      <a:gd name="T37" fmla="*/ 0 h 17"/>
                      <a:gd name="T38" fmla="*/ 20 w 20"/>
                      <a:gd name="T39" fmla="*/ 17 h 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 h="17">
                        <a:moveTo>
                          <a:pt x="2" y="3"/>
                        </a:moveTo>
                        <a:lnTo>
                          <a:pt x="12" y="0"/>
                        </a:lnTo>
                        <a:lnTo>
                          <a:pt x="18" y="0"/>
                        </a:lnTo>
                        <a:lnTo>
                          <a:pt x="18" y="7"/>
                        </a:lnTo>
                        <a:lnTo>
                          <a:pt x="19" y="10"/>
                        </a:lnTo>
                        <a:lnTo>
                          <a:pt x="11" y="10"/>
                        </a:lnTo>
                        <a:lnTo>
                          <a:pt x="6" y="10"/>
                        </a:lnTo>
                        <a:lnTo>
                          <a:pt x="13" y="14"/>
                        </a:lnTo>
                        <a:lnTo>
                          <a:pt x="18" y="16"/>
                        </a:lnTo>
                        <a:lnTo>
                          <a:pt x="4" y="14"/>
                        </a:lnTo>
                        <a:lnTo>
                          <a:pt x="0" y="12"/>
                        </a:lnTo>
                        <a:lnTo>
                          <a:pt x="2" y="3"/>
                        </a:lnTo>
                      </a:path>
                    </a:pathLst>
                  </a:custGeom>
                  <a:solidFill>
                    <a:srgbClr val="8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469" name="Freeform 199"/>
                  <p:cNvSpPr/>
                  <p:nvPr/>
                </p:nvSpPr>
                <p:spPr bwMode="auto">
                  <a:xfrm>
                    <a:off x="3510" y="1857"/>
                    <a:ext cx="58" cy="58"/>
                  </a:xfrm>
                  <a:custGeom>
                    <a:avLst/>
                    <a:gdLst>
                      <a:gd name="T0" fmla="*/ 10 w 58"/>
                      <a:gd name="T1" fmla="*/ 15 h 58"/>
                      <a:gd name="T2" fmla="*/ 15 w 58"/>
                      <a:gd name="T3" fmla="*/ 29 h 58"/>
                      <a:gd name="T4" fmla="*/ 57 w 58"/>
                      <a:gd name="T5" fmla="*/ 49 h 58"/>
                      <a:gd name="T6" fmla="*/ 35 w 58"/>
                      <a:gd name="T7" fmla="*/ 44 h 58"/>
                      <a:gd name="T8" fmla="*/ 25 w 58"/>
                      <a:gd name="T9" fmla="*/ 42 h 58"/>
                      <a:gd name="T10" fmla="*/ 14 w 58"/>
                      <a:gd name="T11" fmla="*/ 43 h 58"/>
                      <a:gd name="T12" fmla="*/ 5 w 58"/>
                      <a:gd name="T13" fmla="*/ 47 h 58"/>
                      <a:gd name="T14" fmla="*/ 1 w 58"/>
                      <a:gd name="T15" fmla="*/ 57 h 58"/>
                      <a:gd name="T16" fmla="*/ 0 w 58"/>
                      <a:gd name="T17" fmla="*/ 17 h 58"/>
                      <a:gd name="T18" fmla="*/ 2 w 58"/>
                      <a:gd name="T19" fmla="*/ 9 h 58"/>
                      <a:gd name="T20" fmla="*/ 8 w 58"/>
                      <a:gd name="T21" fmla="*/ 0 h 58"/>
                      <a:gd name="T22" fmla="*/ 10 w 58"/>
                      <a:gd name="T23" fmla="*/ 15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8"/>
                      <a:gd name="T37" fmla="*/ 0 h 58"/>
                      <a:gd name="T38" fmla="*/ 58 w 58"/>
                      <a:gd name="T39" fmla="*/ 58 h 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8" h="58">
                        <a:moveTo>
                          <a:pt x="10" y="15"/>
                        </a:moveTo>
                        <a:lnTo>
                          <a:pt x="15" y="29"/>
                        </a:lnTo>
                        <a:lnTo>
                          <a:pt x="57" y="49"/>
                        </a:lnTo>
                        <a:lnTo>
                          <a:pt x="35" y="44"/>
                        </a:lnTo>
                        <a:lnTo>
                          <a:pt x="25" y="42"/>
                        </a:lnTo>
                        <a:lnTo>
                          <a:pt x="14" y="43"/>
                        </a:lnTo>
                        <a:lnTo>
                          <a:pt x="5" y="47"/>
                        </a:lnTo>
                        <a:lnTo>
                          <a:pt x="1" y="57"/>
                        </a:lnTo>
                        <a:lnTo>
                          <a:pt x="0" y="17"/>
                        </a:lnTo>
                        <a:lnTo>
                          <a:pt x="2" y="9"/>
                        </a:lnTo>
                        <a:lnTo>
                          <a:pt x="8" y="0"/>
                        </a:lnTo>
                        <a:lnTo>
                          <a:pt x="10" y="15"/>
                        </a:lnTo>
                      </a:path>
                    </a:pathLst>
                  </a:custGeom>
                  <a:solidFill>
                    <a:srgbClr val="8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
              <p:nvSpPr>
                <p:cNvPr id="60465" name="Freeform 200"/>
                <p:cNvSpPr/>
                <p:nvPr/>
              </p:nvSpPr>
              <p:spPr bwMode="auto">
                <a:xfrm>
                  <a:off x="3488" y="1737"/>
                  <a:ext cx="128" cy="142"/>
                </a:xfrm>
                <a:custGeom>
                  <a:avLst/>
                  <a:gdLst>
                    <a:gd name="T0" fmla="*/ 104 w 128"/>
                    <a:gd name="T1" fmla="*/ 12 h 142"/>
                    <a:gd name="T2" fmla="*/ 93 w 128"/>
                    <a:gd name="T3" fmla="*/ 6 h 142"/>
                    <a:gd name="T4" fmla="*/ 84 w 128"/>
                    <a:gd name="T5" fmla="*/ 4 h 142"/>
                    <a:gd name="T6" fmla="*/ 68 w 128"/>
                    <a:gd name="T7" fmla="*/ 0 h 142"/>
                    <a:gd name="T8" fmla="*/ 57 w 128"/>
                    <a:gd name="T9" fmla="*/ 0 h 142"/>
                    <a:gd name="T10" fmla="*/ 45 w 128"/>
                    <a:gd name="T11" fmla="*/ 0 h 142"/>
                    <a:gd name="T12" fmla="*/ 33 w 128"/>
                    <a:gd name="T13" fmla="*/ 3 h 142"/>
                    <a:gd name="T14" fmla="*/ 25 w 128"/>
                    <a:gd name="T15" fmla="*/ 3 h 142"/>
                    <a:gd name="T16" fmla="*/ 17 w 128"/>
                    <a:gd name="T17" fmla="*/ 5 h 142"/>
                    <a:gd name="T18" fmla="*/ 9 w 128"/>
                    <a:gd name="T19" fmla="*/ 12 h 142"/>
                    <a:gd name="T20" fmla="*/ 4 w 128"/>
                    <a:gd name="T21" fmla="*/ 19 h 142"/>
                    <a:gd name="T22" fmla="*/ 3 w 128"/>
                    <a:gd name="T23" fmla="*/ 30 h 142"/>
                    <a:gd name="T24" fmla="*/ 1 w 128"/>
                    <a:gd name="T25" fmla="*/ 43 h 142"/>
                    <a:gd name="T26" fmla="*/ 0 w 128"/>
                    <a:gd name="T27" fmla="*/ 62 h 142"/>
                    <a:gd name="T28" fmla="*/ 0 w 128"/>
                    <a:gd name="T29" fmla="*/ 79 h 142"/>
                    <a:gd name="T30" fmla="*/ 4 w 128"/>
                    <a:gd name="T31" fmla="*/ 92 h 142"/>
                    <a:gd name="T32" fmla="*/ 6 w 128"/>
                    <a:gd name="T33" fmla="*/ 106 h 142"/>
                    <a:gd name="T34" fmla="*/ 10 w 128"/>
                    <a:gd name="T35" fmla="*/ 115 h 142"/>
                    <a:gd name="T36" fmla="*/ 14 w 128"/>
                    <a:gd name="T37" fmla="*/ 124 h 142"/>
                    <a:gd name="T38" fmla="*/ 17 w 128"/>
                    <a:gd name="T39" fmla="*/ 132 h 142"/>
                    <a:gd name="T40" fmla="*/ 22 w 128"/>
                    <a:gd name="T41" fmla="*/ 141 h 142"/>
                    <a:gd name="T42" fmla="*/ 27 w 128"/>
                    <a:gd name="T43" fmla="*/ 141 h 142"/>
                    <a:gd name="T44" fmla="*/ 25 w 128"/>
                    <a:gd name="T45" fmla="*/ 128 h 142"/>
                    <a:gd name="T46" fmla="*/ 28 w 128"/>
                    <a:gd name="T47" fmla="*/ 120 h 142"/>
                    <a:gd name="T48" fmla="*/ 29 w 128"/>
                    <a:gd name="T49" fmla="*/ 115 h 142"/>
                    <a:gd name="T50" fmla="*/ 27 w 128"/>
                    <a:gd name="T51" fmla="*/ 107 h 142"/>
                    <a:gd name="T52" fmla="*/ 25 w 128"/>
                    <a:gd name="T53" fmla="*/ 92 h 142"/>
                    <a:gd name="T54" fmla="*/ 29 w 128"/>
                    <a:gd name="T55" fmla="*/ 89 h 142"/>
                    <a:gd name="T56" fmla="*/ 34 w 128"/>
                    <a:gd name="T57" fmla="*/ 96 h 142"/>
                    <a:gd name="T58" fmla="*/ 39 w 128"/>
                    <a:gd name="T59" fmla="*/ 103 h 142"/>
                    <a:gd name="T60" fmla="*/ 38 w 128"/>
                    <a:gd name="T61" fmla="*/ 89 h 142"/>
                    <a:gd name="T62" fmla="*/ 40 w 128"/>
                    <a:gd name="T63" fmla="*/ 72 h 142"/>
                    <a:gd name="T64" fmla="*/ 40 w 128"/>
                    <a:gd name="T65" fmla="*/ 54 h 142"/>
                    <a:gd name="T66" fmla="*/ 41 w 128"/>
                    <a:gd name="T67" fmla="*/ 44 h 142"/>
                    <a:gd name="T68" fmla="*/ 37 w 128"/>
                    <a:gd name="T69" fmla="*/ 40 h 142"/>
                    <a:gd name="T70" fmla="*/ 46 w 128"/>
                    <a:gd name="T71" fmla="*/ 42 h 142"/>
                    <a:gd name="T72" fmla="*/ 53 w 128"/>
                    <a:gd name="T73" fmla="*/ 45 h 142"/>
                    <a:gd name="T74" fmla="*/ 60 w 128"/>
                    <a:gd name="T75" fmla="*/ 46 h 142"/>
                    <a:gd name="T76" fmla="*/ 72 w 128"/>
                    <a:gd name="T77" fmla="*/ 48 h 142"/>
                    <a:gd name="T78" fmla="*/ 80 w 128"/>
                    <a:gd name="T79" fmla="*/ 51 h 142"/>
                    <a:gd name="T80" fmla="*/ 69 w 128"/>
                    <a:gd name="T81" fmla="*/ 45 h 142"/>
                    <a:gd name="T82" fmla="*/ 75 w 128"/>
                    <a:gd name="T83" fmla="*/ 45 h 142"/>
                    <a:gd name="T84" fmla="*/ 90 w 128"/>
                    <a:gd name="T85" fmla="*/ 45 h 142"/>
                    <a:gd name="T86" fmla="*/ 101 w 128"/>
                    <a:gd name="T87" fmla="*/ 43 h 142"/>
                    <a:gd name="T88" fmla="*/ 115 w 128"/>
                    <a:gd name="T89" fmla="*/ 44 h 142"/>
                    <a:gd name="T90" fmla="*/ 119 w 128"/>
                    <a:gd name="T91" fmla="*/ 53 h 142"/>
                    <a:gd name="T92" fmla="*/ 121 w 128"/>
                    <a:gd name="T93" fmla="*/ 64 h 142"/>
                    <a:gd name="T94" fmla="*/ 123 w 128"/>
                    <a:gd name="T95" fmla="*/ 51 h 142"/>
                    <a:gd name="T96" fmla="*/ 127 w 128"/>
                    <a:gd name="T97" fmla="*/ 35 h 142"/>
                    <a:gd name="T98" fmla="*/ 121 w 128"/>
                    <a:gd name="T99" fmla="*/ 24 h 142"/>
                    <a:gd name="T100" fmla="*/ 113 w 128"/>
                    <a:gd name="T101" fmla="*/ 17 h 142"/>
                    <a:gd name="T102" fmla="*/ 104 w 128"/>
                    <a:gd name="T103" fmla="*/ 12 h 14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28"/>
                    <a:gd name="T157" fmla="*/ 0 h 142"/>
                    <a:gd name="T158" fmla="*/ 128 w 128"/>
                    <a:gd name="T159" fmla="*/ 142 h 14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28" h="142">
                      <a:moveTo>
                        <a:pt x="104" y="12"/>
                      </a:moveTo>
                      <a:lnTo>
                        <a:pt x="93" y="6"/>
                      </a:lnTo>
                      <a:lnTo>
                        <a:pt x="84" y="4"/>
                      </a:lnTo>
                      <a:lnTo>
                        <a:pt x="68" y="0"/>
                      </a:lnTo>
                      <a:lnTo>
                        <a:pt x="57" y="0"/>
                      </a:lnTo>
                      <a:lnTo>
                        <a:pt x="45" y="0"/>
                      </a:lnTo>
                      <a:lnTo>
                        <a:pt x="33" y="3"/>
                      </a:lnTo>
                      <a:lnTo>
                        <a:pt x="25" y="3"/>
                      </a:lnTo>
                      <a:lnTo>
                        <a:pt x="17" y="5"/>
                      </a:lnTo>
                      <a:lnTo>
                        <a:pt x="9" y="12"/>
                      </a:lnTo>
                      <a:lnTo>
                        <a:pt x="4" y="19"/>
                      </a:lnTo>
                      <a:lnTo>
                        <a:pt x="3" y="30"/>
                      </a:lnTo>
                      <a:lnTo>
                        <a:pt x="1" y="43"/>
                      </a:lnTo>
                      <a:lnTo>
                        <a:pt x="0" y="62"/>
                      </a:lnTo>
                      <a:lnTo>
                        <a:pt x="0" y="79"/>
                      </a:lnTo>
                      <a:lnTo>
                        <a:pt x="4" y="92"/>
                      </a:lnTo>
                      <a:lnTo>
                        <a:pt x="6" y="106"/>
                      </a:lnTo>
                      <a:lnTo>
                        <a:pt x="10" y="115"/>
                      </a:lnTo>
                      <a:lnTo>
                        <a:pt x="14" y="124"/>
                      </a:lnTo>
                      <a:lnTo>
                        <a:pt x="17" y="132"/>
                      </a:lnTo>
                      <a:lnTo>
                        <a:pt x="22" y="141"/>
                      </a:lnTo>
                      <a:lnTo>
                        <a:pt x="27" y="141"/>
                      </a:lnTo>
                      <a:lnTo>
                        <a:pt x="25" y="128"/>
                      </a:lnTo>
                      <a:lnTo>
                        <a:pt x="28" y="120"/>
                      </a:lnTo>
                      <a:lnTo>
                        <a:pt x="29" y="115"/>
                      </a:lnTo>
                      <a:lnTo>
                        <a:pt x="27" y="107"/>
                      </a:lnTo>
                      <a:lnTo>
                        <a:pt x="25" y="92"/>
                      </a:lnTo>
                      <a:lnTo>
                        <a:pt x="29" y="89"/>
                      </a:lnTo>
                      <a:lnTo>
                        <a:pt x="34" y="96"/>
                      </a:lnTo>
                      <a:lnTo>
                        <a:pt x="39" y="103"/>
                      </a:lnTo>
                      <a:lnTo>
                        <a:pt x="38" y="89"/>
                      </a:lnTo>
                      <a:lnTo>
                        <a:pt x="40" y="72"/>
                      </a:lnTo>
                      <a:lnTo>
                        <a:pt x="40" y="54"/>
                      </a:lnTo>
                      <a:lnTo>
                        <a:pt x="41" y="44"/>
                      </a:lnTo>
                      <a:lnTo>
                        <a:pt x="37" y="40"/>
                      </a:lnTo>
                      <a:lnTo>
                        <a:pt x="46" y="42"/>
                      </a:lnTo>
                      <a:lnTo>
                        <a:pt x="53" y="45"/>
                      </a:lnTo>
                      <a:lnTo>
                        <a:pt x="60" y="46"/>
                      </a:lnTo>
                      <a:lnTo>
                        <a:pt x="72" y="48"/>
                      </a:lnTo>
                      <a:lnTo>
                        <a:pt x="80" y="51"/>
                      </a:lnTo>
                      <a:lnTo>
                        <a:pt x="69" y="45"/>
                      </a:lnTo>
                      <a:lnTo>
                        <a:pt x="75" y="45"/>
                      </a:lnTo>
                      <a:lnTo>
                        <a:pt x="90" y="45"/>
                      </a:lnTo>
                      <a:lnTo>
                        <a:pt x="101" y="43"/>
                      </a:lnTo>
                      <a:lnTo>
                        <a:pt x="115" y="44"/>
                      </a:lnTo>
                      <a:lnTo>
                        <a:pt x="119" y="53"/>
                      </a:lnTo>
                      <a:lnTo>
                        <a:pt x="121" y="64"/>
                      </a:lnTo>
                      <a:lnTo>
                        <a:pt x="123" y="51"/>
                      </a:lnTo>
                      <a:lnTo>
                        <a:pt x="127" y="35"/>
                      </a:lnTo>
                      <a:lnTo>
                        <a:pt x="121" y="24"/>
                      </a:lnTo>
                      <a:lnTo>
                        <a:pt x="113" y="17"/>
                      </a:lnTo>
                      <a:lnTo>
                        <a:pt x="104" y="12"/>
                      </a:lnTo>
                    </a:path>
                  </a:pathLst>
                </a:custGeom>
                <a:solidFill>
                  <a:srgbClr val="C0802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grpSp>
          <p:nvGrpSpPr>
            <p:cNvPr id="60435" name="Group 201"/>
            <p:cNvGrpSpPr/>
            <p:nvPr/>
          </p:nvGrpSpPr>
          <p:grpSpPr bwMode="auto">
            <a:xfrm>
              <a:off x="3598" y="1816"/>
              <a:ext cx="300" cy="1376"/>
              <a:chOff x="3598" y="1816"/>
              <a:chExt cx="300" cy="1376"/>
            </a:xfrm>
          </p:grpSpPr>
          <p:grpSp>
            <p:nvGrpSpPr>
              <p:cNvPr id="60436" name="Group 202"/>
              <p:cNvGrpSpPr/>
              <p:nvPr/>
            </p:nvGrpSpPr>
            <p:grpSpPr bwMode="auto">
              <a:xfrm>
                <a:off x="3677" y="1816"/>
                <a:ext cx="156" cy="326"/>
                <a:chOff x="3677" y="1816"/>
                <a:chExt cx="156" cy="326"/>
              </a:xfrm>
            </p:grpSpPr>
            <p:sp>
              <p:nvSpPr>
                <p:cNvPr id="60455" name="Freeform 203"/>
                <p:cNvSpPr/>
                <p:nvPr/>
              </p:nvSpPr>
              <p:spPr bwMode="auto">
                <a:xfrm>
                  <a:off x="3677" y="1816"/>
                  <a:ext cx="156" cy="183"/>
                </a:xfrm>
                <a:custGeom>
                  <a:avLst/>
                  <a:gdLst>
                    <a:gd name="T0" fmla="*/ 89 w 156"/>
                    <a:gd name="T1" fmla="*/ 4 h 183"/>
                    <a:gd name="T2" fmla="*/ 112 w 156"/>
                    <a:gd name="T3" fmla="*/ 11 h 183"/>
                    <a:gd name="T4" fmla="*/ 124 w 156"/>
                    <a:gd name="T5" fmla="*/ 20 h 183"/>
                    <a:gd name="T6" fmla="*/ 132 w 156"/>
                    <a:gd name="T7" fmla="*/ 33 h 183"/>
                    <a:gd name="T8" fmla="*/ 140 w 156"/>
                    <a:gd name="T9" fmla="*/ 58 h 183"/>
                    <a:gd name="T10" fmla="*/ 149 w 156"/>
                    <a:gd name="T11" fmla="*/ 96 h 183"/>
                    <a:gd name="T12" fmla="*/ 155 w 156"/>
                    <a:gd name="T13" fmla="*/ 128 h 183"/>
                    <a:gd name="T14" fmla="*/ 154 w 156"/>
                    <a:gd name="T15" fmla="*/ 143 h 183"/>
                    <a:gd name="T16" fmla="*/ 151 w 156"/>
                    <a:gd name="T17" fmla="*/ 157 h 183"/>
                    <a:gd name="T18" fmla="*/ 149 w 156"/>
                    <a:gd name="T19" fmla="*/ 179 h 183"/>
                    <a:gd name="T20" fmla="*/ 143 w 156"/>
                    <a:gd name="T21" fmla="*/ 178 h 183"/>
                    <a:gd name="T22" fmla="*/ 134 w 156"/>
                    <a:gd name="T23" fmla="*/ 176 h 183"/>
                    <a:gd name="T24" fmla="*/ 124 w 156"/>
                    <a:gd name="T25" fmla="*/ 177 h 183"/>
                    <a:gd name="T26" fmla="*/ 110 w 156"/>
                    <a:gd name="T27" fmla="*/ 180 h 183"/>
                    <a:gd name="T28" fmla="*/ 101 w 156"/>
                    <a:gd name="T29" fmla="*/ 181 h 183"/>
                    <a:gd name="T30" fmla="*/ 101 w 156"/>
                    <a:gd name="T31" fmla="*/ 169 h 183"/>
                    <a:gd name="T32" fmla="*/ 113 w 156"/>
                    <a:gd name="T33" fmla="*/ 144 h 183"/>
                    <a:gd name="T34" fmla="*/ 115 w 156"/>
                    <a:gd name="T35" fmla="*/ 104 h 183"/>
                    <a:gd name="T36" fmla="*/ 113 w 156"/>
                    <a:gd name="T37" fmla="*/ 67 h 183"/>
                    <a:gd name="T38" fmla="*/ 91 w 156"/>
                    <a:gd name="T39" fmla="*/ 45 h 183"/>
                    <a:gd name="T40" fmla="*/ 54 w 156"/>
                    <a:gd name="T41" fmla="*/ 41 h 183"/>
                    <a:gd name="T42" fmla="*/ 37 w 156"/>
                    <a:gd name="T43" fmla="*/ 64 h 183"/>
                    <a:gd name="T44" fmla="*/ 39 w 156"/>
                    <a:gd name="T45" fmla="*/ 140 h 183"/>
                    <a:gd name="T46" fmla="*/ 54 w 156"/>
                    <a:gd name="T47" fmla="*/ 170 h 183"/>
                    <a:gd name="T48" fmla="*/ 54 w 156"/>
                    <a:gd name="T49" fmla="*/ 180 h 183"/>
                    <a:gd name="T50" fmla="*/ 45 w 156"/>
                    <a:gd name="T51" fmla="*/ 180 h 183"/>
                    <a:gd name="T52" fmla="*/ 34 w 156"/>
                    <a:gd name="T53" fmla="*/ 178 h 183"/>
                    <a:gd name="T54" fmla="*/ 24 w 156"/>
                    <a:gd name="T55" fmla="*/ 177 h 183"/>
                    <a:gd name="T56" fmla="*/ 12 w 156"/>
                    <a:gd name="T57" fmla="*/ 182 h 183"/>
                    <a:gd name="T58" fmla="*/ 10 w 156"/>
                    <a:gd name="T59" fmla="*/ 169 h 183"/>
                    <a:gd name="T60" fmla="*/ 4 w 156"/>
                    <a:gd name="T61" fmla="*/ 151 h 183"/>
                    <a:gd name="T62" fmla="*/ 1 w 156"/>
                    <a:gd name="T63" fmla="*/ 134 h 183"/>
                    <a:gd name="T64" fmla="*/ 0 w 156"/>
                    <a:gd name="T65" fmla="*/ 120 h 183"/>
                    <a:gd name="T66" fmla="*/ 1 w 156"/>
                    <a:gd name="T67" fmla="*/ 104 h 183"/>
                    <a:gd name="T68" fmla="*/ 4 w 156"/>
                    <a:gd name="T69" fmla="*/ 92 h 183"/>
                    <a:gd name="T70" fmla="*/ 7 w 156"/>
                    <a:gd name="T71" fmla="*/ 79 h 183"/>
                    <a:gd name="T72" fmla="*/ 10 w 156"/>
                    <a:gd name="T73" fmla="*/ 66 h 183"/>
                    <a:gd name="T74" fmla="*/ 10 w 156"/>
                    <a:gd name="T75" fmla="*/ 57 h 183"/>
                    <a:gd name="T76" fmla="*/ 13 w 156"/>
                    <a:gd name="T77" fmla="*/ 44 h 183"/>
                    <a:gd name="T78" fmla="*/ 17 w 156"/>
                    <a:gd name="T79" fmla="*/ 27 h 183"/>
                    <a:gd name="T80" fmla="*/ 32 w 156"/>
                    <a:gd name="T81" fmla="*/ 13 h 183"/>
                    <a:gd name="T82" fmla="*/ 43 w 156"/>
                    <a:gd name="T83" fmla="*/ 4 h 183"/>
                    <a:gd name="T84" fmla="*/ 60 w 156"/>
                    <a:gd name="T85" fmla="*/ 0 h 183"/>
                    <a:gd name="T86" fmla="*/ 75 w 156"/>
                    <a:gd name="T87" fmla="*/ 0 h 183"/>
                    <a:gd name="T88" fmla="*/ 89 w 156"/>
                    <a:gd name="T89" fmla="*/ 4 h 18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56"/>
                    <a:gd name="T136" fmla="*/ 0 h 183"/>
                    <a:gd name="T137" fmla="*/ 156 w 156"/>
                    <a:gd name="T138" fmla="*/ 183 h 183"/>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56" h="183">
                      <a:moveTo>
                        <a:pt x="89" y="4"/>
                      </a:moveTo>
                      <a:lnTo>
                        <a:pt x="112" y="11"/>
                      </a:lnTo>
                      <a:lnTo>
                        <a:pt x="124" y="20"/>
                      </a:lnTo>
                      <a:lnTo>
                        <a:pt x="132" y="33"/>
                      </a:lnTo>
                      <a:lnTo>
                        <a:pt x="140" y="58"/>
                      </a:lnTo>
                      <a:lnTo>
                        <a:pt x="149" y="96"/>
                      </a:lnTo>
                      <a:lnTo>
                        <a:pt x="155" y="128"/>
                      </a:lnTo>
                      <a:lnTo>
                        <a:pt x="154" y="143"/>
                      </a:lnTo>
                      <a:lnTo>
                        <a:pt x="151" y="157"/>
                      </a:lnTo>
                      <a:lnTo>
                        <a:pt x="149" y="179"/>
                      </a:lnTo>
                      <a:lnTo>
                        <a:pt x="143" y="178"/>
                      </a:lnTo>
                      <a:lnTo>
                        <a:pt x="134" y="176"/>
                      </a:lnTo>
                      <a:lnTo>
                        <a:pt x="124" y="177"/>
                      </a:lnTo>
                      <a:lnTo>
                        <a:pt x="110" y="180"/>
                      </a:lnTo>
                      <a:lnTo>
                        <a:pt x="101" y="181"/>
                      </a:lnTo>
                      <a:lnTo>
                        <a:pt x="101" y="169"/>
                      </a:lnTo>
                      <a:lnTo>
                        <a:pt x="113" y="144"/>
                      </a:lnTo>
                      <a:lnTo>
                        <a:pt x="115" y="104"/>
                      </a:lnTo>
                      <a:lnTo>
                        <a:pt x="113" y="67"/>
                      </a:lnTo>
                      <a:lnTo>
                        <a:pt x="91" y="45"/>
                      </a:lnTo>
                      <a:lnTo>
                        <a:pt x="54" y="41"/>
                      </a:lnTo>
                      <a:lnTo>
                        <a:pt x="37" y="64"/>
                      </a:lnTo>
                      <a:lnTo>
                        <a:pt x="39" y="140"/>
                      </a:lnTo>
                      <a:lnTo>
                        <a:pt x="54" y="170"/>
                      </a:lnTo>
                      <a:lnTo>
                        <a:pt x="54" y="180"/>
                      </a:lnTo>
                      <a:lnTo>
                        <a:pt x="45" y="180"/>
                      </a:lnTo>
                      <a:lnTo>
                        <a:pt x="34" y="178"/>
                      </a:lnTo>
                      <a:lnTo>
                        <a:pt x="24" y="177"/>
                      </a:lnTo>
                      <a:lnTo>
                        <a:pt x="12" y="182"/>
                      </a:lnTo>
                      <a:lnTo>
                        <a:pt x="10" y="169"/>
                      </a:lnTo>
                      <a:lnTo>
                        <a:pt x="4" y="151"/>
                      </a:lnTo>
                      <a:lnTo>
                        <a:pt x="1" y="134"/>
                      </a:lnTo>
                      <a:lnTo>
                        <a:pt x="0" y="120"/>
                      </a:lnTo>
                      <a:lnTo>
                        <a:pt x="1" y="104"/>
                      </a:lnTo>
                      <a:lnTo>
                        <a:pt x="4" y="92"/>
                      </a:lnTo>
                      <a:lnTo>
                        <a:pt x="7" y="79"/>
                      </a:lnTo>
                      <a:lnTo>
                        <a:pt x="10" y="66"/>
                      </a:lnTo>
                      <a:lnTo>
                        <a:pt x="10" y="57"/>
                      </a:lnTo>
                      <a:lnTo>
                        <a:pt x="13" y="44"/>
                      </a:lnTo>
                      <a:lnTo>
                        <a:pt x="17" y="27"/>
                      </a:lnTo>
                      <a:lnTo>
                        <a:pt x="32" y="13"/>
                      </a:lnTo>
                      <a:lnTo>
                        <a:pt x="43" y="4"/>
                      </a:lnTo>
                      <a:lnTo>
                        <a:pt x="60" y="0"/>
                      </a:lnTo>
                      <a:lnTo>
                        <a:pt x="75" y="0"/>
                      </a:lnTo>
                      <a:lnTo>
                        <a:pt x="89" y="4"/>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456" name="Freeform 204"/>
                <p:cNvSpPr/>
                <p:nvPr/>
              </p:nvSpPr>
              <p:spPr bwMode="auto">
                <a:xfrm>
                  <a:off x="3689" y="1850"/>
                  <a:ext cx="127" cy="292"/>
                </a:xfrm>
                <a:custGeom>
                  <a:avLst/>
                  <a:gdLst>
                    <a:gd name="T0" fmla="*/ 78 w 127"/>
                    <a:gd name="T1" fmla="*/ 3 h 292"/>
                    <a:gd name="T2" fmla="*/ 87 w 127"/>
                    <a:gd name="T3" fmla="*/ 7 h 292"/>
                    <a:gd name="T4" fmla="*/ 95 w 127"/>
                    <a:gd name="T5" fmla="*/ 14 h 292"/>
                    <a:gd name="T6" fmla="*/ 101 w 127"/>
                    <a:gd name="T7" fmla="*/ 24 h 292"/>
                    <a:gd name="T8" fmla="*/ 103 w 127"/>
                    <a:gd name="T9" fmla="*/ 35 h 292"/>
                    <a:gd name="T10" fmla="*/ 106 w 127"/>
                    <a:gd name="T11" fmla="*/ 71 h 292"/>
                    <a:gd name="T12" fmla="*/ 106 w 127"/>
                    <a:gd name="T13" fmla="*/ 85 h 292"/>
                    <a:gd name="T14" fmla="*/ 102 w 127"/>
                    <a:gd name="T15" fmla="*/ 109 h 292"/>
                    <a:gd name="T16" fmla="*/ 98 w 127"/>
                    <a:gd name="T17" fmla="*/ 122 h 292"/>
                    <a:gd name="T18" fmla="*/ 89 w 127"/>
                    <a:gd name="T19" fmla="*/ 139 h 292"/>
                    <a:gd name="T20" fmla="*/ 89 w 127"/>
                    <a:gd name="T21" fmla="*/ 183 h 292"/>
                    <a:gd name="T22" fmla="*/ 126 w 127"/>
                    <a:gd name="T23" fmla="*/ 207 h 292"/>
                    <a:gd name="T24" fmla="*/ 60 w 127"/>
                    <a:gd name="T25" fmla="*/ 291 h 292"/>
                    <a:gd name="T26" fmla="*/ 0 w 127"/>
                    <a:gd name="T27" fmla="*/ 201 h 292"/>
                    <a:gd name="T28" fmla="*/ 43 w 127"/>
                    <a:gd name="T29" fmla="*/ 173 h 292"/>
                    <a:gd name="T30" fmla="*/ 43 w 127"/>
                    <a:gd name="T31" fmla="*/ 140 h 292"/>
                    <a:gd name="T32" fmla="*/ 32 w 127"/>
                    <a:gd name="T33" fmla="*/ 122 h 292"/>
                    <a:gd name="T34" fmla="*/ 26 w 127"/>
                    <a:gd name="T35" fmla="*/ 110 h 292"/>
                    <a:gd name="T36" fmla="*/ 24 w 127"/>
                    <a:gd name="T37" fmla="*/ 95 h 292"/>
                    <a:gd name="T38" fmla="*/ 23 w 127"/>
                    <a:gd name="T39" fmla="*/ 78 h 292"/>
                    <a:gd name="T40" fmla="*/ 23 w 127"/>
                    <a:gd name="T41" fmla="*/ 66 h 292"/>
                    <a:gd name="T42" fmla="*/ 23 w 127"/>
                    <a:gd name="T43" fmla="*/ 48 h 292"/>
                    <a:gd name="T44" fmla="*/ 23 w 127"/>
                    <a:gd name="T45" fmla="*/ 36 h 292"/>
                    <a:gd name="T46" fmla="*/ 26 w 127"/>
                    <a:gd name="T47" fmla="*/ 23 h 292"/>
                    <a:gd name="T48" fmla="*/ 33 w 127"/>
                    <a:gd name="T49" fmla="*/ 12 h 292"/>
                    <a:gd name="T50" fmla="*/ 43 w 127"/>
                    <a:gd name="T51" fmla="*/ 5 h 292"/>
                    <a:gd name="T52" fmla="*/ 52 w 127"/>
                    <a:gd name="T53" fmla="*/ 1 h 292"/>
                    <a:gd name="T54" fmla="*/ 64 w 127"/>
                    <a:gd name="T55" fmla="*/ 0 h 292"/>
                    <a:gd name="T56" fmla="*/ 78 w 127"/>
                    <a:gd name="T57" fmla="*/ 3 h 2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27"/>
                    <a:gd name="T88" fmla="*/ 0 h 292"/>
                    <a:gd name="T89" fmla="*/ 127 w 127"/>
                    <a:gd name="T90" fmla="*/ 292 h 29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27" h="292">
                      <a:moveTo>
                        <a:pt x="78" y="3"/>
                      </a:moveTo>
                      <a:lnTo>
                        <a:pt x="87" y="7"/>
                      </a:lnTo>
                      <a:lnTo>
                        <a:pt x="95" y="14"/>
                      </a:lnTo>
                      <a:lnTo>
                        <a:pt x="101" y="24"/>
                      </a:lnTo>
                      <a:lnTo>
                        <a:pt x="103" y="35"/>
                      </a:lnTo>
                      <a:lnTo>
                        <a:pt x="106" y="71"/>
                      </a:lnTo>
                      <a:lnTo>
                        <a:pt x="106" y="85"/>
                      </a:lnTo>
                      <a:lnTo>
                        <a:pt x="102" y="109"/>
                      </a:lnTo>
                      <a:lnTo>
                        <a:pt x="98" y="122"/>
                      </a:lnTo>
                      <a:lnTo>
                        <a:pt x="89" y="139"/>
                      </a:lnTo>
                      <a:lnTo>
                        <a:pt x="89" y="183"/>
                      </a:lnTo>
                      <a:lnTo>
                        <a:pt x="126" y="207"/>
                      </a:lnTo>
                      <a:lnTo>
                        <a:pt x="60" y="291"/>
                      </a:lnTo>
                      <a:lnTo>
                        <a:pt x="0" y="201"/>
                      </a:lnTo>
                      <a:lnTo>
                        <a:pt x="43" y="173"/>
                      </a:lnTo>
                      <a:lnTo>
                        <a:pt x="43" y="140"/>
                      </a:lnTo>
                      <a:lnTo>
                        <a:pt x="32" y="122"/>
                      </a:lnTo>
                      <a:lnTo>
                        <a:pt x="26" y="110"/>
                      </a:lnTo>
                      <a:lnTo>
                        <a:pt x="24" y="95"/>
                      </a:lnTo>
                      <a:lnTo>
                        <a:pt x="23" y="78"/>
                      </a:lnTo>
                      <a:lnTo>
                        <a:pt x="23" y="66"/>
                      </a:lnTo>
                      <a:lnTo>
                        <a:pt x="23" y="48"/>
                      </a:lnTo>
                      <a:lnTo>
                        <a:pt x="23" y="36"/>
                      </a:lnTo>
                      <a:lnTo>
                        <a:pt x="26" y="23"/>
                      </a:lnTo>
                      <a:lnTo>
                        <a:pt x="33" y="12"/>
                      </a:lnTo>
                      <a:lnTo>
                        <a:pt x="43" y="5"/>
                      </a:lnTo>
                      <a:lnTo>
                        <a:pt x="52" y="1"/>
                      </a:lnTo>
                      <a:lnTo>
                        <a:pt x="64" y="0"/>
                      </a:lnTo>
                      <a:lnTo>
                        <a:pt x="78" y="3"/>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nvGrpSpPr>
              <p:cNvPr id="60437" name="Group 205"/>
              <p:cNvGrpSpPr/>
              <p:nvPr/>
            </p:nvGrpSpPr>
            <p:grpSpPr bwMode="auto">
              <a:xfrm>
                <a:off x="3604" y="2482"/>
                <a:ext cx="246" cy="649"/>
                <a:chOff x="3604" y="2482"/>
                <a:chExt cx="246" cy="649"/>
              </a:xfrm>
            </p:grpSpPr>
            <p:grpSp>
              <p:nvGrpSpPr>
                <p:cNvPr id="60451" name="Group 206"/>
                <p:cNvGrpSpPr/>
                <p:nvPr/>
              </p:nvGrpSpPr>
              <p:grpSpPr bwMode="auto">
                <a:xfrm>
                  <a:off x="3604" y="2482"/>
                  <a:ext cx="246" cy="649"/>
                  <a:chOff x="3604" y="2482"/>
                  <a:chExt cx="246" cy="649"/>
                </a:xfrm>
              </p:grpSpPr>
              <p:sp>
                <p:nvSpPr>
                  <p:cNvPr id="60453" name="Freeform 207"/>
                  <p:cNvSpPr/>
                  <p:nvPr/>
                </p:nvSpPr>
                <p:spPr bwMode="auto">
                  <a:xfrm>
                    <a:off x="3675" y="2623"/>
                    <a:ext cx="175" cy="508"/>
                  </a:xfrm>
                  <a:custGeom>
                    <a:avLst/>
                    <a:gdLst>
                      <a:gd name="T0" fmla="*/ 142 w 175"/>
                      <a:gd name="T1" fmla="*/ 11 h 508"/>
                      <a:gd name="T2" fmla="*/ 141 w 175"/>
                      <a:gd name="T3" fmla="*/ 158 h 508"/>
                      <a:gd name="T4" fmla="*/ 141 w 175"/>
                      <a:gd name="T5" fmla="*/ 280 h 508"/>
                      <a:gd name="T6" fmla="*/ 134 w 175"/>
                      <a:gd name="T7" fmla="*/ 399 h 508"/>
                      <a:gd name="T8" fmla="*/ 154 w 175"/>
                      <a:gd name="T9" fmla="*/ 450 h 508"/>
                      <a:gd name="T10" fmla="*/ 169 w 175"/>
                      <a:gd name="T11" fmla="*/ 485 h 508"/>
                      <a:gd name="T12" fmla="*/ 174 w 175"/>
                      <a:gd name="T13" fmla="*/ 495 h 508"/>
                      <a:gd name="T14" fmla="*/ 167 w 175"/>
                      <a:gd name="T15" fmla="*/ 507 h 508"/>
                      <a:gd name="T16" fmla="*/ 136 w 175"/>
                      <a:gd name="T17" fmla="*/ 505 h 508"/>
                      <a:gd name="T18" fmla="*/ 108 w 175"/>
                      <a:gd name="T19" fmla="*/ 438 h 508"/>
                      <a:gd name="T20" fmla="*/ 106 w 175"/>
                      <a:gd name="T21" fmla="*/ 396 h 508"/>
                      <a:gd name="T22" fmla="*/ 86 w 175"/>
                      <a:gd name="T23" fmla="*/ 255 h 508"/>
                      <a:gd name="T24" fmla="*/ 83 w 175"/>
                      <a:gd name="T25" fmla="*/ 222 h 508"/>
                      <a:gd name="T26" fmla="*/ 84 w 175"/>
                      <a:gd name="T27" fmla="*/ 288 h 508"/>
                      <a:gd name="T28" fmla="*/ 74 w 175"/>
                      <a:gd name="T29" fmla="*/ 382 h 508"/>
                      <a:gd name="T30" fmla="*/ 77 w 175"/>
                      <a:gd name="T31" fmla="*/ 425 h 508"/>
                      <a:gd name="T32" fmla="*/ 63 w 175"/>
                      <a:gd name="T33" fmla="*/ 468 h 508"/>
                      <a:gd name="T34" fmla="*/ 45 w 175"/>
                      <a:gd name="T35" fmla="*/ 500 h 508"/>
                      <a:gd name="T36" fmla="*/ 17 w 175"/>
                      <a:gd name="T37" fmla="*/ 501 h 508"/>
                      <a:gd name="T38" fmla="*/ 8 w 175"/>
                      <a:gd name="T39" fmla="*/ 490 h 508"/>
                      <a:gd name="T40" fmla="*/ 38 w 175"/>
                      <a:gd name="T41" fmla="*/ 424 h 508"/>
                      <a:gd name="T42" fmla="*/ 41 w 175"/>
                      <a:gd name="T43" fmla="*/ 392 h 508"/>
                      <a:gd name="T44" fmla="*/ 35 w 175"/>
                      <a:gd name="T45" fmla="*/ 324 h 508"/>
                      <a:gd name="T46" fmla="*/ 24 w 175"/>
                      <a:gd name="T47" fmla="*/ 213 h 508"/>
                      <a:gd name="T48" fmla="*/ 0 w 175"/>
                      <a:gd name="T49" fmla="*/ 0 h 508"/>
                      <a:gd name="T50" fmla="*/ 142 w 175"/>
                      <a:gd name="T51" fmla="*/ 11 h 50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75"/>
                      <a:gd name="T79" fmla="*/ 0 h 508"/>
                      <a:gd name="T80" fmla="*/ 175 w 175"/>
                      <a:gd name="T81" fmla="*/ 508 h 50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75" h="508">
                        <a:moveTo>
                          <a:pt x="142" y="11"/>
                        </a:moveTo>
                        <a:lnTo>
                          <a:pt x="141" y="158"/>
                        </a:lnTo>
                        <a:lnTo>
                          <a:pt x="141" y="280"/>
                        </a:lnTo>
                        <a:lnTo>
                          <a:pt x="134" y="399"/>
                        </a:lnTo>
                        <a:lnTo>
                          <a:pt x="154" y="450"/>
                        </a:lnTo>
                        <a:lnTo>
                          <a:pt x="169" y="485"/>
                        </a:lnTo>
                        <a:lnTo>
                          <a:pt x="174" y="495"/>
                        </a:lnTo>
                        <a:lnTo>
                          <a:pt x="167" y="507"/>
                        </a:lnTo>
                        <a:lnTo>
                          <a:pt x="136" y="505"/>
                        </a:lnTo>
                        <a:lnTo>
                          <a:pt x="108" y="438"/>
                        </a:lnTo>
                        <a:lnTo>
                          <a:pt x="106" y="396"/>
                        </a:lnTo>
                        <a:lnTo>
                          <a:pt x="86" y="255"/>
                        </a:lnTo>
                        <a:lnTo>
                          <a:pt x="83" y="222"/>
                        </a:lnTo>
                        <a:lnTo>
                          <a:pt x="84" y="288"/>
                        </a:lnTo>
                        <a:lnTo>
                          <a:pt x="74" y="382"/>
                        </a:lnTo>
                        <a:lnTo>
                          <a:pt x="77" y="425"/>
                        </a:lnTo>
                        <a:lnTo>
                          <a:pt x="63" y="468"/>
                        </a:lnTo>
                        <a:lnTo>
                          <a:pt x="45" y="500"/>
                        </a:lnTo>
                        <a:lnTo>
                          <a:pt x="17" y="501"/>
                        </a:lnTo>
                        <a:lnTo>
                          <a:pt x="8" y="490"/>
                        </a:lnTo>
                        <a:lnTo>
                          <a:pt x="38" y="424"/>
                        </a:lnTo>
                        <a:lnTo>
                          <a:pt x="41" y="392"/>
                        </a:lnTo>
                        <a:lnTo>
                          <a:pt x="35" y="324"/>
                        </a:lnTo>
                        <a:lnTo>
                          <a:pt x="24" y="213"/>
                        </a:lnTo>
                        <a:lnTo>
                          <a:pt x="0" y="0"/>
                        </a:lnTo>
                        <a:lnTo>
                          <a:pt x="142" y="11"/>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454" name="Freeform 208"/>
                  <p:cNvSpPr/>
                  <p:nvPr/>
                </p:nvSpPr>
                <p:spPr bwMode="auto">
                  <a:xfrm>
                    <a:off x="3604" y="2482"/>
                    <a:ext cx="38" cy="60"/>
                  </a:xfrm>
                  <a:custGeom>
                    <a:avLst/>
                    <a:gdLst>
                      <a:gd name="T0" fmla="*/ 0 w 38"/>
                      <a:gd name="T1" fmla="*/ 0 h 60"/>
                      <a:gd name="T2" fmla="*/ 0 w 38"/>
                      <a:gd name="T3" fmla="*/ 31 h 60"/>
                      <a:gd name="T4" fmla="*/ 37 w 38"/>
                      <a:gd name="T5" fmla="*/ 59 h 60"/>
                      <a:gd name="T6" fmla="*/ 20 w 38"/>
                      <a:gd name="T7" fmla="*/ 4 h 60"/>
                      <a:gd name="T8" fmla="*/ 0 w 38"/>
                      <a:gd name="T9" fmla="*/ 0 h 60"/>
                      <a:gd name="T10" fmla="*/ 0 60000 65536"/>
                      <a:gd name="T11" fmla="*/ 0 60000 65536"/>
                      <a:gd name="T12" fmla="*/ 0 60000 65536"/>
                      <a:gd name="T13" fmla="*/ 0 60000 65536"/>
                      <a:gd name="T14" fmla="*/ 0 60000 65536"/>
                      <a:gd name="T15" fmla="*/ 0 w 38"/>
                      <a:gd name="T16" fmla="*/ 0 h 60"/>
                      <a:gd name="T17" fmla="*/ 38 w 38"/>
                      <a:gd name="T18" fmla="*/ 60 h 60"/>
                    </a:gdLst>
                    <a:ahLst/>
                    <a:cxnLst>
                      <a:cxn ang="T10">
                        <a:pos x="T0" y="T1"/>
                      </a:cxn>
                      <a:cxn ang="T11">
                        <a:pos x="T2" y="T3"/>
                      </a:cxn>
                      <a:cxn ang="T12">
                        <a:pos x="T4" y="T5"/>
                      </a:cxn>
                      <a:cxn ang="T13">
                        <a:pos x="T6" y="T7"/>
                      </a:cxn>
                      <a:cxn ang="T14">
                        <a:pos x="T8" y="T9"/>
                      </a:cxn>
                    </a:cxnLst>
                    <a:rect l="T15" t="T16" r="T17" b="T18"/>
                    <a:pathLst>
                      <a:path w="38" h="60">
                        <a:moveTo>
                          <a:pt x="0" y="0"/>
                        </a:moveTo>
                        <a:lnTo>
                          <a:pt x="0" y="31"/>
                        </a:lnTo>
                        <a:lnTo>
                          <a:pt x="37" y="59"/>
                        </a:lnTo>
                        <a:lnTo>
                          <a:pt x="20" y="4"/>
                        </a:lnTo>
                        <a:lnTo>
                          <a:pt x="0" y="0"/>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
              <p:nvSpPr>
                <p:cNvPr id="60452" name="Freeform 209"/>
                <p:cNvSpPr/>
                <p:nvPr/>
              </p:nvSpPr>
              <p:spPr bwMode="auto">
                <a:xfrm>
                  <a:off x="3748" y="2628"/>
                  <a:ext cx="17" cy="228"/>
                </a:xfrm>
                <a:custGeom>
                  <a:avLst/>
                  <a:gdLst>
                    <a:gd name="T0" fmla="*/ 0 w 17"/>
                    <a:gd name="T1" fmla="*/ 0 h 228"/>
                    <a:gd name="T2" fmla="*/ 0 w 17"/>
                    <a:gd name="T3" fmla="*/ 76 h 228"/>
                    <a:gd name="T4" fmla="*/ 3 w 17"/>
                    <a:gd name="T5" fmla="*/ 121 h 228"/>
                    <a:gd name="T6" fmla="*/ 7 w 17"/>
                    <a:gd name="T7" fmla="*/ 170 h 228"/>
                    <a:gd name="T8" fmla="*/ 16 w 17"/>
                    <a:gd name="T9" fmla="*/ 216 h 228"/>
                    <a:gd name="T10" fmla="*/ 13 w 17"/>
                    <a:gd name="T11" fmla="*/ 227 h 228"/>
                    <a:gd name="T12" fmla="*/ 0 w 17"/>
                    <a:gd name="T13" fmla="*/ 0 h 228"/>
                    <a:gd name="T14" fmla="*/ 0 60000 65536"/>
                    <a:gd name="T15" fmla="*/ 0 60000 65536"/>
                    <a:gd name="T16" fmla="*/ 0 60000 65536"/>
                    <a:gd name="T17" fmla="*/ 0 60000 65536"/>
                    <a:gd name="T18" fmla="*/ 0 60000 65536"/>
                    <a:gd name="T19" fmla="*/ 0 60000 65536"/>
                    <a:gd name="T20" fmla="*/ 0 60000 65536"/>
                    <a:gd name="T21" fmla="*/ 0 w 17"/>
                    <a:gd name="T22" fmla="*/ 0 h 228"/>
                    <a:gd name="T23" fmla="*/ 17 w 17"/>
                    <a:gd name="T24" fmla="*/ 228 h 2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28">
                      <a:moveTo>
                        <a:pt x="0" y="0"/>
                      </a:moveTo>
                      <a:lnTo>
                        <a:pt x="0" y="76"/>
                      </a:lnTo>
                      <a:lnTo>
                        <a:pt x="3" y="121"/>
                      </a:lnTo>
                      <a:lnTo>
                        <a:pt x="7" y="170"/>
                      </a:lnTo>
                      <a:lnTo>
                        <a:pt x="16" y="216"/>
                      </a:lnTo>
                      <a:lnTo>
                        <a:pt x="13" y="227"/>
                      </a:lnTo>
                      <a:lnTo>
                        <a:pt x="0" y="0"/>
                      </a:lnTo>
                    </a:path>
                  </a:pathLst>
                </a:custGeom>
                <a:solidFill>
                  <a:srgbClr val="FF8080"/>
                </a:solidFill>
                <a:ln w="12700" cap="rnd">
                  <a:solidFill>
                    <a:srgbClr val="FF6020"/>
                  </a:solidFill>
                  <a:round/>
                </a:ln>
              </p:spPr>
              <p:txBody>
                <a:bodyPr/>
                <a:p>
                  <a:endParaRPr lang="zh-CN" altLang="en-US"/>
                </a:p>
              </p:txBody>
            </p:sp>
          </p:grpSp>
          <p:grpSp>
            <p:nvGrpSpPr>
              <p:cNvPr id="60438" name="Group 210"/>
              <p:cNvGrpSpPr/>
              <p:nvPr/>
            </p:nvGrpSpPr>
            <p:grpSpPr bwMode="auto">
              <a:xfrm>
                <a:off x="3673" y="3052"/>
                <a:ext cx="186" cy="140"/>
                <a:chOff x="3673" y="3052"/>
                <a:chExt cx="186" cy="140"/>
              </a:xfrm>
            </p:grpSpPr>
            <p:sp>
              <p:nvSpPr>
                <p:cNvPr id="60449" name="Freeform 211"/>
                <p:cNvSpPr/>
                <p:nvPr/>
              </p:nvSpPr>
              <p:spPr bwMode="auto">
                <a:xfrm>
                  <a:off x="3673" y="3052"/>
                  <a:ext cx="82" cy="132"/>
                </a:xfrm>
                <a:custGeom>
                  <a:avLst/>
                  <a:gdLst>
                    <a:gd name="T0" fmla="*/ 76 w 82"/>
                    <a:gd name="T1" fmla="*/ 0 h 132"/>
                    <a:gd name="T2" fmla="*/ 81 w 82"/>
                    <a:gd name="T3" fmla="*/ 19 h 132"/>
                    <a:gd name="T4" fmla="*/ 81 w 82"/>
                    <a:gd name="T5" fmla="*/ 58 h 132"/>
                    <a:gd name="T6" fmla="*/ 73 w 82"/>
                    <a:gd name="T7" fmla="*/ 43 h 132"/>
                    <a:gd name="T8" fmla="*/ 64 w 82"/>
                    <a:gd name="T9" fmla="*/ 62 h 132"/>
                    <a:gd name="T10" fmla="*/ 61 w 82"/>
                    <a:gd name="T11" fmla="*/ 89 h 132"/>
                    <a:gd name="T12" fmla="*/ 49 w 82"/>
                    <a:gd name="T13" fmla="*/ 114 h 132"/>
                    <a:gd name="T14" fmla="*/ 29 w 82"/>
                    <a:gd name="T15" fmla="*/ 127 h 132"/>
                    <a:gd name="T16" fmla="*/ 14 w 82"/>
                    <a:gd name="T17" fmla="*/ 131 h 132"/>
                    <a:gd name="T18" fmla="*/ 0 w 82"/>
                    <a:gd name="T19" fmla="*/ 128 h 132"/>
                    <a:gd name="T20" fmla="*/ 0 w 82"/>
                    <a:gd name="T21" fmla="*/ 102 h 132"/>
                    <a:gd name="T22" fmla="*/ 11 w 82"/>
                    <a:gd name="T23" fmla="*/ 63 h 132"/>
                    <a:gd name="T24" fmla="*/ 17 w 82"/>
                    <a:gd name="T25" fmla="*/ 73 h 132"/>
                    <a:gd name="T26" fmla="*/ 29 w 82"/>
                    <a:gd name="T27" fmla="*/ 73 h 132"/>
                    <a:gd name="T28" fmla="*/ 45 w 82"/>
                    <a:gd name="T29" fmla="*/ 71 h 132"/>
                    <a:gd name="T30" fmla="*/ 56 w 82"/>
                    <a:gd name="T31" fmla="*/ 54 h 132"/>
                    <a:gd name="T32" fmla="*/ 66 w 82"/>
                    <a:gd name="T33" fmla="*/ 33 h 132"/>
                    <a:gd name="T34" fmla="*/ 76 w 82"/>
                    <a:gd name="T35" fmla="*/ 0 h 13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132"/>
                    <a:gd name="T56" fmla="*/ 82 w 82"/>
                    <a:gd name="T57" fmla="*/ 132 h 13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132">
                      <a:moveTo>
                        <a:pt x="76" y="0"/>
                      </a:moveTo>
                      <a:lnTo>
                        <a:pt x="81" y="19"/>
                      </a:lnTo>
                      <a:lnTo>
                        <a:pt x="81" y="58"/>
                      </a:lnTo>
                      <a:lnTo>
                        <a:pt x="73" y="43"/>
                      </a:lnTo>
                      <a:lnTo>
                        <a:pt x="64" y="62"/>
                      </a:lnTo>
                      <a:lnTo>
                        <a:pt x="61" y="89"/>
                      </a:lnTo>
                      <a:lnTo>
                        <a:pt x="49" y="114"/>
                      </a:lnTo>
                      <a:lnTo>
                        <a:pt x="29" y="127"/>
                      </a:lnTo>
                      <a:lnTo>
                        <a:pt x="14" y="131"/>
                      </a:lnTo>
                      <a:lnTo>
                        <a:pt x="0" y="128"/>
                      </a:lnTo>
                      <a:lnTo>
                        <a:pt x="0" y="102"/>
                      </a:lnTo>
                      <a:lnTo>
                        <a:pt x="11" y="63"/>
                      </a:lnTo>
                      <a:lnTo>
                        <a:pt x="17" y="73"/>
                      </a:lnTo>
                      <a:lnTo>
                        <a:pt x="29" y="73"/>
                      </a:lnTo>
                      <a:lnTo>
                        <a:pt x="45" y="71"/>
                      </a:lnTo>
                      <a:lnTo>
                        <a:pt x="56" y="54"/>
                      </a:lnTo>
                      <a:lnTo>
                        <a:pt x="66" y="33"/>
                      </a:lnTo>
                      <a:lnTo>
                        <a:pt x="76" y="0"/>
                      </a:lnTo>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450" name="Freeform 212"/>
                <p:cNvSpPr/>
                <p:nvPr/>
              </p:nvSpPr>
              <p:spPr bwMode="auto">
                <a:xfrm>
                  <a:off x="3784" y="3055"/>
                  <a:ext cx="75" cy="137"/>
                </a:xfrm>
                <a:custGeom>
                  <a:avLst/>
                  <a:gdLst>
                    <a:gd name="T0" fmla="*/ 1 w 75"/>
                    <a:gd name="T1" fmla="*/ 0 h 137"/>
                    <a:gd name="T2" fmla="*/ 0 w 75"/>
                    <a:gd name="T3" fmla="*/ 53 h 137"/>
                    <a:gd name="T4" fmla="*/ 4 w 75"/>
                    <a:gd name="T5" fmla="*/ 40 h 137"/>
                    <a:gd name="T6" fmla="*/ 11 w 75"/>
                    <a:gd name="T7" fmla="*/ 57 h 137"/>
                    <a:gd name="T8" fmla="*/ 16 w 75"/>
                    <a:gd name="T9" fmla="*/ 83 h 137"/>
                    <a:gd name="T10" fmla="*/ 22 w 75"/>
                    <a:gd name="T11" fmla="*/ 104 h 137"/>
                    <a:gd name="T12" fmla="*/ 37 w 75"/>
                    <a:gd name="T13" fmla="*/ 122 h 137"/>
                    <a:gd name="T14" fmla="*/ 51 w 75"/>
                    <a:gd name="T15" fmla="*/ 131 h 137"/>
                    <a:gd name="T16" fmla="*/ 64 w 75"/>
                    <a:gd name="T17" fmla="*/ 136 h 137"/>
                    <a:gd name="T18" fmla="*/ 69 w 75"/>
                    <a:gd name="T19" fmla="*/ 129 h 137"/>
                    <a:gd name="T20" fmla="*/ 73 w 75"/>
                    <a:gd name="T21" fmla="*/ 116 h 137"/>
                    <a:gd name="T22" fmla="*/ 74 w 75"/>
                    <a:gd name="T23" fmla="*/ 103 h 137"/>
                    <a:gd name="T24" fmla="*/ 72 w 75"/>
                    <a:gd name="T25" fmla="*/ 89 h 137"/>
                    <a:gd name="T26" fmla="*/ 66 w 75"/>
                    <a:gd name="T27" fmla="*/ 66 h 137"/>
                    <a:gd name="T28" fmla="*/ 55 w 75"/>
                    <a:gd name="T29" fmla="*/ 74 h 137"/>
                    <a:gd name="T30" fmla="*/ 39 w 75"/>
                    <a:gd name="T31" fmla="*/ 74 h 137"/>
                    <a:gd name="T32" fmla="*/ 29 w 75"/>
                    <a:gd name="T33" fmla="*/ 73 h 137"/>
                    <a:gd name="T34" fmla="*/ 9 w 75"/>
                    <a:gd name="T35" fmla="*/ 27 h 137"/>
                    <a:gd name="T36" fmla="*/ 1 w 75"/>
                    <a:gd name="T37" fmla="*/ 0 h 13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5"/>
                    <a:gd name="T58" fmla="*/ 0 h 137"/>
                    <a:gd name="T59" fmla="*/ 75 w 75"/>
                    <a:gd name="T60" fmla="*/ 137 h 13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5" h="137">
                      <a:moveTo>
                        <a:pt x="1" y="0"/>
                      </a:moveTo>
                      <a:lnTo>
                        <a:pt x="0" y="53"/>
                      </a:lnTo>
                      <a:lnTo>
                        <a:pt x="4" y="40"/>
                      </a:lnTo>
                      <a:lnTo>
                        <a:pt x="11" y="57"/>
                      </a:lnTo>
                      <a:lnTo>
                        <a:pt x="16" y="83"/>
                      </a:lnTo>
                      <a:lnTo>
                        <a:pt x="22" y="104"/>
                      </a:lnTo>
                      <a:lnTo>
                        <a:pt x="37" y="122"/>
                      </a:lnTo>
                      <a:lnTo>
                        <a:pt x="51" y="131"/>
                      </a:lnTo>
                      <a:lnTo>
                        <a:pt x="64" y="136"/>
                      </a:lnTo>
                      <a:lnTo>
                        <a:pt x="69" y="129"/>
                      </a:lnTo>
                      <a:lnTo>
                        <a:pt x="73" y="116"/>
                      </a:lnTo>
                      <a:lnTo>
                        <a:pt x="74" y="103"/>
                      </a:lnTo>
                      <a:lnTo>
                        <a:pt x="72" y="89"/>
                      </a:lnTo>
                      <a:lnTo>
                        <a:pt x="66" y="66"/>
                      </a:lnTo>
                      <a:lnTo>
                        <a:pt x="55" y="74"/>
                      </a:lnTo>
                      <a:lnTo>
                        <a:pt x="39" y="74"/>
                      </a:lnTo>
                      <a:lnTo>
                        <a:pt x="29" y="73"/>
                      </a:lnTo>
                      <a:lnTo>
                        <a:pt x="9" y="27"/>
                      </a:lnTo>
                      <a:lnTo>
                        <a:pt x="1" y="0"/>
                      </a:lnTo>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
            <p:nvSpPr>
              <p:cNvPr id="60439" name="Freeform 213"/>
              <p:cNvSpPr/>
              <p:nvPr/>
            </p:nvSpPr>
            <p:spPr bwMode="auto">
              <a:xfrm>
                <a:off x="3598" y="2045"/>
                <a:ext cx="300" cy="997"/>
              </a:xfrm>
              <a:custGeom>
                <a:avLst/>
                <a:gdLst>
                  <a:gd name="T0" fmla="*/ 215 w 300"/>
                  <a:gd name="T1" fmla="*/ 10 h 997"/>
                  <a:gd name="T2" fmla="*/ 274 w 300"/>
                  <a:gd name="T3" fmla="*/ 42 h 997"/>
                  <a:gd name="T4" fmla="*/ 289 w 300"/>
                  <a:gd name="T5" fmla="*/ 69 h 997"/>
                  <a:gd name="T6" fmla="*/ 299 w 300"/>
                  <a:gd name="T7" fmla="*/ 298 h 997"/>
                  <a:gd name="T8" fmla="*/ 294 w 300"/>
                  <a:gd name="T9" fmla="*/ 353 h 997"/>
                  <a:gd name="T10" fmla="*/ 259 w 300"/>
                  <a:gd name="T11" fmla="*/ 348 h 997"/>
                  <a:gd name="T12" fmla="*/ 261 w 300"/>
                  <a:gd name="T13" fmla="*/ 484 h 997"/>
                  <a:gd name="T14" fmla="*/ 244 w 300"/>
                  <a:gd name="T15" fmla="*/ 484 h 997"/>
                  <a:gd name="T16" fmla="*/ 224 w 300"/>
                  <a:gd name="T17" fmla="*/ 767 h 997"/>
                  <a:gd name="T18" fmla="*/ 222 w 300"/>
                  <a:gd name="T19" fmla="*/ 915 h 997"/>
                  <a:gd name="T20" fmla="*/ 219 w 300"/>
                  <a:gd name="T21" fmla="*/ 983 h 997"/>
                  <a:gd name="T22" fmla="*/ 204 w 300"/>
                  <a:gd name="T23" fmla="*/ 996 h 997"/>
                  <a:gd name="T24" fmla="*/ 178 w 300"/>
                  <a:gd name="T25" fmla="*/ 985 h 997"/>
                  <a:gd name="T26" fmla="*/ 164 w 300"/>
                  <a:gd name="T27" fmla="*/ 869 h 997"/>
                  <a:gd name="T28" fmla="*/ 154 w 300"/>
                  <a:gd name="T29" fmla="*/ 989 h 997"/>
                  <a:gd name="T30" fmla="*/ 132 w 300"/>
                  <a:gd name="T31" fmla="*/ 995 h 997"/>
                  <a:gd name="T32" fmla="*/ 112 w 300"/>
                  <a:gd name="T33" fmla="*/ 987 h 997"/>
                  <a:gd name="T34" fmla="*/ 91 w 300"/>
                  <a:gd name="T35" fmla="*/ 760 h 997"/>
                  <a:gd name="T36" fmla="*/ 64 w 300"/>
                  <a:gd name="T37" fmla="*/ 594 h 997"/>
                  <a:gd name="T38" fmla="*/ 24 w 300"/>
                  <a:gd name="T39" fmla="*/ 441 h 997"/>
                  <a:gd name="T40" fmla="*/ 0 w 300"/>
                  <a:gd name="T41" fmla="*/ 438 h 997"/>
                  <a:gd name="T42" fmla="*/ 22 w 300"/>
                  <a:gd name="T43" fmla="*/ 225 h 997"/>
                  <a:gd name="T44" fmla="*/ 23 w 300"/>
                  <a:gd name="T45" fmla="*/ 59 h 997"/>
                  <a:gd name="T46" fmla="*/ 36 w 300"/>
                  <a:gd name="T47" fmla="*/ 40 h 997"/>
                  <a:gd name="T48" fmla="*/ 98 w 300"/>
                  <a:gd name="T49" fmla="*/ 0 h 997"/>
                  <a:gd name="T50" fmla="*/ 151 w 300"/>
                  <a:gd name="T51" fmla="*/ 89 h 997"/>
                  <a:gd name="T52" fmla="*/ 215 w 300"/>
                  <a:gd name="T53" fmla="*/ 10 h 99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00"/>
                  <a:gd name="T82" fmla="*/ 0 h 997"/>
                  <a:gd name="T83" fmla="*/ 300 w 300"/>
                  <a:gd name="T84" fmla="*/ 997 h 99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00" h="997">
                    <a:moveTo>
                      <a:pt x="215" y="10"/>
                    </a:moveTo>
                    <a:lnTo>
                      <a:pt x="274" y="42"/>
                    </a:lnTo>
                    <a:lnTo>
                      <a:pt x="289" y="69"/>
                    </a:lnTo>
                    <a:lnTo>
                      <a:pt x="299" y="298"/>
                    </a:lnTo>
                    <a:lnTo>
                      <a:pt x="294" y="353"/>
                    </a:lnTo>
                    <a:lnTo>
                      <a:pt x="259" y="348"/>
                    </a:lnTo>
                    <a:lnTo>
                      <a:pt x="261" y="484"/>
                    </a:lnTo>
                    <a:lnTo>
                      <a:pt x="244" y="484"/>
                    </a:lnTo>
                    <a:lnTo>
                      <a:pt x="224" y="767"/>
                    </a:lnTo>
                    <a:lnTo>
                      <a:pt x="222" y="915"/>
                    </a:lnTo>
                    <a:lnTo>
                      <a:pt x="219" y="983"/>
                    </a:lnTo>
                    <a:lnTo>
                      <a:pt x="204" y="996"/>
                    </a:lnTo>
                    <a:lnTo>
                      <a:pt x="178" y="985"/>
                    </a:lnTo>
                    <a:lnTo>
                      <a:pt x="164" y="869"/>
                    </a:lnTo>
                    <a:lnTo>
                      <a:pt x="154" y="989"/>
                    </a:lnTo>
                    <a:lnTo>
                      <a:pt x="132" y="995"/>
                    </a:lnTo>
                    <a:lnTo>
                      <a:pt x="112" y="987"/>
                    </a:lnTo>
                    <a:lnTo>
                      <a:pt x="91" y="760"/>
                    </a:lnTo>
                    <a:lnTo>
                      <a:pt x="64" y="594"/>
                    </a:lnTo>
                    <a:lnTo>
                      <a:pt x="24" y="441"/>
                    </a:lnTo>
                    <a:lnTo>
                      <a:pt x="0" y="438"/>
                    </a:lnTo>
                    <a:lnTo>
                      <a:pt x="22" y="225"/>
                    </a:lnTo>
                    <a:lnTo>
                      <a:pt x="23" y="59"/>
                    </a:lnTo>
                    <a:lnTo>
                      <a:pt x="36" y="40"/>
                    </a:lnTo>
                    <a:lnTo>
                      <a:pt x="98" y="0"/>
                    </a:lnTo>
                    <a:lnTo>
                      <a:pt x="151" y="89"/>
                    </a:lnTo>
                    <a:lnTo>
                      <a:pt x="215" y="10"/>
                    </a:lnTo>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60440" name="Group 214"/>
              <p:cNvGrpSpPr/>
              <p:nvPr/>
            </p:nvGrpSpPr>
            <p:grpSpPr bwMode="auto">
              <a:xfrm>
                <a:off x="3675" y="2148"/>
                <a:ext cx="183" cy="244"/>
                <a:chOff x="3675" y="2148"/>
                <a:chExt cx="183" cy="244"/>
              </a:xfrm>
            </p:grpSpPr>
            <p:sp>
              <p:nvSpPr>
                <p:cNvPr id="60446" name="Freeform 215"/>
                <p:cNvSpPr/>
                <p:nvPr/>
              </p:nvSpPr>
              <p:spPr bwMode="auto">
                <a:xfrm>
                  <a:off x="3688" y="2148"/>
                  <a:ext cx="156" cy="183"/>
                </a:xfrm>
                <a:custGeom>
                  <a:avLst/>
                  <a:gdLst>
                    <a:gd name="T0" fmla="*/ 155 w 156"/>
                    <a:gd name="T1" fmla="*/ 65 h 183"/>
                    <a:gd name="T2" fmla="*/ 55 w 156"/>
                    <a:gd name="T3" fmla="*/ 0 h 183"/>
                    <a:gd name="T4" fmla="*/ 0 w 156"/>
                    <a:gd name="T5" fmla="*/ 123 h 183"/>
                    <a:gd name="T6" fmla="*/ 100 w 156"/>
                    <a:gd name="T7" fmla="*/ 182 h 183"/>
                    <a:gd name="T8" fmla="*/ 155 w 156"/>
                    <a:gd name="T9" fmla="*/ 65 h 183"/>
                    <a:gd name="T10" fmla="*/ 0 60000 65536"/>
                    <a:gd name="T11" fmla="*/ 0 60000 65536"/>
                    <a:gd name="T12" fmla="*/ 0 60000 65536"/>
                    <a:gd name="T13" fmla="*/ 0 60000 65536"/>
                    <a:gd name="T14" fmla="*/ 0 60000 65536"/>
                    <a:gd name="T15" fmla="*/ 0 w 156"/>
                    <a:gd name="T16" fmla="*/ 0 h 183"/>
                    <a:gd name="T17" fmla="*/ 156 w 156"/>
                    <a:gd name="T18" fmla="*/ 183 h 183"/>
                  </a:gdLst>
                  <a:ahLst/>
                  <a:cxnLst>
                    <a:cxn ang="T10">
                      <a:pos x="T0" y="T1"/>
                    </a:cxn>
                    <a:cxn ang="T11">
                      <a:pos x="T2" y="T3"/>
                    </a:cxn>
                    <a:cxn ang="T12">
                      <a:pos x="T4" y="T5"/>
                    </a:cxn>
                    <a:cxn ang="T13">
                      <a:pos x="T6" y="T7"/>
                    </a:cxn>
                    <a:cxn ang="T14">
                      <a:pos x="T8" y="T9"/>
                    </a:cxn>
                  </a:cxnLst>
                  <a:rect l="T15" t="T16" r="T17" b="T18"/>
                  <a:pathLst>
                    <a:path w="156" h="183">
                      <a:moveTo>
                        <a:pt x="155" y="65"/>
                      </a:moveTo>
                      <a:lnTo>
                        <a:pt x="55" y="0"/>
                      </a:lnTo>
                      <a:lnTo>
                        <a:pt x="0" y="123"/>
                      </a:lnTo>
                      <a:lnTo>
                        <a:pt x="100" y="182"/>
                      </a:lnTo>
                      <a:lnTo>
                        <a:pt x="155" y="65"/>
                      </a:lnTo>
                    </a:path>
                  </a:pathLst>
                </a:custGeom>
                <a:solidFill>
                  <a:srgbClr val="E0E0FF"/>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447" name="Freeform 216"/>
                <p:cNvSpPr/>
                <p:nvPr/>
              </p:nvSpPr>
              <p:spPr bwMode="auto">
                <a:xfrm>
                  <a:off x="3675" y="2227"/>
                  <a:ext cx="65" cy="95"/>
                </a:xfrm>
                <a:custGeom>
                  <a:avLst/>
                  <a:gdLst>
                    <a:gd name="T0" fmla="*/ 64 w 65"/>
                    <a:gd name="T1" fmla="*/ 58 h 95"/>
                    <a:gd name="T2" fmla="*/ 48 w 65"/>
                    <a:gd name="T3" fmla="*/ 44 h 95"/>
                    <a:gd name="T4" fmla="*/ 39 w 65"/>
                    <a:gd name="T5" fmla="*/ 16 h 95"/>
                    <a:gd name="T6" fmla="*/ 27 w 65"/>
                    <a:gd name="T7" fmla="*/ 7 h 95"/>
                    <a:gd name="T8" fmla="*/ 21 w 65"/>
                    <a:gd name="T9" fmla="*/ 0 h 95"/>
                    <a:gd name="T10" fmla="*/ 17 w 65"/>
                    <a:gd name="T11" fmla="*/ 3 h 95"/>
                    <a:gd name="T12" fmla="*/ 16 w 65"/>
                    <a:gd name="T13" fmla="*/ 10 h 95"/>
                    <a:gd name="T14" fmla="*/ 4 w 65"/>
                    <a:gd name="T15" fmla="*/ 23 h 95"/>
                    <a:gd name="T16" fmla="*/ 0 w 65"/>
                    <a:gd name="T17" fmla="*/ 47 h 95"/>
                    <a:gd name="T18" fmla="*/ 4 w 65"/>
                    <a:gd name="T19" fmla="*/ 63 h 95"/>
                    <a:gd name="T20" fmla="*/ 22 w 65"/>
                    <a:gd name="T21" fmla="*/ 82 h 95"/>
                    <a:gd name="T22" fmla="*/ 58 w 65"/>
                    <a:gd name="T23" fmla="*/ 94 h 95"/>
                    <a:gd name="T24" fmla="*/ 64 w 65"/>
                    <a:gd name="T25" fmla="*/ 58 h 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5"/>
                    <a:gd name="T40" fmla="*/ 0 h 95"/>
                    <a:gd name="T41" fmla="*/ 65 w 65"/>
                    <a:gd name="T42" fmla="*/ 95 h 9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5" h="95">
                      <a:moveTo>
                        <a:pt x="64" y="58"/>
                      </a:moveTo>
                      <a:lnTo>
                        <a:pt x="48" y="44"/>
                      </a:lnTo>
                      <a:lnTo>
                        <a:pt x="39" y="16"/>
                      </a:lnTo>
                      <a:lnTo>
                        <a:pt x="27" y="7"/>
                      </a:lnTo>
                      <a:lnTo>
                        <a:pt x="21" y="0"/>
                      </a:lnTo>
                      <a:lnTo>
                        <a:pt x="17" y="3"/>
                      </a:lnTo>
                      <a:lnTo>
                        <a:pt x="16" y="10"/>
                      </a:lnTo>
                      <a:lnTo>
                        <a:pt x="4" y="23"/>
                      </a:lnTo>
                      <a:lnTo>
                        <a:pt x="0" y="47"/>
                      </a:lnTo>
                      <a:lnTo>
                        <a:pt x="4" y="63"/>
                      </a:lnTo>
                      <a:lnTo>
                        <a:pt x="22" y="82"/>
                      </a:lnTo>
                      <a:lnTo>
                        <a:pt x="58" y="94"/>
                      </a:lnTo>
                      <a:lnTo>
                        <a:pt x="64" y="58"/>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60448" name="Freeform 217"/>
                <p:cNvSpPr/>
                <p:nvPr/>
              </p:nvSpPr>
              <p:spPr bwMode="auto">
                <a:xfrm>
                  <a:off x="3733" y="2285"/>
                  <a:ext cx="125" cy="107"/>
                </a:xfrm>
                <a:custGeom>
                  <a:avLst/>
                  <a:gdLst>
                    <a:gd name="T0" fmla="*/ 124 w 125"/>
                    <a:gd name="T1" fmla="*/ 106 h 107"/>
                    <a:gd name="T2" fmla="*/ 74 w 125"/>
                    <a:gd name="T3" fmla="*/ 87 h 107"/>
                    <a:gd name="T4" fmla="*/ 36 w 125"/>
                    <a:gd name="T5" fmla="*/ 66 h 107"/>
                    <a:gd name="T6" fmla="*/ 0 w 125"/>
                    <a:gd name="T7" fmla="*/ 45 h 107"/>
                    <a:gd name="T8" fmla="*/ 14 w 125"/>
                    <a:gd name="T9" fmla="*/ 0 h 107"/>
                    <a:gd name="T10" fmla="*/ 79 w 125"/>
                    <a:gd name="T11" fmla="*/ 29 h 107"/>
                    <a:gd name="T12" fmla="*/ 119 w 125"/>
                    <a:gd name="T13" fmla="*/ 43 h 107"/>
                    <a:gd name="T14" fmla="*/ 120 w 125"/>
                    <a:gd name="T15" fmla="*/ 36 h 107"/>
                    <a:gd name="T16" fmla="*/ 124 w 125"/>
                    <a:gd name="T17" fmla="*/ 106 h 10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5"/>
                    <a:gd name="T28" fmla="*/ 0 h 107"/>
                    <a:gd name="T29" fmla="*/ 125 w 125"/>
                    <a:gd name="T30" fmla="*/ 107 h 10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5" h="107">
                      <a:moveTo>
                        <a:pt x="124" y="106"/>
                      </a:moveTo>
                      <a:lnTo>
                        <a:pt x="74" y="87"/>
                      </a:lnTo>
                      <a:lnTo>
                        <a:pt x="36" y="66"/>
                      </a:lnTo>
                      <a:lnTo>
                        <a:pt x="0" y="45"/>
                      </a:lnTo>
                      <a:lnTo>
                        <a:pt x="14" y="0"/>
                      </a:lnTo>
                      <a:lnTo>
                        <a:pt x="79" y="29"/>
                      </a:lnTo>
                      <a:lnTo>
                        <a:pt x="119" y="43"/>
                      </a:lnTo>
                      <a:lnTo>
                        <a:pt x="120" y="36"/>
                      </a:lnTo>
                      <a:lnTo>
                        <a:pt x="124" y="106"/>
                      </a:lnTo>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nvGrpSpPr>
              <p:cNvPr id="60441" name="Group 218"/>
              <p:cNvGrpSpPr/>
              <p:nvPr/>
            </p:nvGrpSpPr>
            <p:grpSpPr bwMode="auto">
              <a:xfrm>
                <a:off x="3724" y="2321"/>
                <a:ext cx="134" cy="607"/>
                <a:chOff x="3724" y="2321"/>
                <a:chExt cx="134" cy="607"/>
              </a:xfrm>
            </p:grpSpPr>
            <p:grpSp>
              <p:nvGrpSpPr>
                <p:cNvPr id="60442" name="Group 219"/>
                <p:cNvGrpSpPr/>
                <p:nvPr/>
              </p:nvGrpSpPr>
              <p:grpSpPr bwMode="auto">
                <a:xfrm>
                  <a:off x="3724" y="2321"/>
                  <a:ext cx="134" cy="212"/>
                  <a:chOff x="3724" y="2321"/>
                  <a:chExt cx="134" cy="212"/>
                </a:xfrm>
              </p:grpSpPr>
              <p:sp>
                <p:nvSpPr>
                  <p:cNvPr id="60444" name="Freeform 220"/>
                  <p:cNvSpPr/>
                  <p:nvPr/>
                </p:nvSpPr>
                <p:spPr bwMode="auto">
                  <a:xfrm>
                    <a:off x="3724" y="2321"/>
                    <a:ext cx="117" cy="212"/>
                  </a:xfrm>
                  <a:custGeom>
                    <a:avLst/>
                    <a:gdLst>
                      <a:gd name="T0" fmla="*/ 116 w 117"/>
                      <a:gd name="T1" fmla="*/ 211 h 212"/>
                      <a:gd name="T2" fmla="*/ 3 w 117"/>
                      <a:gd name="T3" fmla="*/ 200 h 212"/>
                      <a:gd name="T4" fmla="*/ 0 w 117"/>
                      <a:gd name="T5" fmla="*/ 0 h 212"/>
                      <a:gd name="T6" fmla="*/ 0 60000 65536"/>
                      <a:gd name="T7" fmla="*/ 0 60000 65536"/>
                      <a:gd name="T8" fmla="*/ 0 60000 65536"/>
                      <a:gd name="T9" fmla="*/ 0 w 117"/>
                      <a:gd name="T10" fmla="*/ 0 h 212"/>
                      <a:gd name="T11" fmla="*/ 117 w 117"/>
                      <a:gd name="T12" fmla="*/ 212 h 212"/>
                    </a:gdLst>
                    <a:ahLst/>
                    <a:cxnLst>
                      <a:cxn ang="T6">
                        <a:pos x="T0" y="T1"/>
                      </a:cxn>
                      <a:cxn ang="T7">
                        <a:pos x="T2" y="T3"/>
                      </a:cxn>
                      <a:cxn ang="T8">
                        <a:pos x="T4" y="T5"/>
                      </a:cxn>
                    </a:cxnLst>
                    <a:rect l="T9" t="T10" r="T11" b="T12"/>
                    <a:pathLst>
                      <a:path w="117" h="212">
                        <a:moveTo>
                          <a:pt x="116" y="211"/>
                        </a:moveTo>
                        <a:lnTo>
                          <a:pt x="3" y="200"/>
                        </a:lnTo>
                        <a:lnTo>
                          <a:pt x="0" y="0"/>
                        </a:lnTo>
                      </a:path>
                    </a:pathLst>
                  </a:custGeom>
                  <a:noFill/>
                  <a:ln w="12700" cap="rnd">
                    <a:solidFill>
                      <a:srgbClr val="80808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sp>
                <p:nvSpPr>
                  <p:cNvPr id="60445" name="Freeform 221"/>
                  <p:cNvSpPr/>
                  <p:nvPr/>
                </p:nvSpPr>
                <p:spPr bwMode="auto">
                  <a:xfrm>
                    <a:off x="3727" y="2346"/>
                    <a:ext cx="131" cy="54"/>
                  </a:xfrm>
                  <a:custGeom>
                    <a:avLst/>
                    <a:gdLst>
                      <a:gd name="T0" fmla="*/ 130 w 131"/>
                      <a:gd name="T1" fmla="*/ 53 h 54"/>
                      <a:gd name="T2" fmla="*/ 84 w 131"/>
                      <a:gd name="T3" fmla="*/ 38 h 54"/>
                      <a:gd name="T4" fmla="*/ 0 w 131"/>
                      <a:gd name="T5" fmla="*/ 0 h 54"/>
                      <a:gd name="T6" fmla="*/ 0 60000 65536"/>
                      <a:gd name="T7" fmla="*/ 0 60000 65536"/>
                      <a:gd name="T8" fmla="*/ 0 60000 65536"/>
                      <a:gd name="T9" fmla="*/ 0 w 131"/>
                      <a:gd name="T10" fmla="*/ 0 h 54"/>
                      <a:gd name="T11" fmla="*/ 131 w 131"/>
                      <a:gd name="T12" fmla="*/ 54 h 54"/>
                    </a:gdLst>
                    <a:ahLst/>
                    <a:cxnLst>
                      <a:cxn ang="T6">
                        <a:pos x="T0" y="T1"/>
                      </a:cxn>
                      <a:cxn ang="T7">
                        <a:pos x="T2" y="T3"/>
                      </a:cxn>
                      <a:cxn ang="T8">
                        <a:pos x="T4" y="T5"/>
                      </a:cxn>
                    </a:cxnLst>
                    <a:rect l="T9" t="T10" r="T11" b="T12"/>
                    <a:pathLst>
                      <a:path w="131" h="54">
                        <a:moveTo>
                          <a:pt x="130" y="53"/>
                        </a:moveTo>
                        <a:lnTo>
                          <a:pt x="84" y="38"/>
                        </a:lnTo>
                        <a:lnTo>
                          <a:pt x="0" y="0"/>
                        </a:lnTo>
                      </a:path>
                    </a:pathLst>
                  </a:custGeom>
                  <a:noFill/>
                  <a:ln w="12700" cap="rnd">
                    <a:solidFill>
                      <a:srgbClr val="80808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grpSp>
            <p:sp>
              <p:nvSpPr>
                <p:cNvPr id="60443" name="Freeform 222"/>
                <p:cNvSpPr/>
                <p:nvPr/>
              </p:nvSpPr>
              <p:spPr bwMode="auto">
                <a:xfrm>
                  <a:off x="3747" y="2563"/>
                  <a:ext cx="18" cy="365"/>
                </a:xfrm>
                <a:custGeom>
                  <a:avLst/>
                  <a:gdLst>
                    <a:gd name="T0" fmla="*/ 0 w 18"/>
                    <a:gd name="T1" fmla="*/ 0 h 365"/>
                    <a:gd name="T2" fmla="*/ 6 w 18"/>
                    <a:gd name="T3" fmla="*/ 196 h 365"/>
                    <a:gd name="T4" fmla="*/ 17 w 18"/>
                    <a:gd name="T5" fmla="*/ 364 h 365"/>
                    <a:gd name="T6" fmla="*/ 0 60000 65536"/>
                    <a:gd name="T7" fmla="*/ 0 60000 65536"/>
                    <a:gd name="T8" fmla="*/ 0 60000 65536"/>
                    <a:gd name="T9" fmla="*/ 0 w 18"/>
                    <a:gd name="T10" fmla="*/ 0 h 365"/>
                    <a:gd name="T11" fmla="*/ 18 w 18"/>
                    <a:gd name="T12" fmla="*/ 365 h 365"/>
                  </a:gdLst>
                  <a:ahLst/>
                  <a:cxnLst>
                    <a:cxn ang="T6">
                      <a:pos x="T0" y="T1"/>
                    </a:cxn>
                    <a:cxn ang="T7">
                      <a:pos x="T2" y="T3"/>
                    </a:cxn>
                    <a:cxn ang="T8">
                      <a:pos x="T4" y="T5"/>
                    </a:cxn>
                  </a:cxnLst>
                  <a:rect l="T9" t="T10" r="T11" b="T12"/>
                  <a:pathLst>
                    <a:path w="18" h="365">
                      <a:moveTo>
                        <a:pt x="0" y="0"/>
                      </a:moveTo>
                      <a:lnTo>
                        <a:pt x="6" y="196"/>
                      </a:lnTo>
                      <a:lnTo>
                        <a:pt x="17" y="364"/>
                      </a:lnTo>
                    </a:path>
                  </a:pathLst>
                </a:custGeom>
                <a:noFill/>
                <a:ln w="12700" cap="rnd">
                  <a:solidFill>
                    <a:srgbClr val="80808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grpSp>
        </p:grpSp>
      </p:grpSp>
    </p:spTree>
  </p:cSld>
  <p:clrMapOvr>
    <a:masterClrMapping/>
  </p:clrMapOvr>
  <p:transition spd="slow">
    <p:random/>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1.3 </a:t>
              </a:r>
              <a:r>
                <a:rPr lang="zh-CN" altLang="en-US" sz="3200" b="1" dirty="0">
                  <a:solidFill>
                    <a:schemeClr val="tx2">
                      <a:lumMod val="75000"/>
                    </a:schemeClr>
                  </a:solidFill>
                  <a:latin typeface="+mj-lt"/>
                  <a:ea typeface="黑体" panose="02010609060101010101" pitchFamily="49" charset="-122"/>
                  <a:cs typeface="+mj-lt"/>
                </a:rPr>
                <a:t>对象和</a:t>
              </a:r>
              <a:r>
                <a:rPr lang="zh-CN" altLang="en-US" sz="3200" b="1" dirty="0">
                  <a:solidFill>
                    <a:schemeClr val="tx2">
                      <a:lumMod val="75000"/>
                    </a:schemeClr>
                  </a:solidFill>
                  <a:latin typeface="+mj-lt"/>
                  <a:ea typeface="黑体" panose="02010609060101010101" pitchFamily="49" charset="-122"/>
                  <a:cs typeface="+mj-lt"/>
                </a:rPr>
                <a:t>类</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849630" y="142811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25856"/>
            <a:ext cx="10872184" cy="5400675"/>
          </a:xfrm>
        </p:spPr>
        <p:txBody>
          <a:bodyPr/>
          <a:p>
            <a:pPr eaLnBrk="1" hangingPunct="1"/>
            <a:r>
              <a:rPr lang="en-US" altLang="zh-CN" sz="2800" dirty="0">
                <a:sym typeface="+mn-ea"/>
              </a:rPr>
              <a:t>UML</a:t>
            </a:r>
            <a:r>
              <a:rPr lang="zh-CN" altLang="en-US" sz="2800" dirty="0">
                <a:sym typeface="+mn-ea"/>
              </a:rPr>
              <a:t>里</a:t>
            </a:r>
            <a:r>
              <a:rPr lang="zh-CN" altLang="en-US" sz="2800" dirty="0">
                <a:sym typeface="+mn-ea"/>
              </a:rPr>
              <a:t>的类</a:t>
            </a:r>
            <a:endParaRPr lang="zh-CN" altLang="en-US" sz="2800" dirty="0">
              <a:sym typeface="+mn-ea"/>
            </a:endParaRPr>
          </a:p>
          <a:p>
            <a:pPr lvl="1" eaLnBrk="1" hangingPunct="1">
              <a:buSzPct val="80000"/>
              <a:buFont typeface="Wingdings" panose="05000000000000000000" charset="0"/>
              <a:buChar char=""/>
            </a:pPr>
            <a:r>
              <a:rPr lang="zh-CN" altLang="en-US" sz="2800" dirty="0">
                <a:sym typeface="+mn-ea"/>
              </a:rPr>
              <a:t>在</a:t>
            </a:r>
            <a:r>
              <a:rPr lang="en-US" altLang="zh-CN" sz="2800" dirty="0">
                <a:sym typeface="+mn-ea"/>
              </a:rPr>
              <a:t>UML</a:t>
            </a:r>
            <a:r>
              <a:rPr lang="zh-CN" altLang="en-US" sz="2800" dirty="0">
                <a:sym typeface="+mn-ea"/>
              </a:rPr>
              <a:t>中，采用矩形框表示类，可以将矩形框划分为三个区域，分别表示</a:t>
            </a:r>
            <a:r>
              <a:rPr lang="zh-CN" altLang="en-US" sz="2800" dirty="0">
                <a:solidFill>
                  <a:srgbClr val="C00000"/>
                </a:solidFill>
                <a:sym typeface="+mn-ea"/>
              </a:rPr>
              <a:t>类名、属性和操作</a:t>
            </a:r>
            <a:endParaRPr lang="en-US" altLang="zh-CN" sz="2800" dirty="0"/>
          </a:p>
          <a:p>
            <a:pPr lvl="1" eaLnBrk="1" hangingPunct="1">
              <a:buNone/>
            </a:pPr>
            <a:endParaRPr lang="zh-CN" altLang="en-US" sz="2800" dirty="0">
              <a:sym typeface="+mn-ea"/>
            </a:endParaRPr>
          </a:p>
          <a:p>
            <a:pPr lvl="1" eaLnBrk="1" hangingPunct="1">
              <a:lnSpc>
                <a:spcPct val="110000"/>
              </a:lnSpc>
              <a:buFont typeface="Wingdings" panose="05000000000000000000" charset="0"/>
              <a:buChar char=""/>
              <a:defRPr/>
            </a:pPr>
            <a:endParaRPr lang="en-US" altLang="zh-CN" sz="2000" dirty="0"/>
          </a:p>
          <a:p>
            <a:pPr lvl="1" eaLnBrk="1" hangingPunct="1"/>
            <a:endParaRPr lang="zh-CN" altLang="en-US" sz="2400" dirty="0"/>
          </a:p>
        </p:txBody>
      </p:sp>
      <p:pic>
        <p:nvPicPr>
          <p:cNvPr id="6144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15141" y="3349534"/>
            <a:ext cx="2809875" cy="237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7" name="AutoShape 6"/>
          <p:cNvSpPr/>
          <p:nvPr/>
        </p:nvSpPr>
        <p:spPr bwMode="auto">
          <a:xfrm>
            <a:off x="3192463" y="3729980"/>
            <a:ext cx="228600" cy="1219200"/>
          </a:xfrm>
          <a:prstGeom prst="leftBrace">
            <a:avLst>
              <a:gd name="adj1" fmla="val 44444"/>
              <a:gd name="adj2" fmla="val 50000"/>
            </a:avLst>
          </a:prstGeom>
          <a:noFill/>
          <a:ln w="1905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448" name="AutoShape 7"/>
          <p:cNvSpPr/>
          <p:nvPr/>
        </p:nvSpPr>
        <p:spPr bwMode="auto">
          <a:xfrm>
            <a:off x="3192466" y="5012164"/>
            <a:ext cx="238125" cy="785292"/>
          </a:xfrm>
          <a:prstGeom prst="leftBrace">
            <a:avLst>
              <a:gd name="adj1" fmla="val 35278"/>
              <a:gd name="adj2" fmla="val 50000"/>
            </a:avLst>
          </a:prstGeom>
          <a:noFill/>
          <a:ln w="1905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449" name="Text Box 8"/>
          <p:cNvSpPr txBox="1">
            <a:spLocks noChangeArrowheads="1"/>
          </p:cNvSpPr>
          <p:nvPr/>
        </p:nvSpPr>
        <p:spPr bwMode="auto">
          <a:xfrm>
            <a:off x="2424113" y="4234808"/>
            <a:ext cx="793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algn="ctr" eaLnBrk="1" hangingPunct="1"/>
            <a:r>
              <a:rPr lang="zh-CN" altLang="en-US" sz="1800">
                <a:latin typeface="Garamond" pitchFamily="18" charset="0"/>
                <a:ea typeface="楷体_GB2312" pitchFamily="49" charset="-122"/>
              </a:rPr>
              <a:t>属性</a:t>
            </a:r>
            <a:endParaRPr lang="zh-CN" altLang="en-US" sz="1800">
              <a:latin typeface="Garamond" pitchFamily="18" charset="0"/>
              <a:ea typeface="楷体_GB2312" pitchFamily="49" charset="-122"/>
            </a:endParaRPr>
          </a:p>
        </p:txBody>
      </p:sp>
      <p:sp>
        <p:nvSpPr>
          <p:cNvPr id="61450" name="Text Box 9"/>
          <p:cNvSpPr txBox="1">
            <a:spLocks noChangeArrowheads="1"/>
          </p:cNvSpPr>
          <p:nvPr/>
        </p:nvSpPr>
        <p:spPr bwMode="auto">
          <a:xfrm>
            <a:off x="2498728" y="5078321"/>
            <a:ext cx="6445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algn="ctr" eaLnBrk="1" hangingPunct="1"/>
            <a:r>
              <a:rPr lang="zh-CN" altLang="en-US" sz="1800">
                <a:latin typeface="Garamond" pitchFamily="18" charset="0"/>
                <a:ea typeface="楷体_GB2312" pitchFamily="49" charset="-122"/>
              </a:rPr>
              <a:t>操作</a:t>
            </a:r>
            <a:endParaRPr lang="zh-CN" altLang="en-US" sz="1800">
              <a:latin typeface="Garamond" pitchFamily="18" charset="0"/>
              <a:ea typeface="楷体_GB2312" pitchFamily="49" charset="-122"/>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5722" y="3349533"/>
            <a:ext cx="2233421" cy="2526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1.3 </a:t>
              </a:r>
              <a:r>
                <a:rPr lang="zh-CN" altLang="en-US" sz="3200" b="1" dirty="0">
                  <a:solidFill>
                    <a:schemeClr val="tx2">
                      <a:lumMod val="75000"/>
                    </a:schemeClr>
                  </a:solidFill>
                  <a:latin typeface="+mj-lt"/>
                  <a:ea typeface="黑体" panose="02010609060101010101" pitchFamily="49" charset="-122"/>
                  <a:cs typeface="+mj-lt"/>
                </a:rPr>
                <a:t>对象和</a:t>
              </a:r>
              <a:r>
                <a:rPr lang="zh-CN" altLang="en-US" sz="3200" b="1" dirty="0">
                  <a:solidFill>
                    <a:schemeClr val="tx2">
                      <a:lumMod val="75000"/>
                    </a:schemeClr>
                  </a:solidFill>
                  <a:latin typeface="+mj-lt"/>
                  <a:ea typeface="黑体" panose="02010609060101010101" pitchFamily="49" charset="-122"/>
                  <a:cs typeface="+mj-lt"/>
                </a:rPr>
                <a:t>类</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849630" y="142811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25221"/>
            <a:ext cx="10872184" cy="5400675"/>
          </a:xfrm>
        </p:spPr>
        <p:txBody>
          <a:bodyPr/>
          <a:p>
            <a:pPr eaLnBrk="1" hangingPunct="1"/>
            <a:r>
              <a:rPr lang="zh-CN" altLang="en-US" sz="2800" dirty="0">
                <a:sym typeface="+mn-ea"/>
              </a:rPr>
              <a:t>属性</a:t>
            </a:r>
            <a:endParaRPr lang="zh-CN" altLang="en-US" sz="2800" dirty="0">
              <a:sym typeface="+mn-ea"/>
            </a:endParaRPr>
          </a:p>
          <a:p>
            <a:pPr lvl="1" eaLnBrk="1" hangingPunct="1">
              <a:lnSpc>
                <a:spcPct val="100000"/>
              </a:lnSpc>
              <a:buFont typeface="Wingdings" panose="05000000000000000000" charset="0"/>
              <a:buChar char=""/>
            </a:pPr>
            <a:r>
              <a:rPr lang="zh-CN" altLang="en-US" sz="2800">
                <a:sym typeface="+mn-ea"/>
              </a:rPr>
              <a:t>属性</a:t>
            </a:r>
            <a:r>
              <a:rPr lang="en-US" altLang="zh-CN" sz="2800">
                <a:sym typeface="+mn-ea"/>
              </a:rPr>
              <a:t>(attribute)</a:t>
            </a:r>
            <a:r>
              <a:rPr lang="zh-CN" altLang="en-US" sz="2800">
                <a:sym typeface="+mn-ea"/>
              </a:rPr>
              <a:t>是</a:t>
            </a:r>
            <a:r>
              <a:rPr lang="zh-CN" altLang="en-US" sz="2800">
                <a:solidFill>
                  <a:srgbClr val="FF3300"/>
                </a:solidFill>
                <a:sym typeface="+mn-ea"/>
              </a:rPr>
              <a:t>类的特征</a:t>
            </a:r>
            <a:r>
              <a:rPr lang="zh-CN" altLang="en-US" sz="2800">
                <a:sym typeface="+mn-ea"/>
              </a:rPr>
              <a:t>或特性</a:t>
            </a:r>
            <a:endParaRPr lang="zh-CN" altLang="en-US" sz="2800"/>
          </a:p>
          <a:p>
            <a:pPr lvl="2" eaLnBrk="1" hangingPunct="1">
              <a:lnSpc>
                <a:spcPct val="100000"/>
              </a:lnSpc>
              <a:buFont typeface="Arial" panose="020B0604020202090204" pitchFamily="34" charset="0"/>
              <a:buChar char="•"/>
            </a:pPr>
            <a:r>
              <a:rPr lang="zh-CN" altLang="en-US" sz="2400">
                <a:sym typeface="+mn-ea"/>
              </a:rPr>
              <a:t>属性的值是某一特定对象的</a:t>
            </a:r>
            <a:r>
              <a:rPr lang="zh-CN" altLang="en-US" sz="2400">
                <a:solidFill>
                  <a:srgbClr val="FF3300"/>
                </a:solidFill>
                <a:sym typeface="+mn-ea"/>
              </a:rPr>
              <a:t>属性值</a:t>
            </a:r>
            <a:endParaRPr lang="zh-CN" altLang="en-US" sz="2400">
              <a:solidFill>
                <a:srgbClr val="FF3300"/>
              </a:solidFill>
            </a:endParaRPr>
          </a:p>
          <a:p>
            <a:pPr lvl="2" eaLnBrk="1" hangingPunct="1">
              <a:lnSpc>
                <a:spcPct val="100000"/>
              </a:lnSpc>
              <a:buFont typeface="Arial" panose="020B0604020202090204" pitchFamily="34" charset="0"/>
              <a:buChar char="•"/>
            </a:pPr>
            <a:r>
              <a:rPr lang="zh-CN" altLang="en-US" sz="2400">
                <a:sym typeface="+mn-ea"/>
              </a:rPr>
              <a:t>在类中属性名必须是</a:t>
            </a:r>
            <a:r>
              <a:rPr lang="zh-CN" altLang="en-US" sz="2400">
                <a:solidFill>
                  <a:srgbClr val="FF3300"/>
                </a:solidFill>
                <a:sym typeface="+mn-ea"/>
              </a:rPr>
              <a:t>唯一的</a:t>
            </a:r>
            <a:endParaRPr lang="zh-CN" altLang="en-US" sz="2400">
              <a:solidFill>
                <a:srgbClr val="FF3300"/>
              </a:solidFill>
            </a:endParaRPr>
          </a:p>
          <a:p>
            <a:pPr lvl="2" eaLnBrk="1" hangingPunct="1">
              <a:lnSpc>
                <a:spcPct val="100000"/>
              </a:lnSpc>
              <a:buFont typeface="Arial" panose="020B0604020202090204" pitchFamily="34" charset="0"/>
              <a:buChar char="•"/>
            </a:pPr>
            <a:r>
              <a:rPr lang="zh-CN" altLang="en-US" sz="2400">
                <a:sym typeface="+mn-ea"/>
              </a:rPr>
              <a:t>每一个类的实例都有为这个类定义的所有属性的值</a:t>
            </a:r>
            <a:endParaRPr lang="zh-CN" altLang="en-US" sz="2400"/>
          </a:p>
          <a:p>
            <a:pPr lvl="1" eaLnBrk="1" hangingPunct="1">
              <a:buNone/>
            </a:pPr>
            <a:endParaRPr lang="zh-CN" altLang="en-US" sz="2800" dirty="0">
              <a:sym typeface="+mn-ea"/>
            </a:endParaRPr>
          </a:p>
          <a:p>
            <a:pPr lvl="1" eaLnBrk="1" hangingPunct="1">
              <a:lnSpc>
                <a:spcPct val="110000"/>
              </a:lnSpc>
              <a:buFont typeface="Wingdings" panose="05000000000000000000" charset="0"/>
              <a:buChar char=""/>
              <a:defRPr/>
            </a:pPr>
            <a:endParaRPr lang="en-US" altLang="zh-CN" sz="2000" dirty="0"/>
          </a:p>
          <a:p>
            <a:pPr lvl="1" eaLnBrk="1" hangingPunct="1"/>
            <a:endParaRPr lang="zh-CN" altLang="en-US" sz="2400" dirty="0"/>
          </a:p>
        </p:txBody>
      </p:sp>
      <p:sp>
        <p:nvSpPr>
          <p:cNvPr id="62469" name="Rectangle 4"/>
          <p:cNvSpPr>
            <a:spLocks noChangeArrowheads="1"/>
          </p:cNvSpPr>
          <p:nvPr/>
        </p:nvSpPr>
        <p:spPr bwMode="auto">
          <a:xfrm>
            <a:off x="3165146" y="4302277"/>
            <a:ext cx="2330765" cy="208127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87312" tIns="42862" rIns="87312" bIns="42862">
            <a:spAutoFit/>
          </a:bodyPr>
          <a:p>
            <a:pPr algn="ctr" defTabSz="859155" eaLnBrk="0" hangingPunct="0">
              <a:lnSpc>
                <a:spcPct val="90000"/>
              </a:lnSpc>
            </a:pPr>
            <a:r>
              <a:rPr kumimoji="0" lang="zh-CN" altLang="en-US" b="0" u="sng" dirty="0">
                <a:latin typeface="Times New Roman" panose="02020603050405020304" charset="0"/>
                <a:ea typeface="微软雅黑" panose="020B0503020204020204" pitchFamily="34" charset="-122"/>
              </a:rPr>
              <a:t>银行帐户类属性</a:t>
            </a:r>
            <a:endParaRPr kumimoji="0" lang="zh-CN" altLang="en-US" b="0" u="sng" dirty="0">
              <a:latin typeface="Times New Roman" panose="02020603050405020304" charset="0"/>
              <a:ea typeface="微软雅黑" panose="020B0503020204020204" pitchFamily="34" charset="-122"/>
            </a:endParaRPr>
          </a:p>
          <a:p>
            <a:pPr algn="ctr" defTabSz="859155" eaLnBrk="0" hangingPunct="0">
              <a:lnSpc>
                <a:spcPct val="90000"/>
              </a:lnSpc>
            </a:pPr>
            <a:endParaRPr kumimoji="0" lang="zh-CN" altLang="en-US" b="0" dirty="0">
              <a:latin typeface="Times New Roman" panose="02020603050405020304" charset="0"/>
              <a:ea typeface="微软雅黑" panose="020B0503020204020204" pitchFamily="34" charset="-122"/>
            </a:endParaRPr>
          </a:p>
          <a:p>
            <a:pPr algn="ctr" defTabSz="859155" eaLnBrk="0" hangingPunct="0">
              <a:lnSpc>
                <a:spcPct val="90000"/>
              </a:lnSpc>
            </a:pPr>
            <a:r>
              <a:rPr kumimoji="0" lang="zh-CN" altLang="en-US" b="0" dirty="0">
                <a:latin typeface="Times New Roman" panose="02020603050405020304" charset="0"/>
                <a:ea typeface="微软雅黑" panose="020B0503020204020204" pitchFamily="34" charset="-122"/>
              </a:rPr>
              <a:t>帐号</a:t>
            </a:r>
            <a:endParaRPr kumimoji="0" lang="zh-CN" altLang="en-US" b="0" dirty="0">
              <a:latin typeface="Times New Roman" panose="02020603050405020304" charset="0"/>
              <a:ea typeface="微软雅黑" panose="020B0503020204020204" pitchFamily="34" charset="-122"/>
            </a:endParaRPr>
          </a:p>
          <a:p>
            <a:pPr algn="ctr" defTabSz="859155" eaLnBrk="0" hangingPunct="0">
              <a:lnSpc>
                <a:spcPct val="90000"/>
              </a:lnSpc>
            </a:pPr>
            <a:r>
              <a:rPr kumimoji="0" lang="zh-CN" altLang="en-US" b="0" dirty="0">
                <a:latin typeface="Times New Roman" panose="02020603050405020304" charset="0"/>
                <a:ea typeface="微软雅黑" panose="020B0503020204020204" pitchFamily="34" charset="-122"/>
              </a:rPr>
              <a:t>银行名称</a:t>
            </a:r>
            <a:endParaRPr kumimoji="0" lang="zh-CN" altLang="en-US" b="0" dirty="0">
              <a:latin typeface="Times New Roman" panose="02020603050405020304" charset="0"/>
              <a:ea typeface="微软雅黑" panose="020B0503020204020204" pitchFamily="34" charset="-122"/>
            </a:endParaRPr>
          </a:p>
          <a:p>
            <a:pPr algn="ctr" defTabSz="859155" eaLnBrk="0" hangingPunct="0">
              <a:lnSpc>
                <a:spcPct val="90000"/>
              </a:lnSpc>
            </a:pPr>
            <a:r>
              <a:rPr kumimoji="0" lang="zh-CN" altLang="en-US" b="0" dirty="0">
                <a:latin typeface="Times New Roman" panose="02020603050405020304" charset="0"/>
                <a:ea typeface="微软雅黑" panose="020B0503020204020204" pitchFamily="34" charset="-122"/>
              </a:rPr>
              <a:t>拥有者</a:t>
            </a:r>
            <a:endParaRPr kumimoji="0" lang="zh-CN" altLang="en-US" b="0" dirty="0">
              <a:latin typeface="Times New Roman" panose="02020603050405020304" charset="0"/>
              <a:ea typeface="微软雅黑" panose="020B0503020204020204" pitchFamily="34" charset="-122"/>
            </a:endParaRPr>
          </a:p>
          <a:p>
            <a:pPr algn="ctr" defTabSz="859155" eaLnBrk="0" hangingPunct="0">
              <a:lnSpc>
                <a:spcPct val="90000"/>
              </a:lnSpc>
            </a:pPr>
            <a:r>
              <a:rPr kumimoji="0" lang="zh-CN" altLang="en-US" b="0" dirty="0">
                <a:latin typeface="Times New Roman" panose="02020603050405020304" charset="0"/>
                <a:ea typeface="微软雅黑" panose="020B0503020204020204" pitchFamily="34" charset="-122"/>
              </a:rPr>
              <a:t>金额</a:t>
            </a:r>
            <a:endParaRPr kumimoji="0" lang="zh-CN" altLang="en-US" b="0" dirty="0">
              <a:latin typeface="Times New Roman" panose="02020603050405020304" charset="0"/>
              <a:ea typeface="微软雅黑" panose="020B0503020204020204" pitchFamily="34" charset="-122"/>
            </a:endParaRPr>
          </a:p>
        </p:txBody>
      </p:sp>
      <p:sp>
        <p:nvSpPr>
          <p:cNvPr id="62470" name="Rectangle 5"/>
          <p:cNvSpPr>
            <a:spLocks noChangeArrowheads="1"/>
          </p:cNvSpPr>
          <p:nvPr/>
        </p:nvSpPr>
        <p:spPr bwMode="auto">
          <a:xfrm>
            <a:off x="5715185" y="4300690"/>
            <a:ext cx="3372718" cy="208095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87312" tIns="42862" rIns="87312" bIns="42862">
            <a:spAutoFit/>
          </a:bodyPr>
          <a:p>
            <a:pPr algn="ctr" defTabSz="859155" eaLnBrk="0" hangingPunct="0">
              <a:lnSpc>
                <a:spcPct val="90000"/>
              </a:lnSpc>
            </a:pPr>
            <a:r>
              <a:rPr kumimoji="0" lang="en-US" altLang="zh-CN" b="0" u="sng">
                <a:latin typeface="Times New Roman" panose="02020603050405020304" charset="0"/>
                <a:ea typeface="微软雅黑" panose="020B0503020204020204" pitchFamily="34" charset="-122"/>
              </a:rPr>
              <a:t>Mary</a:t>
            </a:r>
            <a:r>
              <a:rPr kumimoji="0" lang="zh-CN" altLang="en-US" b="0" u="sng">
                <a:latin typeface="Times New Roman" panose="02020603050405020304" charset="0"/>
                <a:ea typeface="微软雅黑" panose="020B0503020204020204" pitchFamily="34" charset="-122"/>
              </a:rPr>
              <a:t>的银行帐户属性值</a:t>
            </a:r>
            <a:endParaRPr kumimoji="0" lang="zh-CN" altLang="en-US" b="0" u="sng">
              <a:latin typeface="Times New Roman" panose="02020603050405020304" charset="0"/>
              <a:ea typeface="微软雅黑" panose="020B0503020204020204" pitchFamily="34" charset="-122"/>
            </a:endParaRPr>
          </a:p>
          <a:p>
            <a:pPr algn="ctr" defTabSz="859155" eaLnBrk="0" hangingPunct="0">
              <a:lnSpc>
                <a:spcPct val="90000"/>
              </a:lnSpc>
            </a:pPr>
            <a:endParaRPr kumimoji="0" lang="zh-CN" altLang="en-US" b="0">
              <a:latin typeface="Times New Roman" panose="02020603050405020304" charset="0"/>
              <a:ea typeface="微软雅黑" panose="020B0503020204020204" pitchFamily="34" charset="-122"/>
            </a:endParaRPr>
          </a:p>
          <a:p>
            <a:pPr algn="ctr" defTabSz="859155" eaLnBrk="0" hangingPunct="0">
              <a:lnSpc>
                <a:spcPct val="90000"/>
              </a:lnSpc>
            </a:pPr>
            <a:r>
              <a:rPr kumimoji="0" lang="zh-CN" altLang="zh-CN" b="0">
                <a:latin typeface="Times New Roman" panose="02020603050405020304" charset="0"/>
                <a:ea typeface="微软雅黑" panose="020B0503020204020204" pitchFamily="34" charset="-122"/>
              </a:rPr>
              <a:t>12345678</a:t>
            </a:r>
            <a:endParaRPr kumimoji="0" lang="zh-CN" altLang="zh-CN" b="0">
              <a:latin typeface="Times New Roman" panose="02020603050405020304" charset="0"/>
              <a:ea typeface="微软雅黑" panose="020B0503020204020204" pitchFamily="34" charset="-122"/>
            </a:endParaRPr>
          </a:p>
          <a:p>
            <a:pPr algn="ctr" defTabSz="859155" eaLnBrk="0" hangingPunct="0">
              <a:lnSpc>
                <a:spcPct val="90000"/>
              </a:lnSpc>
            </a:pPr>
            <a:r>
              <a:rPr kumimoji="0" lang="en-US" altLang="zh-CN" b="0">
                <a:latin typeface="Times New Roman" panose="02020603050405020304" charset="0"/>
                <a:ea typeface="微软雅黑" panose="020B0503020204020204" pitchFamily="34" charset="-122"/>
              </a:rPr>
              <a:t>First National Bank</a:t>
            </a:r>
            <a:endParaRPr kumimoji="0" lang="en-US" altLang="zh-CN" b="0">
              <a:latin typeface="Times New Roman" panose="02020603050405020304" charset="0"/>
              <a:ea typeface="微软雅黑" panose="020B0503020204020204" pitchFamily="34" charset="-122"/>
            </a:endParaRPr>
          </a:p>
          <a:p>
            <a:pPr algn="ctr" defTabSz="859155" eaLnBrk="0" hangingPunct="0">
              <a:lnSpc>
                <a:spcPct val="90000"/>
              </a:lnSpc>
            </a:pPr>
            <a:r>
              <a:rPr kumimoji="0" lang="en-US" altLang="zh-CN" b="0">
                <a:latin typeface="Times New Roman" panose="02020603050405020304" charset="0"/>
                <a:ea typeface="微软雅黑" panose="020B0503020204020204" pitchFamily="34" charset="-122"/>
              </a:rPr>
              <a:t>Mary Smith</a:t>
            </a:r>
            <a:endParaRPr kumimoji="0" lang="en-US" altLang="zh-CN" b="0">
              <a:latin typeface="Times New Roman" panose="02020603050405020304" charset="0"/>
              <a:ea typeface="微软雅黑" panose="020B0503020204020204" pitchFamily="34" charset="-122"/>
            </a:endParaRPr>
          </a:p>
          <a:p>
            <a:pPr algn="ctr" defTabSz="859155" eaLnBrk="0" hangingPunct="0">
              <a:lnSpc>
                <a:spcPct val="90000"/>
              </a:lnSpc>
            </a:pPr>
            <a:r>
              <a:rPr kumimoji="0" lang="en-US" altLang="zh-CN" b="0">
                <a:latin typeface="Times New Roman" panose="02020603050405020304" charset="0"/>
                <a:ea typeface="微软雅黑" panose="020B0503020204020204" pitchFamily="34" charset="-122"/>
              </a:rPr>
              <a:t>$1024.48</a:t>
            </a:r>
            <a:endParaRPr kumimoji="0" lang="en-US" altLang="zh-CN" b="0">
              <a:latin typeface="Times New Roman" panose="02020603050405020304" charset="0"/>
              <a:ea typeface="微软雅黑" panose="020B0503020204020204" pitchFamily="34" charset="-122"/>
            </a:endParaRPr>
          </a:p>
        </p:txBody>
      </p:sp>
    </p:spTree>
  </p:cSld>
  <p:clrMapOvr>
    <a:masterClrMapping/>
  </p:clrMapOvr>
  <p:transition spd="slow">
    <p:random/>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1.3 </a:t>
              </a:r>
              <a:r>
                <a:rPr lang="zh-CN" altLang="en-US" sz="3200" b="1" dirty="0">
                  <a:solidFill>
                    <a:schemeClr val="tx2">
                      <a:lumMod val="75000"/>
                    </a:schemeClr>
                  </a:solidFill>
                  <a:latin typeface="+mj-lt"/>
                  <a:ea typeface="黑体" panose="02010609060101010101" pitchFamily="49" charset="-122"/>
                  <a:cs typeface="+mj-lt"/>
                </a:rPr>
                <a:t>对象和</a:t>
              </a:r>
              <a:r>
                <a:rPr lang="zh-CN" altLang="en-US" sz="3200" b="1" dirty="0">
                  <a:solidFill>
                    <a:schemeClr val="tx2">
                      <a:lumMod val="75000"/>
                    </a:schemeClr>
                  </a:solidFill>
                  <a:latin typeface="+mj-lt"/>
                  <a:ea typeface="黑体" panose="02010609060101010101" pitchFamily="49" charset="-122"/>
                  <a:cs typeface="+mj-lt"/>
                </a:rPr>
                <a:t>类</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849630" y="142811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25221"/>
            <a:ext cx="10872184" cy="5400675"/>
          </a:xfrm>
        </p:spPr>
        <p:txBody>
          <a:bodyPr/>
          <a:p>
            <a:pPr eaLnBrk="1" hangingPunct="1"/>
            <a:r>
              <a:rPr lang="zh-CN" altLang="en-US" sz="2800" b="1" dirty="0">
                <a:sym typeface="+mn-ea"/>
              </a:rPr>
              <a:t>操作</a:t>
            </a:r>
            <a:endParaRPr lang="zh-CN" altLang="en-US" sz="2800" b="1" dirty="0">
              <a:sym typeface="+mn-ea"/>
            </a:endParaRPr>
          </a:p>
          <a:p>
            <a:pPr lvl="1" eaLnBrk="1" hangingPunct="1">
              <a:buSzPct val="80000"/>
              <a:buFont typeface="Wingdings" panose="05000000000000000000" charset="0"/>
              <a:buChar char=""/>
            </a:pPr>
            <a:r>
              <a:rPr lang="zh-CN" altLang="en-US" sz="2800">
                <a:sym typeface="+mn-ea"/>
              </a:rPr>
              <a:t>操作</a:t>
            </a:r>
            <a:r>
              <a:rPr lang="en-US" altLang="zh-CN" sz="2800">
                <a:sym typeface="+mn-ea"/>
              </a:rPr>
              <a:t>(operation)</a:t>
            </a:r>
            <a:r>
              <a:rPr lang="zh-CN" altLang="en-US" sz="2800">
                <a:solidFill>
                  <a:srgbClr val="C00000"/>
                </a:solidFill>
                <a:sym typeface="+mn-ea"/>
              </a:rPr>
              <a:t>访问或修改对象的属性值</a:t>
            </a:r>
            <a:endParaRPr lang="zh-CN" altLang="en-US" sz="2800"/>
          </a:p>
          <a:p>
            <a:pPr lvl="1" eaLnBrk="1" hangingPunct="1">
              <a:buSzPct val="80000"/>
              <a:buFont typeface="Wingdings" panose="05000000000000000000" charset="0"/>
              <a:buChar char=""/>
            </a:pPr>
            <a:r>
              <a:rPr lang="zh-CN" altLang="en-US" sz="2800">
                <a:sym typeface="+mn-ea"/>
              </a:rPr>
              <a:t>对象的行为是由为此对象定义的一系列操作决定的</a:t>
            </a:r>
            <a:endParaRPr lang="zh-CN" altLang="en-US" sz="2800"/>
          </a:p>
          <a:p>
            <a:pPr lvl="1" eaLnBrk="1" hangingPunct="1">
              <a:buSzPct val="80000"/>
              <a:buFont typeface="Wingdings" panose="05000000000000000000" charset="0"/>
              <a:buChar char=""/>
            </a:pPr>
            <a:r>
              <a:rPr lang="zh-CN" altLang="en-US" sz="2800">
                <a:sym typeface="+mn-ea"/>
              </a:rPr>
              <a:t>一个类可能同时存在多个实例，也可能在某一时刻没有实例</a:t>
            </a:r>
            <a:endParaRPr lang="zh-CN" altLang="en-US" sz="2800"/>
          </a:p>
          <a:p>
            <a:pPr lvl="1" eaLnBrk="1" hangingPunct="1">
              <a:buSzPct val="80000"/>
              <a:buFont typeface="Wingdings" panose="05000000000000000000" charset="0"/>
              <a:buChar char=""/>
            </a:pPr>
            <a:r>
              <a:rPr lang="zh-CN" altLang="en-US" sz="2800">
                <a:sym typeface="+mn-ea"/>
              </a:rPr>
              <a:t>一个类的所有实例都可以使用在这个类中定义的操作</a:t>
            </a:r>
            <a:endParaRPr lang="zh-CN" altLang="en-US" sz="2800"/>
          </a:p>
          <a:p>
            <a:pPr lvl="1" eaLnBrk="1" hangingPunct="1">
              <a:lnSpc>
                <a:spcPct val="100000"/>
              </a:lnSpc>
              <a:buFont typeface="Wingdings" panose="05000000000000000000" charset="0"/>
              <a:buChar char=""/>
            </a:pPr>
            <a:endParaRPr lang="zh-CN" altLang="en-US" sz="2800" dirty="0">
              <a:sym typeface="+mn-ea"/>
            </a:endParaRPr>
          </a:p>
          <a:p>
            <a:pPr lvl="1" eaLnBrk="1" hangingPunct="1">
              <a:lnSpc>
                <a:spcPct val="110000"/>
              </a:lnSpc>
              <a:buFont typeface="Wingdings" panose="05000000000000000000" charset="0"/>
              <a:buChar char=""/>
              <a:defRPr/>
            </a:pPr>
            <a:endParaRPr lang="en-US" altLang="zh-CN" sz="2000" dirty="0"/>
          </a:p>
          <a:p>
            <a:pPr lvl="1" eaLnBrk="1" hangingPunct="1"/>
            <a:endParaRPr lang="zh-CN" altLang="en-US" sz="2400" dirty="0"/>
          </a:p>
        </p:txBody>
      </p:sp>
    </p:spTree>
  </p:cSld>
  <p:clrMapOvr>
    <a:masterClrMapping/>
  </p:clrMapOvr>
  <p:transition spd="slow">
    <p:random/>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1.3 </a:t>
              </a:r>
              <a:r>
                <a:rPr lang="zh-CN" altLang="en-US" sz="3200" b="1" dirty="0">
                  <a:solidFill>
                    <a:schemeClr val="tx2">
                      <a:lumMod val="75000"/>
                    </a:schemeClr>
                  </a:solidFill>
                  <a:latin typeface="+mj-lt"/>
                  <a:ea typeface="黑体" panose="02010609060101010101" pitchFamily="49" charset="-122"/>
                  <a:cs typeface="+mj-lt"/>
                </a:rPr>
                <a:t>对象和</a:t>
              </a:r>
              <a:r>
                <a:rPr lang="zh-CN" altLang="en-US" sz="3200" b="1" dirty="0">
                  <a:solidFill>
                    <a:schemeClr val="tx2">
                      <a:lumMod val="75000"/>
                    </a:schemeClr>
                  </a:solidFill>
                  <a:latin typeface="+mj-lt"/>
                  <a:ea typeface="黑体" panose="02010609060101010101" pitchFamily="49" charset="-122"/>
                  <a:cs typeface="+mj-lt"/>
                </a:rPr>
                <a:t>类</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849630" y="142811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25856"/>
            <a:ext cx="10872184" cy="5400675"/>
          </a:xfrm>
        </p:spPr>
        <p:txBody>
          <a:bodyPr/>
          <a:p>
            <a:pPr eaLnBrk="1" hangingPunct="1">
              <a:defRPr/>
            </a:pPr>
            <a:r>
              <a:rPr lang="zh-CN" altLang="en-US" sz="2800" dirty="0">
                <a:sym typeface="+mn-ea"/>
              </a:rPr>
              <a:t>类和</a:t>
            </a:r>
            <a:r>
              <a:rPr lang="zh-CN" altLang="en-US" sz="2800" dirty="0">
                <a:sym typeface="+mn-ea"/>
              </a:rPr>
              <a:t>对象</a:t>
            </a:r>
            <a:endParaRPr lang="en-US" altLang="zh-CN" sz="2000" dirty="0"/>
          </a:p>
          <a:p>
            <a:pPr lvl="1" eaLnBrk="1" hangingPunct="1"/>
            <a:endParaRPr lang="zh-CN" altLang="en-US" sz="2400" dirty="0"/>
          </a:p>
        </p:txBody>
      </p:sp>
      <p:sp>
        <p:nvSpPr>
          <p:cNvPr id="23" name="Text Box 3"/>
          <p:cNvSpPr txBox="1">
            <a:spLocks noChangeArrowheads="1"/>
          </p:cNvSpPr>
          <p:nvPr/>
        </p:nvSpPr>
        <p:spPr bwMode="auto">
          <a:xfrm>
            <a:off x="3551872" y="2903534"/>
            <a:ext cx="1143000" cy="598488"/>
          </a:xfrm>
          <a:prstGeom prst="rect">
            <a:avLst/>
          </a:prstGeom>
          <a:noFill/>
          <a:ln w="19050">
            <a:solidFill>
              <a:srgbClr val="003366"/>
            </a:solidFill>
            <a:miter lim="800000"/>
          </a:ln>
          <a:effectLst/>
        </p:spPr>
        <p:txBody>
          <a:bodyPr>
            <a:spAutoFit/>
          </a:bodyPr>
          <a:p>
            <a:pPr algn="ctr" eaLnBrk="1" hangingPunct="1">
              <a:spcBef>
                <a:spcPct val="50000"/>
              </a:spcBef>
              <a:defRPr/>
            </a:pPr>
            <a:r>
              <a:rPr kumimoji="1" lang="zh-CN" altLang="en-US" sz="3200">
                <a:solidFill>
                  <a:srgbClr val="FF0000"/>
                </a:solidFill>
                <a:effectLst>
                  <a:outerShdw blurRad="38100" dist="38100" dir="2700000" algn="tl">
                    <a:srgbClr val="C0C0C0"/>
                  </a:outerShdw>
                </a:effectLst>
                <a:latin typeface="Times New Roman" panose="02020603050405020304" charset="0"/>
                <a:ea typeface="微软雅黑" panose="020B0503020204020204" pitchFamily="34" charset="-122"/>
              </a:rPr>
              <a:t>对象</a:t>
            </a:r>
            <a:endParaRPr kumimoji="1" lang="zh-CN" altLang="en-US" sz="3200">
              <a:solidFill>
                <a:srgbClr val="FF0000"/>
              </a:solidFill>
              <a:effectLst>
                <a:outerShdw blurRad="38100" dist="38100" dir="2700000" algn="tl">
                  <a:srgbClr val="C0C0C0"/>
                </a:outerShdw>
              </a:effectLst>
              <a:latin typeface="Times New Roman" panose="02020603050405020304" charset="0"/>
              <a:ea typeface="微软雅黑" panose="020B0503020204020204" pitchFamily="34" charset="-122"/>
            </a:endParaRPr>
          </a:p>
        </p:txBody>
      </p:sp>
      <p:sp>
        <p:nvSpPr>
          <p:cNvPr id="24" name="Text Box 4"/>
          <p:cNvSpPr txBox="1">
            <a:spLocks noChangeArrowheads="1"/>
          </p:cNvSpPr>
          <p:nvPr/>
        </p:nvSpPr>
        <p:spPr bwMode="auto">
          <a:xfrm>
            <a:off x="7425372" y="2882900"/>
            <a:ext cx="1143000" cy="598487"/>
          </a:xfrm>
          <a:prstGeom prst="rect">
            <a:avLst/>
          </a:prstGeom>
          <a:noFill/>
          <a:ln w="19050">
            <a:solidFill>
              <a:srgbClr val="003366"/>
            </a:solidFill>
            <a:miter lim="800000"/>
          </a:ln>
          <a:effectLst/>
        </p:spPr>
        <p:txBody>
          <a:bodyPr>
            <a:spAutoFit/>
          </a:bodyPr>
          <a:p>
            <a:pPr algn="ctr" eaLnBrk="1" hangingPunct="1">
              <a:spcBef>
                <a:spcPct val="50000"/>
              </a:spcBef>
              <a:defRPr/>
            </a:pPr>
            <a:r>
              <a:rPr kumimoji="1" lang="zh-CN" altLang="en-US" sz="3200" dirty="0">
                <a:solidFill>
                  <a:srgbClr val="FF0000"/>
                </a:solidFill>
                <a:effectLst>
                  <a:outerShdw blurRad="38100" dist="38100" dir="2700000" algn="tl">
                    <a:srgbClr val="C0C0C0"/>
                  </a:outerShdw>
                </a:effectLst>
                <a:latin typeface="Times New Roman" panose="02020603050405020304" charset="0"/>
                <a:ea typeface="微软雅黑" panose="020B0503020204020204" pitchFamily="34" charset="-122"/>
              </a:rPr>
              <a:t>实体</a:t>
            </a:r>
            <a:endParaRPr kumimoji="1" lang="zh-CN" altLang="en-US" sz="3200" dirty="0">
              <a:solidFill>
                <a:srgbClr val="FF0000"/>
              </a:solidFill>
              <a:effectLst>
                <a:outerShdw blurRad="38100" dist="38100" dir="2700000" algn="tl">
                  <a:srgbClr val="C0C0C0"/>
                </a:outerShdw>
              </a:effectLst>
              <a:latin typeface="Times New Roman" panose="02020603050405020304" charset="0"/>
              <a:ea typeface="微软雅黑" panose="020B0503020204020204" pitchFamily="34" charset="-122"/>
            </a:endParaRPr>
          </a:p>
        </p:txBody>
      </p:sp>
      <p:sp>
        <p:nvSpPr>
          <p:cNvPr id="25" name="Text Box 5"/>
          <p:cNvSpPr txBox="1">
            <a:spLocks noChangeArrowheads="1"/>
          </p:cNvSpPr>
          <p:nvPr/>
        </p:nvSpPr>
        <p:spPr bwMode="auto">
          <a:xfrm>
            <a:off x="3551872" y="5646734"/>
            <a:ext cx="1143000" cy="598488"/>
          </a:xfrm>
          <a:prstGeom prst="rect">
            <a:avLst/>
          </a:prstGeom>
          <a:noFill/>
          <a:ln w="19050">
            <a:solidFill>
              <a:srgbClr val="003366"/>
            </a:solidFill>
            <a:miter lim="800000"/>
          </a:ln>
          <a:effectLst/>
        </p:spPr>
        <p:txBody>
          <a:bodyPr>
            <a:spAutoFit/>
          </a:bodyPr>
          <a:p>
            <a:pPr algn="ctr" eaLnBrk="1" hangingPunct="1">
              <a:spcBef>
                <a:spcPct val="50000"/>
              </a:spcBef>
              <a:defRPr/>
            </a:pPr>
            <a:r>
              <a:rPr kumimoji="1" lang="zh-CN" altLang="en-US" sz="3200">
                <a:solidFill>
                  <a:srgbClr val="FF0000"/>
                </a:solidFill>
                <a:effectLst>
                  <a:outerShdw blurRad="38100" dist="38100" dir="2700000" algn="tl">
                    <a:srgbClr val="C0C0C0"/>
                  </a:outerShdw>
                </a:effectLst>
                <a:latin typeface="Times New Roman" panose="02020603050405020304" charset="0"/>
                <a:ea typeface="微软雅黑" panose="020B0503020204020204" pitchFamily="34" charset="-122"/>
              </a:rPr>
              <a:t>类</a:t>
            </a:r>
            <a:endParaRPr kumimoji="1" lang="zh-CN" altLang="en-US" sz="3200">
              <a:solidFill>
                <a:srgbClr val="FF0000"/>
              </a:solidFill>
              <a:effectLst>
                <a:outerShdw blurRad="38100" dist="38100" dir="2700000" algn="tl">
                  <a:srgbClr val="C0C0C0"/>
                </a:outerShdw>
              </a:effectLst>
              <a:latin typeface="Times New Roman" panose="02020603050405020304" charset="0"/>
              <a:ea typeface="微软雅黑" panose="020B0503020204020204" pitchFamily="34" charset="-122"/>
            </a:endParaRPr>
          </a:p>
        </p:txBody>
      </p:sp>
      <p:sp>
        <p:nvSpPr>
          <p:cNvPr id="26" name="Text Box 6"/>
          <p:cNvSpPr txBox="1">
            <a:spLocks noChangeArrowheads="1"/>
          </p:cNvSpPr>
          <p:nvPr/>
        </p:nvSpPr>
        <p:spPr bwMode="auto">
          <a:xfrm>
            <a:off x="6599872" y="5626100"/>
            <a:ext cx="2681288" cy="598487"/>
          </a:xfrm>
          <a:prstGeom prst="rect">
            <a:avLst/>
          </a:prstGeom>
          <a:noFill/>
          <a:ln w="19050">
            <a:solidFill>
              <a:srgbClr val="003366"/>
            </a:solidFill>
            <a:miter lim="800000"/>
          </a:ln>
          <a:effectLst/>
        </p:spPr>
        <p:txBody>
          <a:bodyPr>
            <a:spAutoFit/>
          </a:bodyPr>
          <a:p>
            <a:pPr algn="ctr" eaLnBrk="1" hangingPunct="1">
              <a:spcBef>
                <a:spcPct val="50000"/>
              </a:spcBef>
              <a:defRPr/>
            </a:pPr>
            <a:r>
              <a:rPr kumimoji="1" lang="zh-CN" altLang="en-US" sz="3200">
                <a:solidFill>
                  <a:srgbClr val="FF0000"/>
                </a:solidFill>
                <a:effectLst>
                  <a:outerShdw blurRad="38100" dist="38100" dir="2700000" algn="tl">
                    <a:srgbClr val="C0C0C0"/>
                  </a:outerShdw>
                </a:effectLst>
                <a:latin typeface="Times New Roman" panose="02020603050405020304" charset="0"/>
                <a:ea typeface="微软雅黑" panose="020B0503020204020204" pitchFamily="34" charset="-122"/>
              </a:rPr>
              <a:t>抽象数据类型</a:t>
            </a:r>
            <a:endParaRPr kumimoji="1" lang="zh-CN" altLang="en-US" sz="3200">
              <a:solidFill>
                <a:srgbClr val="FF0000"/>
              </a:solidFill>
              <a:effectLst>
                <a:outerShdw blurRad="38100" dist="38100" dir="2700000" algn="tl">
                  <a:srgbClr val="C0C0C0"/>
                </a:outerShdw>
              </a:effectLst>
              <a:latin typeface="Times New Roman" panose="02020603050405020304" charset="0"/>
              <a:ea typeface="微软雅黑" panose="020B0503020204020204" pitchFamily="34" charset="-122"/>
            </a:endParaRPr>
          </a:p>
        </p:txBody>
      </p:sp>
      <p:sp>
        <p:nvSpPr>
          <p:cNvPr id="27" name="Oval 7"/>
          <p:cNvSpPr>
            <a:spLocks noChangeArrowheads="1"/>
          </p:cNvSpPr>
          <p:nvPr/>
        </p:nvSpPr>
        <p:spPr bwMode="auto">
          <a:xfrm>
            <a:off x="2721610" y="1828800"/>
            <a:ext cx="2736850" cy="4752975"/>
          </a:xfrm>
          <a:prstGeom prst="ellipse">
            <a:avLst/>
          </a:prstGeom>
          <a:noFill/>
          <a:ln w="25400">
            <a:solidFill>
              <a:srgbClr val="800000"/>
            </a:solidFill>
            <a:round/>
          </a:ln>
          <a:extLst>
            <a:ext uri="{909E8E84-426E-40DD-AFC4-6F175D3DCCD1}">
              <a14:hiddenFill xmlns:a14="http://schemas.microsoft.com/office/drawing/2010/main">
                <a:solidFill>
                  <a:srgbClr val="FFFFFF"/>
                </a:solidFill>
              </a14:hiddenFill>
            </a:ext>
          </a:extLst>
        </p:spPr>
        <p:txBody>
          <a:bodyPr wrap="none" anchor="ctr"/>
          <a:p>
            <a:pPr algn="ctr" eaLnBrk="1" hangingPunct="1"/>
            <a:endParaRPr kumimoji="1" lang="zh-CN" altLang="en-US" sz="2400">
              <a:solidFill>
                <a:srgbClr val="CC3300"/>
              </a:solidFill>
              <a:latin typeface="Times New Roman" panose="02020603050405020304" charset="0"/>
              <a:ea typeface="微软雅黑" panose="020B0503020204020204" pitchFamily="34" charset="-122"/>
            </a:endParaRPr>
          </a:p>
        </p:txBody>
      </p:sp>
      <p:sp>
        <p:nvSpPr>
          <p:cNvPr id="28" name="Text Box 8"/>
          <p:cNvSpPr txBox="1">
            <a:spLocks noChangeArrowheads="1"/>
          </p:cNvSpPr>
          <p:nvPr/>
        </p:nvSpPr>
        <p:spPr bwMode="auto">
          <a:xfrm>
            <a:off x="3083560" y="2262184"/>
            <a:ext cx="2057400" cy="457200"/>
          </a:xfrm>
          <a:prstGeom prst="rect">
            <a:avLst/>
          </a:prstGeom>
          <a:noFill/>
          <a:ln w="9525">
            <a:noFill/>
            <a:miter lim="800000"/>
          </a:ln>
          <a:effectLst/>
        </p:spPr>
        <p:txBody>
          <a:bodyPr>
            <a:spAutoFit/>
          </a:bodyPr>
          <a:p>
            <a:pPr algn="ctr" eaLnBrk="1" hangingPunct="1">
              <a:spcBef>
                <a:spcPct val="50000"/>
              </a:spcBef>
              <a:defRPr/>
            </a:pPr>
            <a:r>
              <a:rPr kumimoji="1" lang="zh-CN" altLang="en-US" sz="2400">
                <a:solidFill>
                  <a:srgbClr val="3333CC"/>
                </a:solidFill>
                <a:effectLst>
                  <a:outerShdw blurRad="38100" dist="38100" dir="2700000" algn="tl">
                    <a:srgbClr val="C0C0C0"/>
                  </a:outerShdw>
                </a:effectLst>
                <a:latin typeface="Times New Roman" panose="02020603050405020304" charset="0"/>
                <a:ea typeface="微软雅黑" panose="020B0503020204020204" pitchFamily="34" charset="-122"/>
              </a:rPr>
              <a:t>计算机世界</a:t>
            </a:r>
            <a:endParaRPr kumimoji="1" lang="zh-CN" altLang="en-US" sz="2400">
              <a:solidFill>
                <a:srgbClr val="3333CC"/>
              </a:solidFill>
              <a:effectLst>
                <a:outerShdw blurRad="38100" dist="38100" dir="2700000" algn="tl">
                  <a:srgbClr val="C0C0C0"/>
                </a:outerShdw>
              </a:effectLst>
              <a:latin typeface="Times New Roman" panose="02020603050405020304" charset="0"/>
              <a:ea typeface="微软雅黑" panose="020B0503020204020204" pitchFamily="34" charset="-122"/>
            </a:endParaRPr>
          </a:p>
        </p:txBody>
      </p:sp>
      <p:sp>
        <p:nvSpPr>
          <p:cNvPr id="29" name="Line 9"/>
          <p:cNvSpPr>
            <a:spLocks noChangeShapeType="1"/>
          </p:cNvSpPr>
          <p:nvPr/>
        </p:nvSpPr>
        <p:spPr bwMode="auto">
          <a:xfrm flipV="1">
            <a:off x="4091622" y="3486147"/>
            <a:ext cx="0" cy="2159000"/>
          </a:xfrm>
          <a:prstGeom prst="line">
            <a:avLst/>
          </a:prstGeom>
          <a:noFill/>
          <a:ln w="25400">
            <a:solidFill>
              <a:srgbClr val="008000"/>
            </a:solidFill>
            <a:round/>
            <a:tailEnd type="triangle" w="lg" len="lg"/>
          </a:ln>
          <a:extLst>
            <a:ext uri="{909E8E84-426E-40DD-AFC4-6F175D3DCCD1}">
              <a14:hiddenFill xmlns:a14="http://schemas.microsoft.com/office/drawing/2010/main">
                <a:noFill/>
              </a14:hiddenFill>
            </a:ext>
          </a:extLst>
        </p:spPr>
        <p:txBody>
          <a:bodyPr/>
          <a:p>
            <a:pPr eaLnBrk="1" hangingPunct="1"/>
            <a:endParaRPr kumimoji="1" lang="zh-CN" altLang="en-US" sz="2400">
              <a:solidFill>
                <a:srgbClr val="000000"/>
              </a:solidFill>
              <a:latin typeface="Times New Roman" panose="02020603050405020304" charset="0"/>
              <a:ea typeface="微软雅黑" panose="020B0503020204020204" pitchFamily="34" charset="-122"/>
            </a:endParaRPr>
          </a:p>
        </p:txBody>
      </p:sp>
      <p:sp>
        <p:nvSpPr>
          <p:cNvPr id="30" name="Text Box 10"/>
          <p:cNvSpPr txBox="1">
            <a:spLocks noChangeArrowheads="1"/>
          </p:cNvSpPr>
          <p:nvPr/>
        </p:nvSpPr>
        <p:spPr bwMode="auto">
          <a:xfrm>
            <a:off x="3624897" y="3805234"/>
            <a:ext cx="609600" cy="1569660"/>
          </a:xfrm>
          <a:prstGeom prst="rect">
            <a:avLst/>
          </a:prstGeom>
          <a:noFill/>
          <a:ln w="9525">
            <a:noFill/>
            <a:miter lim="800000"/>
          </a:ln>
          <a:effectLst/>
        </p:spPr>
        <p:txBody>
          <a:bodyPr>
            <a:spAutoFit/>
          </a:bodyPr>
          <a:p>
            <a:pPr eaLnBrk="1" hangingPunct="1">
              <a:spcBef>
                <a:spcPct val="50000"/>
              </a:spcBef>
              <a:defRPr/>
            </a:pPr>
            <a:r>
              <a:rPr kumimoji="1" lang="zh-CN" altLang="en-US" sz="2400">
                <a:solidFill>
                  <a:srgbClr val="000066"/>
                </a:solidFill>
                <a:effectLst>
                  <a:outerShdw blurRad="38100" dist="38100" dir="2700000" algn="tl">
                    <a:srgbClr val="C0C0C0"/>
                  </a:outerShdw>
                </a:effectLst>
                <a:latin typeface="Times New Roman" panose="02020603050405020304" charset="0"/>
                <a:ea typeface="微软雅黑" panose="020B0503020204020204" pitchFamily="34" charset="-122"/>
              </a:rPr>
              <a:t>实</a:t>
            </a:r>
            <a:endParaRPr kumimoji="1" lang="zh-CN" altLang="en-US" sz="2400">
              <a:solidFill>
                <a:srgbClr val="000066"/>
              </a:solidFill>
              <a:effectLst>
                <a:outerShdw blurRad="38100" dist="38100" dir="2700000" algn="tl">
                  <a:srgbClr val="C0C0C0"/>
                </a:outerShdw>
              </a:effectLst>
              <a:latin typeface="Times New Roman" panose="02020603050405020304" charset="0"/>
              <a:ea typeface="微软雅黑" panose="020B0503020204020204" pitchFamily="34" charset="-122"/>
            </a:endParaRPr>
          </a:p>
          <a:p>
            <a:pPr eaLnBrk="1" hangingPunct="1">
              <a:spcBef>
                <a:spcPct val="50000"/>
              </a:spcBef>
              <a:defRPr/>
            </a:pPr>
            <a:r>
              <a:rPr kumimoji="1" lang="zh-CN" altLang="en-US" sz="2400">
                <a:solidFill>
                  <a:srgbClr val="000066"/>
                </a:solidFill>
                <a:effectLst>
                  <a:outerShdw blurRad="38100" dist="38100" dir="2700000" algn="tl">
                    <a:srgbClr val="C0C0C0"/>
                  </a:outerShdw>
                </a:effectLst>
                <a:latin typeface="Times New Roman" panose="02020603050405020304" charset="0"/>
                <a:ea typeface="微软雅黑" panose="020B0503020204020204" pitchFamily="34" charset="-122"/>
              </a:rPr>
              <a:t>例</a:t>
            </a:r>
            <a:endParaRPr kumimoji="1" lang="zh-CN" altLang="en-US" sz="2400">
              <a:solidFill>
                <a:srgbClr val="000066"/>
              </a:solidFill>
              <a:effectLst>
                <a:outerShdw blurRad="38100" dist="38100" dir="2700000" algn="tl">
                  <a:srgbClr val="C0C0C0"/>
                </a:outerShdw>
              </a:effectLst>
              <a:latin typeface="Times New Roman" panose="02020603050405020304" charset="0"/>
              <a:ea typeface="微软雅黑" panose="020B0503020204020204" pitchFamily="34" charset="-122"/>
            </a:endParaRPr>
          </a:p>
          <a:p>
            <a:pPr eaLnBrk="1" hangingPunct="1">
              <a:spcBef>
                <a:spcPct val="50000"/>
              </a:spcBef>
              <a:defRPr/>
            </a:pPr>
            <a:r>
              <a:rPr kumimoji="1" lang="zh-CN" altLang="en-US" sz="2400">
                <a:solidFill>
                  <a:srgbClr val="000066"/>
                </a:solidFill>
                <a:effectLst>
                  <a:outerShdw blurRad="38100" dist="38100" dir="2700000" algn="tl">
                    <a:srgbClr val="C0C0C0"/>
                  </a:outerShdw>
                </a:effectLst>
                <a:latin typeface="Times New Roman" panose="02020603050405020304" charset="0"/>
                <a:ea typeface="微软雅黑" panose="020B0503020204020204" pitchFamily="34" charset="-122"/>
              </a:rPr>
              <a:t>化</a:t>
            </a:r>
            <a:endParaRPr kumimoji="1" lang="zh-CN" altLang="en-US" sz="2400">
              <a:solidFill>
                <a:srgbClr val="000066"/>
              </a:solidFill>
              <a:effectLst>
                <a:outerShdw blurRad="38100" dist="38100" dir="2700000" algn="tl">
                  <a:srgbClr val="C0C0C0"/>
                </a:outerShdw>
              </a:effectLst>
              <a:latin typeface="Times New Roman" panose="02020603050405020304" charset="0"/>
              <a:ea typeface="微软雅黑" panose="020B0503020204020204" pitchFamily="34" charset="-122"/>
            </a:endParaRPr>
          </a:p>
        </p:txBody>
      </p:sp>
      <p:sp>
        <p:nvSpPr>
          <p:cNvPr id="31" name="Line 11"/>
          <p:cNvSpPr>
            <a:spLocks noChangeShapeType="1"/>
          </p:cNvSpPr>
          <p:nvPr/>
        </p:nvSpPr>
        <p:spPr bwMode="auto">
          <a:xfrm flipH="1">
            <a:off x="4672647" y="3187700"/>
            <a:ext cx="2736850" cy="9525"/>
          </a:xfrm>
          <a:prstGeom prst="line">
            <a:avLst/>
          </a:prstGeom>
          <a:noFill/>
          <a:ln w="25400">
            <a:solidFill>
              <a:srgbClr val="008000"/>
            </a:solidFill>
            <a:round/>
            <a:tailEnd type="triangle" w="lg" len="lg"/>
          </a:ln>
          <a:extLst>
            <a:ext uri="{909E8E84-426E-40DD-AFC4-6F175D3DCCD1}">
              <a14:hiddenFill xmlns:a14="http://schemas.microsoft.com/office/drawing/2010/main">
                <a:noFill/>
              </a14:hiddenFill>
            </a:ext>
          </a:extLst>
        </p:spPr>
        <p:txBody>
          <a:bodyPr/>
          <a:p>
            <a:pPr eaLnBrk="1" hangingPunct="1"/>
            <a:endParaRPr kumimoji="1" lang="zh-CN" altLang="en-US" sz="2400">
              <a:solidFill>
                <a:srgbClr val="000000"/>
              </a:solidFill>
              <a:latin typeface="Times New Roman" panose="02020603050405020304" charset="0"/>
              <a:ea typeface="微软雅黑" panose="020B0503020204020204" pitchFamily="34" charset="-122"/>
            </a:endParaRPr>
          </a:p>
        </p:txBody>
      </p:sp>
      <p:sp>
        <p:nvSpPr>
          <p:cNvPr id="32" name="Line 12"/>
          <p:cNvSpPr>
            <a:spLocks noChangeShapeType="1"/>
          </p:cNvSpPr>
          <p:nvPr/>
        </p:nvSpPr>
        <p:spPr bwMode="auto">
          <a:xfrm>
            <a:off x="7958772" y="3516309"/>
            <a:ext cx="0" cy="2057400"/>
          </a:xfrm>
          <a:prstGeom prst="line">
            <a:avLst/>
          </a:prstGeom>
          <a:noFill/>
          <a:ln w="25400">
            <a:solidFill>
              <a:srgbClr val="008000"/>
            </a:solidFill>
            <a:round/>
            <a:tailEnd type="triangle" w="lg" len="lg"/>
          </a:ln>
          <a:extLst>
            <a:ext uri="{909E8E84-426E-40DD-AFC4-6F175D3DCCD1}">
              <a14:hiddenFill xmlns:a14="http://schemas.microsoft.com/office/drawing/2010/main">
                <a:noFill/>
              </a14:hiddenFill>
            </a:ext>
          </a:extLst>
        </p:spPr>
        <p:txBody>
          <a:bodyPr/>
          <a:p>
            <a:pPr eaLnBrk="1" hangingPunct="1"/>
            <a:endParaRPr kumimoji="1" lang="zh-CN" altLang="en-US" sz="2400">
              <a:solidFill>
                <a:srgbClr val="000000"/>
              </a:solidFill>
              <a:latin typeface="Times New Roman" panose="02020603050405020304" charset="0"/>
              <a:ea typeface="微软雅黑" panose="020B0503020204020204" pitchFamily="34" charset="-122"/>
            </a:endParaRPr>
          </a:p>
        </p:txBody>
      </p:sp>
      <p:sp>
        <p:nvSpPr>
          <p:cNvPr id="33" name="Text Box 13"/>
          <p:cNvSpPr txBox="1">
            <a:spLocks noChangeArrowheads="1"/>
          </p:cNvSpPr>
          <p:nvPr/>
        </p:nvSpPr>
        <p:spPr bwMode="auto">
          <a:xfrm>
            <a:off x="7907972" y="4062412"/>
            <a:ext cx="431800" cy="830997"/>
          </a:xfrm>
          <a:prstGeom prst="rect">
            <a:avLst/>
          </a:prstGeom>
          <a:noFill/>
          <a:ln w="9525">
            <a:noFill/>
            <a:miter lim="800000"/>
          </a:ln>
          <a:effectLst/>
        </p:spPr>
        <p:txBody>
          <a:bodyPr>
            <a:spAutoFit/>
          </a:bodyPr>
          <a:p>
            <a:pPr eaLnBrk="1" hangingPunct="1">
              <a:spcBef>
                <a:spcPct val="50000"/>
              </a:spcBef>
              <a:defRPr/>
            </a:pPr>
            <a:r>
              <a:rPr kumimoji="1" lang="zh-CN" altLang="en-US" sz="2400">
                <a:solidFill>
                  <a:srgbClr val="000066"/>
                </a:solidFill>
                <a:effectLst>
                  <a:outerShdw blurRad="38100" dist="38100" dir="2700000" algn="tl">
                    <a:srgbClr val="C0C0C0"/>
                  </a:outerShdw>
                </a:effectLst>
                <a:latin typeface="Times New Roman" panose="02020603050405020304" charset="0"/>
                <a:ea typeface="微软雅黑" panose="020B0503020204020204" pitchFamily="34" charset="-122"/>
              </a:rPr>
              <a:t>抽   象</a:t>
            </a:r>
            <a:endParaRPr kumimoji="1" lang="zh-CN" altLang="en-US" sz="2400">
              <a:solidFill>
                <a:srgbClr val="000066"/>
              </a:solidFill>
              <a:effectLst>
                <a:outerShdw blurRad="38100" dist="38100" dir="2700000" algn="tl">
                  <a:srgbClr val="C0C0C0"/>
                </a:outerShdw>
              </a:effectLst>
              <a:latin typeface="Times New Roman" panose="02020603050405020304" charset="0"/>
              <a:ea typeface="微软雅黑" panose="020B0503020204020204" pitchFamily="34" charset="-122"/>
            </a:endParaRPr>
          </a:p>
        </p:txBody>
      </p:sp>
      <p:sp>
        <p:nvSpPr>
          <p:cNvPr id="34" name="Text Box 14"/>
          <p:cNvSpPr txBox="1">
            <a:spLocks noChangeArrowheads="1"/>
          </p:cNvSpPr>
          <p:nvPr/>
        </p:nvSpPr>
        <p:spPr bwMode="auto">
          <a:xfrm>
            <a:off x="5242560" y="2813047"/>
            <a:ext cx="1371600" cy="457200"/>
          </a:xfrm>
          <a:prstGeom prst="rect">
            <a:avLst/>
          </a:prstGeom>
          <a:noFill/>
          <a:ln w="9525">
            <a:noFill/>
            <a:miter lim="800000"/>
          </a:ln>
          <a:effectLst/>
        </p:spPr>
        <p:txBody>
          <a:bodyPr>
            <a:spAutoFit/>
          </a:bodyPr>
          <a:p>
            <a:pPr algn="ctr" eaLnBrk="1" hangingPunct="1">
              <a:spcBef>
                <a:spcPct val="50000"/>
              </a:spcBef>
              <a:defRPr/>
            </a:pPr>
            <a:r>
              <a:rPr kumimoji="1" lang="zh-CN" altLang="en-US" sz="2400">
                <a:solidFill>
                  <a:srgbClr val="000066"/>
                </a:solidFill>
                <a:effectLst>
                  <a:outerShdw blurRad="38100" dist="38100" dir="2700000" algn="tl">
                    <a:srgbClr val="C0C0C0"/>
                  </a:outerShdw>
                </a:effectLst>
                <a:latin typeface="Times New Roman" panose="02020603050405020304" charset="0"/>
                <a:ea typeface="微软雅黑" panose="020B0503020204020204" pitchFamily="34" charset="-122"/>
              </a:rPr>
              <a:t>映  射</a:t>
            </a:r>
            <a:endParaRPr kumimoji="1" lang="zh-CN" altLang="en-US" sz="2400">
              <a:solidFill>
                <a:srgbClr val="000066"/>
              </a:solidFill>
              <a:effectLst>
                <a:outerShdw blurRad="38100" dist="38100" dir="2700000" algn="tl">
                  <a:srgbClr val="C0C0C0"/>
                </a:outerShdw>
              </a:effectLst>
              <a:latin typeface="Times New Roman" panose="02020603050405020304" charset="0"/>
              <a:ea typeface="微软雅黑" panose="020B0503020204020204" pitchFamily="34" charset="-122"/>
            </a:endParaRPr>
          </a:p>
        </p:txBody>
      </p:sp>
      <p:sp>
        <p:nvSpPr>
          <p:cNvPr id="35" name="Text Box 15"/>
          <p:cNvSpPr txBox="1">
            <a:spLocks noChangeArrowheads="1"/>
          </p:cNvSpPr>
          <p:nvPr/>
        </p:nvSpPr>
        <p:spPr bwMode="auto">
          <a:xfrm>
            <a:off x="5458460" y="5621334"/>
            <a:ext cx="1008062" cy="457200"/>
          </a:xfrm>
          <a:prstGeom prst="rect">
            <a:avLst/>
          </a:prstGeom>
          <a:noFill/>
          <a:ln w="9525">
            <a:noFill/>
            <a:miter lim="800000"/>
          </a:ln>
          <a:effectLst/>
        </p:spPr>
        <p:txBody>
          <a:bodyPr>
            <a:spAutoFit/>
          </a:bodyPr>
          <a:p>
            <a:pPr algn="ctr" eaLnBrk="1" hangingPunct="1">
              <a:spcBef>
                <a:spcPct val="50000"/>
              </a:spcBef>
              <a:defRPr/>
            </a:pPr>
            <a:r>
              <a:rPr kumimoji="1" lang="zh-CN" altLang="en-US" sz="2400">
                <a:solidFill>
                  <a:srgbClr val="000066"/>
                </a:solidFill>
                <a:effectLst>
                  <a:outerShdw blurRad="38100" dist="38100" dir="2700000" algn="tl">
                    <a:srgbClr val="C0C0C0"/>
                  </a:outerShdw>
                </a:effectLst>
                <a:latin typeface="Times New Roman" panose="02020603050405020304" charset="0"/>
                <a:ea typeface="微软雅黑" panose="020B0503020204020204" pitchFamily="34" charset="-122"/>
              </a:rPr>
              <a:t>映  射</a:t>
            </a:r>
            <a:endParaRPr kumimoji="1" lang="zh-CN" altLang="en-US" sz="2400">
              <a:solidFill>
                <a:srgbClr val="000066"/>
              </a:solidFill>
              <a:effectLst>
                <a:outerShdw blurRad="38100" dist="38100" dir="2700000" algn="tl">
                  <a:srgbClr val="C0C0C0"/>
                </a:outerShdw>
              </a:effectLst>
              <a:latin typeface="Times New Roman" panose="02020603050405020304" charset="0"/>
              <a:ea typeface="微软雅黑" panose="020B0503020204020204" pitchFamily="34" charset="-122"/>
            </a:endParaRPr>
          </a:p>
        </p:txBody>
      </p:sp>
      <p:sp>
        <p:nvSpPr>
          <p:cNvPr id="36" name="Line 16"/>
          <p:cNvSpPr>
            <a:spLocks noChangeShapeType="1"/>
          </p:cNvSpPr>
          <p:nvPr/>
        </p:nvSpPr>
        <p:spPr bwMode="auto">
          <a:xfrm flipH="1">
            <a:off x="4694872" y="6007097"/>
            <a:ext cx="1905000" cy="0"/>
          </a:xfrm>
          <a:prstGeom prst="line">
            <a:avLst/>
          </a:prstGeom>
          <a:noFill/>
          <a:ln w="25400">
            <a:solidFill>
              <a:srgbClr val="008000"/>
            </a:solidFill>
            <a:round/>
            <a:tailEnd type="triangle" w="lg" len="lg"/>
          </a:ln>
          <a:extLst>
            <a:ext uri="{909E8E84-426E-40DD-AFC4-6F175D3DCCD1}">
              <a14:hiddenFill xmlns:a14="http://schemas.microsoft.com/office/drawing/2010/main">
                <a:noFill/>
              </a14:hiddenFill>
            </a:ext>
          </a:extLst>
        </p:spPr>
        <p:txBody>
          <a:bodyPr/>
          <a:p>
            <a:pPr eaLnBrk="1" hangingPunct="1"/>
            <a:endParaRPr kumimoji="1" lang="zh-CN" altLang="en-US" sz="2400">
              <a:solidFill>
                <a:srgbClr val="000000"/>
              </a:solidFill>
              <a:latin typeface="Times New Roman" panose="02020603050405020304" charset="0"/>
              <a:ea typeface="微软雅黑" panose="020B0503020204020204" pitchFamily="34" charset="-122"/>
            </a:endParaRPr>
          </a:p>
        </p:txBody>
      </p:sp>
      <p:sp>
        <p:nvSpPr>
          <p:cNvPr id="37" name="Oval 17"/>
          <p:cNvSpPr>
            <a:spLocks noChangeArrowheads="1"/>
          </p:cNvSpPr>
          <p:nvPr/>
        </p:nvSpPr>
        <p:spPr bwMode="auto">
          <a:xfrm>
            <a:off x="6682422" y="2117725"/>
            <a:ext cx="2743200" cy="1901825"/>
          </a:xfrm>
          <a:prstGeom prst="ellipse">
            <a:avLst/>
          </a:prstGeom>
          <a:noFill/>
          <a:ln w="25400">
            <a:solidFill>
              <a:srgbClr val="800000"/>
            </a:solidFill>
            <a:round/>
          </a:ln>
          <a:extLst>
            <a:ext uri="{909E8E84-426E-40DD-AFC4-6F175D3DCCD1}">
              <a14:hiddenFill xmlns:a14="http://schemas.microsoft.com/office/drawing/2010/main">
                <a:solidFill>
                  <a:srgbClr val="FFFFFF"/>
                </a:solidFill>
              </a14:hiddenFill>
            </a:ext>
          </a:extLst>
        </p:spPr>
        <p:txBody>
          <a:bodyPr wrap="none" anchor="ctr"/>
          <a:p>
            <a:pPr eaLnBrk="1" hangingPunct="1"/>
            <a:endParaRPr kumimoji="1" lang="zh-CN" altLang="en-US" sz="2400">
              <a:solidFill>
                <a:srgbClr val="000000"/>
              </a:solidFill>
              <a:latin typeface="Times New Roman" panose="02020603050405020304" charset="0"/>
              <a:ea typeface="微软雅黑" panose="020B0503020204020204" pitchFamily="34" charset="-122"/>
            </a:endParaRPr>
          </a:p>
        </p:txBody>
      </p:sp>
      <p:sp>
        <p:nvSpPr>
          <p:cNvPr id="38" name="Text Box 18"/>
          <p:cNvSpPr txBox="1">
            <a:spLocks noChangeArrowheads="1"/>
          </p:cNvSpPr>
          <p:nvPr/>
        </p:nvSpPr>
        <p:spPr bwMode="auto">
          <a:xfrm>
            <a:off x="7163435" y="2262184"/>
            <a:ext cx="1752600" cy="457200"/>
          </a:xfrm>
          <a:prstGeom prst="rect">
            <a:avLst/>
          </a:prstGeom>
          <a:noFill/>
          <a:ln w="9525">
            <a:noFill/>
            <a:miter lim="800000"/>
          </a:ln>
          <a:effectLst/>
        </p:spPr>
        <p:txBody>
          <a:bodyPr>
            <a:spAutoFit/>
          </a:bodyPr>
          <a:p>
            <a:pPr algn="ctr" eaLnBrk="1" hangingPunct="1">
              <a:spcBef>
                <a:spcPct val="50000"/>
              </a:spcBef>
              <a:defRPr/>
            </a:pPr>
            <a:r>
              <a:rPr kumimoji="1" lang="zh-CN" altLang="en-US" sz="2400">
                <a:solidFill>
                  <a:srgbClr val="3333CC"/>
                </a:solidFill>
                <a:effectLst>
                  <a:outerShdw blurRad="38100" dist="38100" dir="2700000" algn="tl">
                    <a:srgbClr val="C0C0C0"/>
                  </a:outerShdw>
                </a:effectLst>
                <a:latin typeface="Times New Roman" panose="02020603050405020304" charset="0"/>
                <a:ea typeface="微软雅黑" panose="020B0503020204020204" pitchFamily="34" charset="-122"/>
              </a:rPr>
              <a:t>现实世界</a:t>
            </a:r>
            <a:endParaRPr kumimoji="1" lang="zh-CN" altLang="en-US" sz="2400">
              <a:solidFill>
                <a:srgbClr val="3333CC"/>
              </a:solidFill>
              <a:effectLst>
                <a:outerShdw blurRad="38100" dist="38100" dir="2700000" algn="tl">
                  <a:srgbClr val="C0C0C0"/>
                </a:outerShdw>
              </a:effectLst>
              <a:latin typeface="Times New Roman" panose="02020603050405020304" charset="0"/>
              <a:ea typeface="微软雅黑" panose="020B0503020204020204" pitchFamily="34" charset="-122"/>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wipe(up)">
                                      <p:cBhvr>
                                        <p:cTn id="15" dur="500"/>
                                        <p:tgtEl>
                                          <p:spTgt spid="33"/>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wipe(up)">
                                      <p:cBhvr>
                                        <p:cTn id="18" dur="500"/>
                                        <p:tgtEl>
                                          <p:spTgt spid="32"/>
                                        </p:tgtEl>
                                      </p:cBhvr>
                                    </p:animEffect>
                                  </p:childTnLst>
                                </p:cTn>
                              </p:par>
                            </p:childTnLst>
                          </p:cTn>
                        </p:par>
                        <p:par>
                          <p:cTn id="19" fill="hold">
                            <p:stCondLst>
                              <p:cond delay="500"/>
                            </p:stCondLst>
                            <p:childTnLst>
                              <p:par>
                                <p:cTn id="20" presetID="1" presetClass="entr" presetSubtype="0" fill="hold" grpId="0" nodeType="afterEffect">
                                  <p:stCondLst>
                                    <p:cond delay="0"/>
                                  </p:stCondLst>
                                  <p:childTnLst>
                                    <p:set>
                                      <p:cBhvr>
                                        <p:cTn id="21" dur="1" fill="hold">
                                          <p:stCondLst>
                                            <p:cond delay="0"/>
                                          </p:stCondLst>
                                        </p:cTn>
                                        <p:tgtEl>
                                          <p:spTgt spid="2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2000"/>
                                        <p:tgtEl>
                                          <p:spTgt spid="2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2000"/>
                                        <p:tgtEl>
                                          <p:spTgt spid="2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2" fill="hold" grpId="0" nodeType="click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wipe(right)">
                                      <p:cBhvr>
                                        <p:cTn id="34" dur="500"/>
                                        <p:tgtEl>
                                          <p:spTgt spid="31"/>
                                        </p:tgtEl>
                                      </p:cBhvr>
                                    </p:animEffect>
                                  </p:childTnLst>
                                </p:cTn>
                              </p:par>
                              <p:par>
                                <p:cTn id="35" presetID="22" presetClass="entr" presetSubtype="2"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wipe(right)">
                                      <p:cBhvr>
                                        <p:cTn id="37" dur="500"/>
                                        <p:tgtEl>
                                          <p:spTgt spid="34"/>
                                        </p:tgtEl>
                                      </p:cBhvr>
                                    </p:animEffect>
                                  </p:childTnLst>
                                </p:cTn>
                              </p:par>
                            </p:childTnLst>
                          </p:cTn>
                        </p:par>
                        <p:par>
                          <p:cTn id="38" fill="hold">
                            <p:stCondLst>
                              <p:cond delay="500"/>
                            </p:stCondLst>
                            <p:childTnLst>
                              <p:par>
                                <p:cTn id="39" presetID="22" presetClass="entr" presetSubtype="2" fill="hold" grpId="0" nodeType="after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wipe(right)">
                                      <p:cBhvr>
                                        <p:cTn id="41" dur="500"/>
                                        <p:tgtEl>
                                          <p:spTgt spid="2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2" fill="hold" grpId="0" nodeType="click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wipe(right)">
                                      <p:cBhvr>
                                        <p:cTn id="46" dur="500"/>
                                        <p:tgtEl>
                                          <p:spTgt spid="35"/>
                                        </p:tgtEl>
                                      </p:cBhvr>
                                    </p:animEffect>
                                  </p:childTnLst>
                                </p:cTn>
                              </p:par>
                              <p:par>
                                <p:cTn id="47" presetID="22" presetClass="entr" presetSubtype="2"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wipe(right)">
                                      <p:cBhvr>
                                        <p:cTn id="49" dur="500"/>
                                        <p:tgtEl>
                                          <p:spTgt spid="36"/>
                                        </p:tgtEl>
                                      </p:cBhvr>
                                    </p:animEffect>
                                  </p:childTnLst>
                                </p:cTn>
                              </p:par>
                            </p:childTnLst>
                          </p:cTn>
                        </p:par>
                        <p:par>
                          <p:cTn id="50" fill="hold">
                            <p:stCondLst>
                              <p:cond delay="500"/>
                            </p:stCondLst>
                            <p:childTnLst>
                              <p:par>
                                <p:cTn id="51" presetID="22" presetClass="entr" presetSubtype="2" fill="hold" grpId="0" nodeType="after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wipe(right)">
                                      <p:cBhvr>
                                        <p:cTn id="53" dur="500"/>
                                        <p:tgtEl>
                                          <p:spTgt spid="25"/>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wipe(down)">
                                      <p:cBhvr>
                                        <p:cTn id="58" dur="500"/>
                                        <p:tgtEl>
                                          <p:spTgt spid="29"/>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wipe(down)">
                                      <p:cBhvr>
                                        <p:cTn id="6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24" grpId="0" bldLvl="0" animBg="1"/>
      <p:bldP spid="25" grpId="0" bldLvl="0" animBg="1"/>
      <p:bldP spid="26" grpId="0" bldLvl="0" animBg="1"/>
      <p:bldP spid="27" grpId="0" bldLvl="0" animBg="1"/>
      <p:bldP spid="28" grpId="0" bldLvl="0" animBg="1"/>
      <p:bldP spid="29" grpId="0" bldLvl="0" animBg="1"/>
      <p:bldP spid="30" grpId="0" bldLvl="0" animBg="1"/>
      <p:bldP spid="31" grpId="0" bldLvl="0" animBg="1"/>
      <p:bldP spid="32" grpId="0" bldLvl="0" animBg="1"/>
      <p:bldP spid="33" grpId="0" bldLvl="0" animBg="1"/>
      <p:bldP spid="34" grpId="0" bldLvl="0" animBg="1"/>
      <p:bldP spid="35" grpId="0" bldLvl="0" animBg="1"/>
      <p:bldP spid="36" grpId="0" bldLvl="0" animBg="1"/>
      <p:bldP spid="37" grpId="0" bldLvl="0" animBg="1"/>
      <p:bldP spid="38" grpId="0" bldLvl="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1.4 </a:t>
              </a:r>
              <a:r>
                <a:rPr lang="zh-CN" altLang="en-US" sz="3200" b="1" dirty="0">
                  <a:solidFill>
                    <a:schemeClr val="tx2">
                      <a:lumMod val="75000"/>
                    </a:schemeClr>
                  </a:solidFill>
                  <a:latin typeface="+mj-lt"/>
                  <a:ea typeface="黑体" panose="02010609060101010101" pitchFamily="49" charset="-122"/>
                  <a:cs typeface="+mj-lt"/>
                </a:rPr>
                <a:t>面向对象技术的相关</a:t>
              </a:r>
              <a:r>
                <a:rPr lang="zh-CN" altLang="en-US" sz="3200" b="1" dirty="0">
                  <a:solidFill>
                    <a:schemeClr val="tx2">
                      <a:lumMod val="75000"/>
                    </a:schemeClr>
                  </a:solidFill>
                  <a:latin typeface="+mj-lt"/>
                  <a:ea typeface="黑体" panose="02010609060101010101" pitchFamily="49" charset="-122"/>
                  <a:cs typeface="+mj-lt"/>
                </a:rPr>
                <a:t>原则</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849630" y="142811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25221"/>
            <a:ext cx="10872184" cy="5400675"/>
          </a:xfrm>
        </p:spPr>
        <p:txBody>
          <a:bodyPr/>
          <a:p>
            <a:pPr eaLnBrk="1" hangingPunct="1"/>
            <a:r>
              <a:rPr lang="zh-CN" altLang="en-US" sz="2800" dirty="0">
                <a:sym typeface="+mn-ea"/>
              </a:rPr>
              <a:t>面向对象技术</a:t>
            </a:r>
            <a:r>
              <a:rPr lang="zh-CN" altLang="en-US" sz="2800" dirty="0">
                <a:sym typeface="+mn-ea"/>
              </a:rPr>
              <a:t>基本原则</a:t>
            </a:r>
            <a:endParaRPr lang="zh-CN" altLang="en-US" sz="2800" dirty="0">
              <a:sym typeface="+mn-ea"/>
            </a:endParaRPr>
          </a:p>
          <a:p>
            <a:pPr marL="963930" lvl="1" indent="-410210" eaLnBrk="1" hangingPunct="1">
              <a:lnSpc>
                <a:spcPct val="120000"/>
              </a:lnSpc>
              <a:buSzPct val="80000"/>
              <a:buFont typeface="Wingdings" panose="05000000000000000000" charset="0"/>
              <a:buChar char=""/>
            </a:pPr>
            <a:r>
              <a:rPr lang="zh-CN" altLang="en-US" sz="2400" dirty="0">
                <a:sym typeface="+mn-ea"/>
              </a:rPr>
              <a:t>抽象（</a:t>
            </a:r>
            <a:r>
              <a:rPr lang="en-US" altLang="zh-CN" sz="2400" dirty="0">
                <a:sym typeface="+mn-ea"/>
              </a:rPr>
              <a:t>Abstraction</a:t>
            </a:r>
            <a:r>
              <a:rPr lang="zh-CN" altLang="en-US" sz="2400" dirty="0">
                <a:sym typeface="+mn-ea"/>
              </a:rPr>
              <a:t>）</a:t>
            </a:r>
            <a:endParaRPr lang="zh-CN" altLang="en-US" sz="2400" dirty="0"/>
          </a:p>
          <a:p>
            <a:pPr marL="963930" lvl="1" indent="-410210" eaLnBrk="1" hangingPunct="1">
              <a:lnSpc>
                <a:spcPct val="120000"/>
              </a:lnSpc>
              <a:buSzPct val="80000"/>
              <a:buFont typeface="Wingdings" panose="05000000000000000000" charset="0"/>
              <a:buChar char=""/>
            </a:pPr>
            <a:r>
              <a:rPr lang="zh-CN" altLang="en-US" sz="2400" dirty="0">
                <a:sym typeface="+mn-ea"/>
              </a:rPr>
              <a:t>封装（</a:t>
            </a:r>
            <a:r>
              <a:rPr lang="en-US" altLang="zh-CN" sz="2400" dirty="0">
                <a:sym typeface="+mn-ea"/>
              </a:rPr>
              <a:t>Encapsulation</a:t>
            </a:r>
            <a:r>
              <a:rPr lang="zh-CN" altLang="en-US" sz="2400" dirty="0">
                <a:sym typeface="+mn-ea"/>
              </a:rPr>
              <a:t>）</a:t>
            </a:r>
            <a:endParaRPr lang="zh-CN" altLang="en-US" sz="2400" dirty="0"/>
          </a:p>
          <a:p>
            <a:pPr marL="963930" lvl="1" indent="-410210" eaLnBrk="1" hangingPunct="1">
              <a:lnSpc>
                <a:spcPct val="120000"/>
              </a:lnSpc>
              <a:buSzPct val="80000"/>
              <a:buFont typeface="Wingdings" panose="05000000000000000000" charset="0"/>
              <a:buChar char=""/>
            </a:pPr>
            <a:r>
              <a:rPr lang="zh-CN" altLang="en-US" sz="2400" dirty="0">
                <a:sym typeface="+mn-ea"/>
              </a:rPr>
              <a:t>分解（</a:t>
            </a:r>
            <a:r>
              <a:rPr lang="en-US" altLang="zh-CN" sz="2400" dirty="0">
                <a:sym typeface="+mn-ea"/>
              </a:rPr>
              <a:t>Decomposition</a:t>
            </a:r>
            <a:r>
              <a:rPr lang="zh-CN" altLang="en-US" sz="2400" dirty="0">
                <a:sym typeface="+mn-ea"/>
              </a:rPr>
              <a:t>）</a:t>
            </a:r>
            <a:endParaRPr kumimoji="0" lang="en-US" altLang="zh-CN" sz="2400" dirty="0"/>
          </a:p>
          <a:p>
            <a:pPr marL="963930" lvl="1" indent="-410210" eaLnBrk="1" hangingPunct="1">
              <a:lnSpc>
                <a:spcPct val="120000"/>
              </a:lnSpc>
              <a:buSzPct val="80000"/>
              <a:buFont typeface="Wingdings" panose="05000000000000000000" charset="0"/>
              <a:buChar char=""/>
            </a:pPr>
            <a:r>
              <a:rPr lang="zh-CN" altLang="en-US" sz="2400" dirty="0">
                <a:sym typeface="+mn-ea"/>
              </a:rPr>
              <a:t>泛化（</a:t>
            </a:r>
            <a:r>
              <a:rPr lang="en-US" altLang="zh-CN" sz="2400" dirty="0">
                <a:sym typeface="+mn-ea"/>
              </a:rPr>
              <a:t>Generalization</a:t>
            </a:r>
            <a:r>
              <a:rPr lang="zh-CN" altLang="en-US" sz="2400" dirty="0">
                <a:sym typeface="+mn-ea"/>
              </a:rPr>
              <a:t>）</a:t>
            </a:r>
            <a:endParaRPr kumimoji="0" lang="zh-CN" altLang="en-US" sz="2400" dirty="0"/>
          </a:p>
          <a:p>
            <a:pPr marL="963930" lvl="1" indent="-410210" eaLnBrk="1" hangingPunct="1">
              <a:lnSpc>
                <a:spcPct val="120000"/>
              </a:lnSpc>
              <a:buSzPct val="80000"/>
              <a:buFont typeface="Wingdings" panose="05000000000000000000" charset="0"/>
              <a:buChar char=""/>
            </a:pPr>
            <a:r>
              <a:rPr lang="zh-CN" altLang="en-US" sz="2400" dirty="0">
                <a:sym typeface="+mn-ea"/>
              </a:rPr>
              <a:t>多态（</a:t>
            </a:r>
            <a:r>
              <a:rPr lang="en-US" altLang="zh-CN" sz="2400" dirty="0">
                <a:sym typeface="+mn-ea"/>
              </a:rPr>
              <a:t>Polymorphism</a:t>
            </a:r>
            <a:r>
              <a:rPr lang="zh-CN" altLang="en-US" sz="2400" dirty="0">
                <a:sym typeface="+mn-ea"/>
              </a:rPr>
              <a:t>）</a:t>
            </a:r>
            <a:endParaRPr kumimoji="0" lang="zh-CN" altLang="en-US" sz="2400" dirty="0"/>
          </a:p>
          <a:p>
            <a:pPr marL="963930" lvl="1" indent="-410210" eaLnBrk="1" hangingPunct="1">
              <a:lnSpc>
                <a:spcPct val="120000"/>
              </a:lnSpc>
              <a:buSzPct val="80000"/>
              <a:buFont typeface="Wingdings" panose="05000000000000000000" charset="0"/>
              <a:buChar char=""/>
            </a:pPr>
            <a:r>
              <a:rPr lang="zh-CN" altLang="en-US" sz="2400" dirty="0">
                <a:sym typeface="+mn-ea"/>
              </a:rPr>
              <a:t>分层（</a:t>
            </a:r>
            <a:r>
              <a:rPr lang="en-US" altLang="zh-CN" sz="2400" dirty="0">
                <a:sym typeface="+mn-ea"/>
              </a:rPr>
              <a:t>Hierarchy</a:t>
            </a:r>
            <a:r>
              <a:rPr lang="zh-CN" altLang="en-US" sz="2400" dirty="0">
                <a:sym typeface="+mn-ea"/>
              </a:rPr>
              <a:t>）</a:t>
            </a:r>
            <a:endParaRPr kumimoji="0" lang="en-US" altLang="zh-CN" sz="2400" dirty="0"/>
          </a:p>
          <a:p>
            <a:pPr marL="963930" lvl="1" indent="-410210" eaLnBrk="1" hangingPunct="1">
              <a:lnSpc>
                <a:spcPct val="120000"/>
              </a:lnSpc>
              <a:buSzPct val="80000"/>
              <a:buFont typeface="Wingdings" panose="05000000000000000000" charset="0"/>
              <a:buChar char=""/>
            </a:pPr>
            <a:r>
              <a:rPr lang="zh-CN" altLang="en-US" sz="2400" dirty="0">
                <a:sym typeface="+mn-ea"/>
              </a:rPr>
              <a:t>复用（</a:t>
            </a:r>
            <a:r>
              <a:rPr lang="en-US" altLang="zh-CN" sz="2400" dirty="0">
                <a:sym typeface="+mn-ea"/>
              </a:rPr>
              <a:t>Reuse</a:t>
            </a:r>
            <a:r>
              <a:rPr lang="zh-CN" altLang="en-US" sz="2400" dirty="0">
                <a:sym typeface="+mn-ea"/>
              </a:rPr>
              <a:t>）</a:t>
            </a:r>
            <a:endParaRPr kumimoji="0" lang="en-US" altLang="zh-CN" sz="2400" dirty="0"/>
          </a:p>
          <a:p>
            <a:pPr marL="963930" lvl="1" indent="-410210" eaLnBrk="1" hangingPunct="1">
              <a:lnSpc>
                <a:spcPct val="120000"/>
              </a:lnSpc>
              <a:buSzPct val="80000"/>
              <a:buFont typeface="Wingdings" panose="05000000000000000000" charset="0"/>
              <a:buChar char=""/>
            </a:pPr>
            <a:r>
              <a:rPr lang="en-US" altLang="zh-CN" sz="2400" dirty="0">
                <a:sym typeface="+mn-ea"/>
              </a:rPr>
              <a:t>……</a:t>
            </a:r>
            <a:endParaRPr kumimoji="0" lang="en-US" altLang="zh-CN" sz="2400" dirty="0"/>
          </a:p>
          <a:p>
            <a:pPr lvl="1" eaLnBrk="1" hangingPunct="1">
              <a:lnSpc>
                <a:spcPct val="110000"/>
              </a:lnSpc>
              <a:buFont typeface="Wingdings" panose="05000000000000000000" charset="0"/>
              <a:buChar char=""/>
              <a:defRPr/>
            </a:pPr>
            <a:endParaRPr lang="en-US" altLang="zh-CN" sz="2000" dirty="0"/>
          </a:p>
          <a:p>
            <a:pPr lvl="1" eaLnBrk="1" hangingPunct="1"/>
            <a:endParaRPr lang="zh-CN" altLang="en-US" sz="2400" dirty="0"/>
          </a:p>
        </p:txBody>
      </p:sp>
    </p:spTree>
  </p:cSld>
  <p:clrMapOvr>
    <a:masterClrMapping/>
  </p:clrMapOvr>
  <p:transition spd="slow">
    <p:random/>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1.4 </a:t>
              </a:r>
              <a:r>
                <a:rPr lang="zh-CN" altLang="en-US" sz="3200" b="1" dirty="0">
                  <a:solidFill>
                    <a:schemeClr val="tx2">
                      <a:lumMod val="75000"/>
                    </a:schemeClr>
                  </a:solidFill>
                  <a:latin typeface="+mj-lt"/>
                  <a:ea typeface="黑体" panose="02010609060101010101" pitchFamily="49" charset="-122"/>
                  <a:cs typeface="+mj-lt"/>
                </a:rPr>
                <a:t>面向对象技术的相关</a:t>
              </a:r>
              <a:r>
                <a:rPr lang="zh-CN" altLang="en-US" sz="3200" b="1" dirty="0">
                  <a:solidFill>
                    <a:schemeClr val="tx2">
                      <a:lumMod val="75000"/>
                    </a:schemeClr>
                  </a:solidFill>
                  <a:latin typeface="+mj-lt"/>
                  <a:ea typeface="黑体" panose="02010609060101010101" pitchFamily="49" charset="-122"/>
                  <a:cs typeface="+mj-lt"/>
                </a:rPr>
                <a:t>原则</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849630" y="142811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25221"/>
            <a:ext cx="10872184" cy="5400675"/>
          </a:xfrm>
        </p:spPr>
        <p:txBody>
          <a:bodyPr/>
          <a:p>
            <a:pPr eaLnBrk="1" hangingPunct="1"/>
            <a:r>
              <a:rPr lang="zh-CN" altLang="en-US" sz="2800" b="1" dirty="0">
                <a:sym typeface="+mn-ea"/>
              </a:rPr>
              <a:t>抽象</a:t>
            </a:r>
            <a:r>
              <a:rPr lang="en-US" altLang="zh-CN" sz="2800" b="1" dirty="0">
                <a:sym typeface="+mn-ea"/>
              </a:rPr>
              <a:t>Abstraction</a:t>
            </a:r>
            <a:endParaRPr lang="zh-CN" altLang="en-US" sz="2800" b="1" dirty="0">
              <a:sym typeface="+mn-ea"/>
            </a:endParaRPr>
          </a:p>
          <a:p>
            <a:pPr lvl="1" eaLnBrk="1" hangingPunct="1">
              <a:buSzPct val="80000"/>
              <a:buFont typeface="Wingdings" panose="05000000000000000000" charset="0"/>
              <a:buChar char=""/>
              <a:defRPr/>
            </a:pPr>
            <a:r>
              <a:rPr lang="zh-CN" altLang="en-US" sz="2600" dirty="0">
                <a:sym typeface="+mn-ea"/>
              </a:rPr>
              <a:t>抽象是</a:t>
            </a:r>
            <a:r>
              <a:rPr lang="zh-CN" altLang="zh-CN" sz="2600" dirty="0">
                <a:sym typeface="+mn-ea"/>
              </a:rPr>
              <a:t>揭示事物区别于其他事物的</a:t>
            </a:r>
            <a:r>
              <a:rPr lang="zh-CN" altLang="zh-CN" sz="2600" dirty="0">
                <a:solidFill>
                  <a:srgbClr val="C00000"/>
                </a:solidFill>
                <a:sym typeface="+mn-ea"/>
              </a:rPr>
              <a:t>本质特征</a:t>
            </a:r>
            <a:r>
              <a:rPr lang="zh-CN" altLang="zh-CN" sz="2600" dirty="0">
                <a:sym typeface="+mn-ea"/>
              </a:rPr>
              <a:t>的过程</a:t>
            </a:r>
            <a:endParaRPr lang="en-US" altLang="zh-CN" sz="2600" dirty="0"/>
          </a:p>
          <a:p>
            <a:pPr lvl="2" eaLnBrk="1" hangingPunct="1">
              <a:buSzPct val="80000"/>
              <a:buFont typeface="Wingdings" panose="05000000000000000000" charset="0"/>
              <a:buChar char=""/>
              <a:defRPr/>
            </a:pPr>
            <a:r>
              <a:rPr lang="zh-CN" altLang="zh-CN" sz="2600" dirty="0">
                <a:sym typeface="+mn-ea"/>
              </a:rPr>
              <a:t>是一个</a:t>
            </a:r>
            <a:r>
              <a:rPr lang="zh-CN" altLang="zh-CN" sz="2600" dirty="0">
                <a:solidFill>
                  <a:srgbClr val="C00000"/>
                </a:solidFill>
                <a:sym typeface="+mn-ea"/>
              </a:rPr>
              <a:t>分析和理解问题</a:t>
            </a:r>
            <a:r>
              <a:rPr lang="zh-CN" altLang="zh-CN" sz="2600" dirty="0">
                <a:sym typeface="+mn-ea"/>
              </a:rPr>
              <a:t>的过程</a:t>
            </a:r>
            <a:endParaRPr lang="en-US" altLang="zh-CN" sz="2600" dirty="0"/>
          </a:p>
          <a:p>
            <a:pPr lvl="2" eaLnBrk="1" hangingPunct="1">
              <a:buSzPct val="80000"/>
              <a:buFont typeface="Wingdings" panose="05000000000000000000" charset="0"/>
              <a:buChar char=""/>
              <a:defRPr/>
            </a:pPr>
            <a:r>
              <a:rPr lang="zh-CN" altLang="en-US" sz="2600" dirty="0">
                <a:sym typeface="+mn-ea"/>
              </a:rPr>
              <a:t>抽象的结果</a:t>
            </a:r>
            <a:r>
              <a:rPr lang="zh-CN" altLang="zh-CN" sz="2600" dirty="0">
                <a:sym typeface="+mn-ea"/>
              </a:rPr>
              <a:t>取决于使用者的目的，应该包括使用者所感兴趣的那些职责，而忽略掉其它不相关的部分</a:t>
            </a:r>
            <a:endParaRPr lang="en-US" altLang="zh-CN" sz="2600" dirty="0"/>
          </a:p>
          <a:p>
            <a:pPr lvl="1" eaLnBrk="1" hangingPunct="1">
              <a:buSzPct val="80000"/>
              <a:buFont typeface="Wingdings" panose="05000000000000000000" charset="0"/>
              <a:buChar char=""/>
              <a:defRPr/>
            </a:pPr>
            <a:r>
              <a:rPr lang="zh-CN" altLang="en-US" sz="2600" dirty="0">
                <a:highlight>
                  <a:srgbClr val="FFFF00"/>
                </a:highlight>
                <a:sym typeface="+mn-ea"/>
              </a:rPr>
              <a:t>对象到类的过程就是抽象</a:t>
            </a:r>
            <a:endParaRPr lang="en-US" altLang="zh-CN" sz="2600" dirty="0"/>
          </a:p>
          <a:p>
            <a:pPr lvl="2" eaLnBrk="1" hangingPunct="1">
              <a:buSzPct val="80000"/>
              <a:buFont typeface="Wingdings" panose="05000000000000000000" charset="0"/>
              <a:buChar char=""/>
              <a:defRPr/>
            </a:pPr>
            <a:r>
              <a:rPr lang="zh-CN" altLang="en-US" sz="2600" dirty="0">
                <a:sym typeface="+mn-ea"/>
              </a:rPr>
              <a:t>即</a:t>
            </a:r>
            <a:r>
              <a:rPr lang="zh-CN" altLang="zh-CN" sz="2600" dirty="0">
                <a:sym typeface="+mn-ea"/>
              </a:rPr>
              <a:t>将所见到的具体实体抽象成概念，从而在计算机世界中进行描述和各种操作</a:t>
            </a:r>
            <a:endParaRPr lang="en-US" altLang="zh-CN" sz="2600" dirty="0"/>
          </a:p>
          <a:p>
            <a:pPr lvl="1" eaLnBrk="1" hangingPunct="1">
              <a:lnSpc>
                <a:spcPct val="120000"/>
              </a:lnSpc>
              <a:buNone/>
            </a:pPr>
            <a:endParaRPr lang="en-US" altLang="zh-CN" sz="2000" dirty="0"/>
          </a:p>
          <a:p>
            <a:pPr lvl="1" eaLnBrk="1" hangingPunct="1"/>
            <a:endParaRPr lang="zh-CN" altLang="en-US" sz="2400" dirty="0"/>
          </a:p>
        </p:txBody>
      </p:sp>
    </p:spTree>
  </p:cSld>
  <p:clrMapOvr>
    <a:masterClrMapping/>
  </p:clrMapOvr>
  <p:transition spd="slow">
    <p:random/>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1.4 </a:t>
              </a:r>
              <a:r>
                <a:rPr lang="zh-CN" altLang="en-US" sz="3200" b="1" dirty="0">
                  <a:solidFill>
                    <a:schemeClr val="tx2">
                      <a:lumMod val="75000"/>
                    </a:schemeClr>
                  </a:solidFill>
                  <a:latin typeface="+mj-lt"/>
                  <a:ea typeface="黑体" panose="02010609060101010101" pitchFamily="49" charset="-122"/>
                  <a:cs typeface="+mj-lt"/>
                </a:rPr>
                <a:t>面向对象技术的相关</a:t>
              </a:r>
              <a:r>
                <a:rPr lang="zh-CN" altLang="en-US" sz="3200" b="1" dirty="0">
                  <a:solidFill>
                    <a:schemeClr val="tx2">
                      <a:lumMod val="75000"/>
                    </a:schemeClr>
                  </a:solidFill>
                  <a:latin typeface="+mj-lt"/>
                  <a:ea typeface="黑体" panose="02010609060101010101" pitchFamily="49" charset="-122"/>
                  <a:cs typeface="+mj-lt"/>
                </a:rPr>
                <a:t>原则</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849630" y="142811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25221"/>
            <a:ext cx="10872184" cy="5400675"/>
          </a:xfrm>
        </p:spPr>
        <p:txBody>
          <a:bodyPr/>
          <a:p>
            <a:pPr eaLnBrk="1" hangingPunct="1"/>
            <a:r>
              <a:rPr lang="zh-CN" altLang="en-US" sz="2800" dirty="0">
                <a:sym typeface="+mn-ea"/>
              </a:rPr>
              <a:t>如何进行抽象？</a:t>
            </a:r>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grpSp>
        <p:nvGrpSpPr>
          <p:cNvPr id="38916" name="Group 3"/>
          <p:cNvGrpSpPr/>
          <p:nvPr/>
        </p:nvGrpSpPr>
        <p:grpSpPr bwMode="auto">
          <a:xfrm>
            <a:off x="1847853" y="2420623"/>
            <a:ext cx="3852863" cy="2360613"/>
            <a:chOff x="1667" y="1705"/>
            <a:chExt cx="2427" cy="1487"/>
          </a:xfrm>
        </p:grpSpPr>
        <p:grpSp>
          <p:nvGrpSpPr>
            <p:cNvPr id="38920" name="Group 4"/>
            <p:cNvGrpSpPr/>
            <p:nvPr/>
          </p:nvGrpSpPr>
          <p:grpSpPr bwMode="auto">
            <a:xfrm>
              <a:off x="2390" y="1777"/>
              <a:ext cx="291" cy="1285"/>
              <a:chOff x="2390" y="1777"/>
              <a:chExt cx="291" cy="1285"/>
            </a:xfrm>
          </p:grpSpPr>
          <p:grpSp>
            <p:nvGrpSpPr>
              <p:cNvPr id="39122" name="Group 5"/>
              <p:cNvGrpSpPr/>
              <p:nvPr/>
            </p:nvGrpSpPr>
            <p:grpSpPr bwMode="auto">
              <a:xfrm>
                <a:off x="2457" y="1777"/>
                <a:ext cx="154" cy="202"/>
                <a:chOff x="2457" y="1777"/>
                <a:chExt cx="154" cy="202"/>
              </a:xfrm>
            </p:grpSpPr>
            <p:sp>
              <p:nvSpPr>
                <p:cNvPr id="39131" name="Freeform 6"/>
                <p:cNvSpPr/>
                <p:nvPr/>
              </p:nvSpPr>
              <p:spPr bwMode="auto">
                <a:xfrm>
                  <a:off x="2477" y="1786"/>
                  <a:ext cx="118" cy="193"/>
                </a:xfrm>
                <a:custGeom>
                  <a:avLst/>
                  <a:gdLst>
                    <a:gd name="T0" fmla="*/ 27 w 118"/>
                    <a:gd name="T1" fmla="*/ 179 h 193"/>
                    <a:gd name="T2" fmla="*/ 27 w 118"/>
                    <a:gd name="T3" fmla="*/ 150 h 193"/>
                    <a:gd name="T4" fmla="*/ 19 w 118"/>
                    <a:gd name="T5" fmla="*/ 135 h 193"/>
                    <a:gd name="T6" fmla="*/ 14 w 118"/>
                    <a:gd name="T7" fmla="*/ 122 h 193"/>
                    <a:gd name="T8" fmla="*/ 6 w 118"/>
                    <a:gd name="T9" fmla="*/ 106 h 193"/>
                    <a:gd name="T10" fmla="*/ 3 w 118"/>
                    <a:gd name="T11" fmla="*/ 94 h 193"/>
                    <a:gd name="T12" fmla="*/ 1 w 118"/>
                    <a:gd name="T13" fmla="*/ 84 h 193"/>
                    <a:gd name="T14" fmla="*/ 0 w 118"/>
                    <a:gd name="T15" fmla="*/ 58 h 193"/>
                    <a:gd name="T16" fmla="*/ 3 w 118"/>
                    <a:gd name="T17" fmla="*/ 40 h 193"/>
                    <a:gd name="T18" fmla="*/ 10 w 118"/>
                    <a:gd name="T19" fmla="*/ 25 h 193"/>
                    <a:gd name="T20" fmla="*/ 18 w 118"/>
                    <a:gd name="T21" fmla="*/ 15 h 193"/>
                    <a:gd name="T22" fmla="*/ 25 w 118"/>
                    <a:gd name="T23" fmla="*/ 9 h 193"/>
                    <a:gd name="T24" fmla="*/ 37 w 118"/>
                    <a:gd name="T25" fmla="*/ 3 h 193"/>
                    <a:gd name="T26" fmla="*/ 54 w 118"/>
                    <a:gd name="T27" fmla="*/ 0 h 193"/>
                    <a:gd name="T28" fmla="*/ 72 w 118"/>
                    <a:gd name="T29" fmla="*/ 1 h 193"/>
                    <a:gd name="T30" fmla="*/ 86 w 118"/>
                    <a:gd name="T31" fmla="*/ 5 h 193"/>
                    <a:gd name="T32" fmla="*/ 101 w 118"/>
                    <a:gd name="T33" fmla="*/ 15 h 193"/>
                    <a:gd name="T34" fmla="*/ 109 w 118"/>
                    <a:gd name="T35" fmla="*/ 25 h 193"/>
                    <a:gd name="T36" fmla="*/ 114 w 118"/>
                    <a:gd name="T37" fmla="*/ 35 h 193"/>
                    <a:gd name="T38" fmla="*/ 117 w 118"/>
                    <a:gd name="T39" fmla="*/ 47 h 193"/>
                    <a:gd name="T40" fmla="*/ 116 w 118"/>
                    <a:gd name="T41" fmla="*/ 70 h 193"/>
                    <a:gd name="T42" fmla="*/ 112 w 118"/>
                    <a:gd name="T43" fmla="*/ 91 h 193"/>
                    <a:gd name="T44" fmla="*/ 103 w 118"/>
                    <a:gd name="T45" fmla="*/ 111 h 193"/>
                    <a:gd name="T46" fmla="*/ 97 w 118"/>
                    <a:gd name="T47" fmla="*/ 125 h 193"/>
                    <a:gd name="T48" fmla="*/ 91 w 118"/>
                    <a:gd name="T49" fmla="*/ 136 h 193"/>
                    <a:gd name="T50" fmla="*/ 84 w 118"/>
                    <a:gd name="T51" fmla="*/ 150 h 193"/>
                    <a:gd name="T52" fmla="*/ 82 w 118"/>
                    <a:gd name="T53" fmla="*/ 172 h 193"/>
                    <a:gd name="T54" fmla="*/ 81 w 118"/>
                    <a:gd name="T55" fmla="*/ 184 h 193"/>
                    <a:gd name="T56" fmla="*/ 70 w 118"/>
                    <a:gd name="T57" fmla="*/ 190 h 193"/>
                    <a:gd name="T58" fmla="*/ 58 w 118"/>
                    <a:gd name="T59" fmla="*/ 192 h 193"/>
                    <a:gd name="T60" fmla="*/ 42 w 118"/>
                    <a:gd name="T61" fmla="*/ 190 h 193"/>
                    <a:gd name="T62" fmla="*/ 33 w 118"/>
                    <a:gd name="T63" fmla="*/ 186 h 193"/>
                    <a:gd name="T64" fmla="*/ 27 w 118"/>
                    <a:gd name="T65" fmla="*/ 179 h 19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18"/>
                    <a:gd name="T100" fmla="*/ 0 h 193"/>
                    <a:gd name="T101" fmla="*/ 118 w 118"/>
                    <a:gd name="T102" fmla="*/ 193 h 19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18" h="193">
                      <a:moveTo>
                        <a:pt x="27" y="179"/>
                      </a:moveTo>
                      <a:lnTo>
                        <a:pt x="27" y="150"/>
                      </a:lnTo>
                      <a:lnTo>
                        <a:pt x="19" y="135"/>
                      </a:lnTo>
                      <a:lnTo>
                        <a:pt x="14" y="122"/>
                      </a:lnTo>
                      <a:lnTo>
                        <a:pt x="6" y="106"/>
                      </a:lnTo>
                      <a:lnTo>
                        <a:pt x="3" y="94"/>
                      </a:lnTo>
                      <a:lnTo>
                        <a:pt x="1" y="84"/>
                      </a:lnTo>
                      <a:lnTo>
                        <a:pt x="0" y="58"/>
                      </a:lnTo>
                      <a:lnTo>
                        <a:pt x="3" y="40"/>
                      </a:lnTo>
                      <a:lnTo>
                        <a:pt x="10" y="25"/>
                      </a:lnTo>
                      <a:lnTo>
                        <a:pt x="18" y="15"/>
                      </a:lnTo>
                      <a:lnTo>
                        <a:pt x="25" y="9"/>
                      </a:lnTo>
                      <a:lnTo>
                        <a:pt x="37" y="3"/>
                      </a:lnTo>
                      <a:lnTo>
                        <a:pt x="54" y="0"/>
                      </a:lnTo>
                      <a:lnTo>
                        <a:pt x="72" y="1"/>
                      </a:lnTo>
                      <a:lnTo>
                        <a:pt x="86" y="5"/>
                      </a:lnTo>
                      <a:lnTo>
                        <a:pt x="101" y="15"/>
                      </a:lnTo>
                      <a:lnTo>
                        <a:pt x="109" y="25"/>
                      </a:lnTo>
                      <a:lnTo>
                        <a:pt x="114" y="35"/>
                      </a:lnTo>
                      <a:lnTo>
                        <a:pt x="117" y="47"/>
                      </a:lnTo>
                      <a:lnTo>
                        <a:pt x="116" y="70"/>
                      </a:lnTo>
                      <a:lnTo>
                        <a:pt x="112" y="91"/>
                      </a:lnTo>
                      <a:lnTo>
                        <a:pt x="103" y="111"/>
                      </a:lnTo>
                      <a:lnTo>
                        <a:pt x="97" y="125"/>
                      </a:lnTo>
                      <a:lnTo>
                        <a:pt x="91" y="136"/>
                      </a:lnTo>
                      <a:lnTo>
                        <a:pt x="84" y="150"/>
                      </a:lnTo>
                      <a:lnTo>
                        <a:pt x="82" y="172"/>
                      </a:lnTo>
                      <a:lnTo>
                        <a:pt x="81" y="184"/>
                      </a:lnTo>
                      <a:lnTo>
                        <a:pt x="70" y="190"/>
                      </a:lnTo>
                      <a:lnTo>
                        <a:pt x="58" y="192"/>
                      </a:lnTo>
                      <a:lnTo>
                        <a:pt x="42" y="190"/>
                      </a:lnTo>
                      <a:lnTo>
                        <a:pt x="33" y="186"/>
                      </a:lnTo>
                      <a:lnTo>
                        <a:pt x="27" y="179"/>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132" name="Freeform 7"/>
                <p:cNvSpPr/>
                <p:nvPr/>
              </p:nvSpPr>
              <p:spPr bwMode="auto">
                <a:xfrm>
                  <a:off x="2457" y="1777"/>
                  <a:ext cx="154" cy="130"/>
                </a:xfrm>
                <a:custGeom>
                  <a:avLst/>
                  <a:gdLst>
                    <a:gd name="T0" fmla="*/ 11 w 154"/>
                    <a:gd name="T1" fmla="*/ 111 h 130"/>
                    <a:gd name="T2" fmla="*/ 2 w 154"/>
                    <a:gd name="T3" fmla="*/ 99 h 130"/>
                    <a:gd name="T4" fmla="*/ 0 w 154"/>
                    <a:gd name="T5" fmla="*/ 84 h 130"/>
                    <a:gd name="T6" fmla="*/ 1 w 154"/>
                    <a:gd name="T7" fmla="*/ 66 h 130"/>
                    <a:gd name="T8" fmla="*/ 1 w 154"/>
                    <a:gd name="T9" fmla="*/ 53 h 130"/>
                    <a:gd name="T10" fmla="*/ 8 w 154"/>
                    <a:gd name="T11" fmla="*/ 37 h 130"/>
                    <a:gd name="T12" fmla="*/ 17 w 154"/>
                    <a:gd name="T13" fmla="*/ 26 h 130"/>
                    <a:gd name="T14" fmla="*/ 26 w 154"/>
                    <a:gd name="T15" fmla="*/ 16 h 130"/>
                    <a:gd name="T16" fmla="*/ 41 w 154"/>
                    <a:gd name="T17" fmla="*/ 5 h 130"/>
                    <a:gd name="T18" fmla="*/ 52 w 154"/>
                    <a:gd name="T19" fmla="*/ 2 h 130"/>
                    <a:gd name="T20" fmla="*/ 76 w 154"/>
                    <a:gd name="T21" fmla="*/ 0 h 130"/>
                    <a:gd name="T22" fmla="*/ 96 w 154"/>
                    <a:gd name="T23" fmla="*/ 1 h 130"/>
                    <a:gd name="T24" fmla="*/ 111 w 154"/>
                    <a:gd name="T25" fmla="*/ 5 h 130"/>
                    <a:gd name="T26" fmla="*/ 123 w 154"/>
                    <a:gd name="T27" fmla="*/ 10 h 130"/>
                    <a:gd name="T28" fmla="*/ 134 w 154"/>
                    <a:gd name="T29" fmla="*/ 22 h 130"/>
                    <a:gd name="T30" fmla="*/ 142 w 154"/>
                    <a:gd name="T31" fmla="*/ 32 h 130"/>
                    <a:gd name="T32" fmla="*/ 149 w 154"/>
                    <a:gd name="T33" fmla="*/ 43 h 130"/>
                    <a:gd name="T34" fmla="*/ 153 w 154"/>
                    <a:gd name="T35" fmla="*/ 56 h 130"/>
                    <a:gd name="T36" fmla="*/ 153 w 154"/>
                    <a:gd name="T37" fmla="*/ 79 h 130"/>
                    <a:gd name="T38" fmla="*/ 153 w 154"/>
                    <a:gd name="T39" fmla="*/ 95 h 130"/>
                    <a:gd name="T40" fmla="*/ 147 w 154"/>
                    <a:gd name="T41" fmla="*/ 102 h 130"/>
                    <a:gd name="T42" fmla="*/ 139 w 154"/>
                    <a:gd name="T43" fmla="*/ 113 h 130"/>
                    <a:gd name="T44" fmla="*/ 134 w 154"/>
                    <a:gd name="T45" fmla="*/ 121 h 130"/>
                    <a:gd name="T46" fmla="*/ 119 w 154"/>
                    <a:gd name="T47" fmla="*/ 125 h 130"/>
                    <a:gd name="T48" fmla="*/ 105 w 154"/>
                    <a:gd name="T49" fmla="*/ 129 h 130"/>
                    <a:gd name="T50" fmla="*/ 116 w 154"/>
                    <a:gd name="T51" fmla="*/ 113 h 130"/>
                    <a:gd name="T52" fmla="*/ 127 w 154"/>
                    <a:gd name="T53" fmla="*/ 85 h 130"/>
                    <a:gd name="T54" fmla="*/ 128 w 154"/>
                    <a:gd name="T55" fmla="*/ 74 h 130"/>
                    <a:gd name="T56" fmla="*/ 127 w 154"/>
                    <a:gd name="T57" fmla="*/ 65 h 130"/>
                    <a:gd name="T58" fmla="*/ 123 w 154"/>
                    <a:gd name="T59" fmla="*/ 53 h 130"/>
                    <a:gd name="T60" fmla="*/ 99 w 154"/>
                    <a:gd name="T61" fmla="*/ 60 h 130"/>
                    <a:gd name="T62" fmla="*/ 70 w 154"/>
                    <a:gd name="T63" fmla="*/ 60 h 130"/>
                    <a:gd name="T64" fmla="*/ 50 w 154"/>
                    <a:gd name="T65" fmla="*/ 58 h 130"/>
                    <a:gd name="T66" fmla="*/ 34 w 154"/>
                    <a:gd name="T67" fmla="*/ 55 h 130"/>
                    <a:gd name="T68" fmla="*/ 29 w 154"/>
                    <a:gd name="T69" fmla="*/ 61 h 130"/>
                    <a:gd name="T70" fmla="*/ 25 w 154"/>
                    <a:gd name="T71" fmla="*/ 74 h 130"/>
                    <a:gd name="T72" fmla="*/ 25 w 154"/>
                    <a:gd name="T73" fmla="*/ 87 h 130"/>
                    <a:gd name="T74" fmla="*/ 36 w 154"/>
                    <a:gd name="T75" fmla="*/ 114 h 130"/>
                    <a:gd name="T76" fmla="*/ 42 w 154"/>
                    <a:gd name="T77" fmla="*/ 129 h 130"/>
                    <a:gd name="T78" fmla="*/ 25 w 154"/>
                    <a:gd name="T79" fmla="*/ 120 h 130"/>
                    <a:gd name="T80" fmla="*/ 11 w 154"/>
                    <a:gd name="T81" fmla="*/ 111 h 13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54"/>
                    <a:gd name="T124" fmla="*/ 0 h 130"/>
                    <a:gd name="T125" fmla="*/ 154 w 154"/>
                    <a:gd name="T126" fmla="*/ 130 h 13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54" h="130">
                      <a:moveTo>
                        <a:pt x="11" y="111"/>
                      </a:moveTo>
                      <a:lnTo>
                        <a:pt x="2" y="99"/>
                      </a:lnTo>
                      <a:lnTo>
                        <a:pt x="0" y="84"/>
                      </a:lnTo>
                      <a:lnTo>
                        <a:pt x="1" y="66"/>
                      </a:lnTo>
                      <a:lnTo>
                        <a:pt x="1" y="53"/>
                      </a:lnTo>
                      <a:lnTo>
                        <a:pt x="8" y="37"/>
                      </a:lnTo>
                      <a:lnTo>
                        <a:pt x="17" y="26"/>
                      </a:lnTo>
                      <a:lnTo>
                        <a:pt x="26" y="16"/>
                      </a:lnTo>
                      <a:lnTo>
                        <a:pt x="41" y="5"/>
                      </a:lnTo>
                      <a:lnTo>
                        <a:pt x="52" y="2"/>
                      </a:lnTo>
                      <a:lnTo>
                        <a:pt x="76" y="0"/>
                      </a:lnTo>
                      <a:lnTo>
                        <a:pt x="96" y="1"/>
                      </a:lnTo>
                      <a:lnTo>
                        <a:pt x="111" y="5"/>
                      </a:lnTo>
                      <a:lnTo>
                        <a:pt x="123" y="10"/>
                      </a:lnTo>
                      <a:lnTo>
                        <a:pt x="134" y="22"/>
                      </a:lnTo>
                      <a:lnTo>
                        <a:pt x="142" y="32"/>
                      </a:lnTo>
                      <a:lnTo>
                        <a:pt x="149" y="43"/>
                      </a:lnTo>
                      <a:lnTo>
                        <a:pt x="153" y="56"/>
                      </a:lnTo>
                      <a:lnTo>
                        <a:pt x="153" y="79"/>
                      </a:lnTo>
                      <a:lnTo>
                        <a:pt x="153" y="95"/>
                      </a:lnTo>
                      <a:lnTo>
                        <a:pt x="147" y="102"/>
                      </a:lnTo>
                      <a:lnTo>
                        <a:pt x="139" y="113"/>
                      </a:lnTo>
                      <a:lnTo>
                        <a:pt x="134" y="121"/>
                      </a:lnTo>
                      <a:lnTo>
                        <a:pt x="119" y="125"/>
                      </a:lnTo>
                      <a:lnTo>
                        <a:pt x="105" y="129"/>
                      </a:lnTo>
                      <a:lnTo>
                        <a:pt x="116" y="113"/>
                      </a:lnTo>
                      <a:lnTo>
                        <a:pt x="127" y="85"/>
                      </a:lnTo>
                      <a:lnTo>
                        <a:pt x="128" y="74"/>
                      </a:lnTo>
                      <a:lnTo>
                        <a:pt x="127" y="65"/>
                      </a:lnTo>
                      <a:lnTo>
                        <a:pt x="123" y="53"/>
                      </a:lnTo>
                      <a:lnTo>
                        <a:pt x="99" y="60"/>
                      </a:lnTo>
                      <a:lnTo>
                        <a:pt x="70" y="60"/>
                      </a:lnTo>
                      <a:lnTo>
                        <a:pt x="50" y="58"/>
                      </a:lnTo>
                      <a:lnTo>
                        <a:pt x="34" y="55"/>
                      </a:lnTo>
                      <a:lnTo>
                        <a:pt x="29" y="61"/>
                      </a:lnTo>
                      <a:lnTo>
                        <a:pt x="25" y="74"/>
                      </a:lnTo>
                      <a:lnTo>
                        <a:pt x="25" y="87"/>
                      </a:lnTo>
                      <a:lnTo>
                        <a:pt x="36" y="114"/>
                      </a:lnTo>
                      <a:lnTo>
                        <a:pt x="42" y="129"/>
                      </a:lnTo>
                      <a:lnTo>
                        <a:pt x="25" y="120"/>
                      </a:lnTo>
                      <a:lnTo>
                        <a:pt x="11" y="111"/>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39133" name="Group 8"/>
                <p:cNvGrpSpPr/>
                <p:nvPr/>
              </p:nvGrpSpPr>
              <p:grpSpPr bwMode="auto">
                <a:xfrm>
                  <a:off x="2474" y="1879"/>
                  <a:ext cx="126" cy="19"/>
                  <a:chOff x="2474" y="1879"/>
                  <a:chExt cx="126" cy="19"/>
                </a:xfrm>
              </p:grpSpPr>
              <p:sp>
                <p:nvSpPr>
                  <p:cNvPr id="39134" name="Oval 9"/>
                  <p:cNvSpPr>
                    <a:spLocks noChangeArrowheads="1"/>
                  </p:cNvSpPr>
                  <p:nvPr/>
                </p:nvSpPr>
                <p:spPr bwMode="auto">
                  <a:xfrm>
                    <a:off x="2474" y="1879"/>
                    <a:ext cx="16" cy="16"/>
                  </a:xfrm>
                  <a:prstGeom prst="ellipse">
                    <a:avLst/>
                  </a:prstGeom>
                  <a:solidFill>
                    <a:srgbClr val="006080"/>
                  </a:solidFill>
                  <a:ln>
                    <a:noFill/>
                  </a:ln>
                  <a:extLst>
                    <a:ext uri="{91240B29-F687-4F45-9708-019B960494DF}">
                      <a14:hiddenLine xmlns:a14="http://schemas.microsoft.com/office/drawing/2010/main" w="9525">
                        <a:solidFill>
                          <a:srgbClr val="000000"/>
                        </a:solidFill>
                        <a:round/>
                      </a14:hiddenLine>
                    </a:ext>
                  </a:extLst>
                </p:spPr>
                <p:txBody>
                  <a:bodyPr wrap="none" anchor="ctr"/>
                  <a:p>
                    <a:endParaRPr lang="zh-CN" altLang="en-US"/>
                  </a:p>
                </p:txBody>
              </p:sp>
              <p:sp>
                <p:nvSpPr>
                  <p:cNvPr id="39135" name="Oval 10"/>
                  <p:cNvSpPr>
                    <a:spLocks noChangeArrowheads="1"/>
                  </p:cNvSpPr>
                  <p:nvPr/>
                </p:nvSpPr>
                <p:spPr bwMode="auto">
                  <a:xfrm>
                    <a:off x="2584" y="1882"/>
                    <a:ext cx="16" cy="16"/>
                  </a:xfrm>
                  <a:prstGeom prst="ellipse">
                    <a:avLst/>
                  </a:prstGeom>
                  <a:solidFill>
                    <a:srgbClr val="006080"/>
                  </a:solidFill>
                  <a:ln>
                    <a:noFill/>
                  </a:ln>
                  <a:extLst>
                    <a:ext uri="{91240B29-F687-4F45-9708-019B960494DF}">
                      <a14:hiddenLine xmlns:a14="http://schemas.microsoft.com/office/drawing/2010/main" w="9525">
                        <a:solidFill>
                          <a:srgbClr val="000000"/>
                        </a:solidFill>
                        <a:round/>
                      </a14:hiddenLine>
                    </a:ext>
                  </a:extLst>
                </p:spPr>
                <p:txBody>
                  <a:bodyPr wrap="none" anchor="ctr"/>
                  <a:p>
                    <a:endParaRPr lang="zh-CN" altLang="en-US"/>
                  </a:p>
                </p:txBody>
              </p:sp>
            </p:grpSp>
          </p:grpSp>
          <p:sp>
            <p:nvSpPr>
              <p:cNvPr id="39123" name="Freeform 11"/>
              <p:cNvSpPr/>
              <p:nvPr/>
            </p:nvSpPr>
            <p:spPr bwMode="auto">
              <a:xfrm>
                <a:off x="2449" y="2649"/>
                <a:ext cx="148" cy="374"/>
              </a:xfrm>
              <a:custGeom>
                <a:avLst/>
                <a:gdLst>
                  <a:gd name="T0" fmla="*/ 33 w 148"/>
                  <a:gd name="T1" fmla="*/ 0 h 374"/>
                  <a:gd name="T2" fmla="*/ 30 w 148"/>
                  <a:gd name="T3" fmla="*/ 44 h 374"/>
                  <a:gd name="T4" fmla="*/ 27 w 148"/>
                  <a:gd name="T5" fmla="*/ 94 h 374"/>
                  <a:gd name="T6" fmla="*/ 27 w 148"/>
                  <a:gd name="T7" fmla="*/ 144 h 374"/>
                  <a:gd name="T8" fmla="*/ 30 w 148"/>
                  <a:gd name="T9" fmla="*/ 189 h 374"/>
                  <a:gd name="T10" fmla="*/ 31 w 148"/>
                  <a:gd name="T11" fmla="*/ 226 h 374"/>
                  <a:gd name="T12" fmla="*/ 31 w 148"/>
                  <a:gd name="T13" fmla="*/ 273 h 374"/>
                  <a:gd name="T14" fmla="*/ 28 w 148"/>
                  <a:gd name="T15" fmla="*/ 293 h 374"/>
                  <a:gd name="T16" fmla="*/ 7 w 148"/>
                  <a:gd name="T17" fmla="*/ 351 h 374"/>
                  <a:gd name="T18" fmla="*/ 0 w 148"/>
                  <a:gd name="T19" fmla="*/ 372 h 374"/>
                  <a:gd name="T20" fmla="*/ 32 w 148"/>
                  <a:gd name="T21" fmla="*/ 373 h 374"/>
                  <a:gd name="T22" fmla="*/ 46 w 148"/>
                  <a:gd name="T23" fmla="*/ 347 h 374"/>
                  <a:gd name="T24" fmla="*/ 55 w 148"/>
                  <a:gd name="T25" fmla="*/ 318 h 374"/>
                  <a:gd name="T26" fmla="*/ 61 w 148"/>
                  <a:gd name="T27" fmla="*/ 271 h 374"/>
                  <a:gd name="T28" fmla="*/ 80 w 148"/>
                  <a:gd name="T29" fmla="*/ 144 h 374"/>
                  <a:gd name="T30" fmla="*/ 86 w 148"/>
                  <a:gd name="T31" fmla="*/ 108 h 374"/>
                  <a:gd name="T32" fmla="*/ 81 w 148"/>
                  <a:gd name="T33" fmla="*/ 176 h 374"/>
                  <a:gd name="T34" fmla="*/ 87 w 148"/>
                  <a:gd name="T35" fmla="*/ 219 h 374"/>
                  <a:gd name="T36" fmla="*/ 89 w 148"/>
                  <a:gd name="T37" fmla="*/ 259 h 374"/>
                  <a:gd name="T38" fmla="*/ 85 w 148"/>
                  <a:gd name="T39" fmla="*/ 295 h 374"/>
                  <a:gd name="T40" fmla="*/ 88 w 148"/>
                  <a:gd name="T41" fmla="*/ 312 h 374"/>
                  <a:gd name="T42" fmla="*/ 108 w 148"/>
                  <a:gd name="T43" fmla="*/ 367 h 374"/>
                  <a:gd name="T44" fmla="*/ 127 w 148"/>
                  <a:gd name="T45" fmla="*/ 367 h 374"/>
                  <a:gd name="T46" fmla="*/ 136 w 148"/>
                  <a:gd name="T47" fmla="*/ 367 h 374"/>
                  <a:gd name="T48" fmla="*/ 147 w 148"/>
                  <a:gd name="T49" fmla="*/ 356 h 374"/>
                  <a:gd name="T50" fmla="*/ 119 w 148"/>
                  <a:gd name="T51" fmla="*/ 295 h 374"/>
                  <a:gd name="T52" fmla="*/ 133 w 148"/>
                  <a:gd name="T53" fmla="*/ 166 h 374"/>
                  <a:gd name="T54" fmla="*/ 139 w 148"/>
                  <a:gd name="T55" fmla="*/ 105 h 374"/>
                  <a:gd name="T56" fmla="*/ 139 w 148"/>
                  <a:gd name="T57" fmla="*/ 2 h 374"/>
                  <a:gd name="T58" fmla="*/ 33 w 148"/>
                  <a:gd name="T59" fmla="*/ 0 h 37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8"/>
                  <a:gd name="T91" fmla="*/ 0 h 374"/>
                  <a:gd name="T92" fmla="*/ 148 w 148"/>
                  <a:gd name="T93" fmla="*/ 374 h 37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8" h="374">
                    <a:moveTo>
                      <a:pt x="33" y="0"/>
                    </a:moveTo>
                    <a:lnTo>
                      <a:pt x="30" y="44"/>
                    </a:lnTo>
                    <a:lnTo>
                      <a:pt x="27" y="94"/>
                    </a:lnTo>
                    <a:lnTo>
                      <a:pt x="27" y="144"/>
                    </a:lnTo>
                    <a:lnTo>
                      <a:pt x="30" y="189"/>
                    </a:lnTo>
                    <a:lnTo>
                      <a:pt x="31" y="226"/>
                    </a:lnTo>
                    <a:lnTo>
                      <a:pt x="31" y="273"/>
                    </a:lnTo>
                    <a:lnTo>
                      <a:pt x="28" y="293"/>
                    </a:lnTo>
                    <a:lnTo>
                      <a:pt x="7" y="351"/>
                    </a:lnTo>
                    <a:lnTo>
                      <a:pt x="0" y="372"/>
                    </a:lnTo>
                    <a:lnTo>
                      <a:pt x="32" y="373"/>
                    </a:lnTo>
                    <a:lnTo>
                      <a:pt x="46" y="347"/>
                    </a:lnTo>
                    <a:lnTo>
                      <a:pt x="55" y="318"/>
                    </a:lnTo>
                    <a:lnTo>
                      <a:pt x="61" y="271"/>
                    </a:lnTo>
                    <a:lnTo>
                      <a:pt x="80" y="144"/>
                    </a:lnTo>
                    <a:lnTo>
                      <a:pt x="86" y="108"/>
                    </a:lnTo>
                    <a:lnTo>
                      <a:pt x="81" y="176"/>
                    </a:lnTo>
                    <a:lnTo>
                      <a:pt x="87" y="219"/>
                    </a:lnTo>
                    <a:lnTo>
                      <a:pt x="89" y="259"/>
                    </a:lnTo>
                    <a:lnTo>
                      <a:pt x="85" y="295"/>
                    </a:lnTo>
                    <a:lnTo>
                      <a:pt x="88" y="312"/>
                    </a:lnTo>
                    <a:lnTo>
                      <a:pt x="108" y="367"/>
                    </a:lnTo>
                    <a:lnTo>
                      <a:pt x="127" y="367"/>
                    </a:lnTo>
                    <a:lnTo>
                      <a:pt x="136" y="367"/>
                    </a:lnTo>
                    <a:lnTo>
                      <a:pt x="147" y="356"/>
                    </a:lnTo>
                    <a:lnTo>
                      <a:pt x="119" y="295"/>
                    </a:lnTo>
                    <a:lnTo>
                      <a:pt x="133" y="166"/>
                    </a:lnTo>
                    <a:lnTo>
                      <a:pt x="139" y="105"/>
                    </a:lnTo>
                    <a:lnTo>
                      <a:pt x="139" y="2"/>
                    </a:lnTo>
                    <a:lnTo>
                      <a:pt x="33" y="0"/>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39124" name="Group 12"/>
              <p:cNvGrpSpPr/>
              <p:nvPr/>
            </p:nvGrpSpPr>
            <p:grpSpPr bwMode="auto">
              <a:xfrm>
                <a:off x="2394" y="2179"/>
                <a:ext cx="277" cy="373"/>
                <a:chOff x="2394" y="2179"/>
                <a:chExt cx="277" cy="373"/>
              </a:xfrm>
            </p:grpSpPr>
            <p:sp>
              <p:nvSpPr>
                <p:cNvPr id="39129" name="Freeform 13"/>
                <p:cNvSpPr/>
                <p:nvPr/>
              </p:nvSpPr>
              <p:spPr bwMode="auto">
                <a:xfrm>
                  <a:off x="2394" y="2189"/>
                  <a:ext cx="72" cy="363"/>
                </a:xfrm>
                <a:custGeom>
                  <a:avLst/>
                  <a:gdLst>
                    <a:gd name="T0" fmla="*/ 4 w 72"/>
                    <a:gd name="T1" fmla="*/ 0 h 363"/>
                    <a:gd name="T2" fmla="*/ 0 w 72"/>
                    <a:gd name="T3" fmla="*/ 82 h 363"/>
                    <a:gd name="T4" fmla="*/ 12 w 72"/>
                    <a:gd name="T5" fmla="*/ 194 h 363"/>
                    <a:gd name="T6" fmla="*/ 21 w 72"/>
                    <a:gd name="T7" fmla="*/ 292 h 363"/>
                    <a:gd name="T8" fmla="*/ 39 w 72"/>
                    <a:gd name="T9" fmla="*/ 351 h 363"/>
                    <a:gd name="T10" fmla="*/ 47 w 72"/>
                    <a:gd name="T11" fmla="*/ 362 h 363"/>
                    <a:gd name="T12" fmla="*/ 52 w 72"/>
                    <a:gd name="T13" fmla="*/ 345 h 363"/>
                    <a:gd name="T14" fmla="*/ 55 w 72"/>
                    <a:gd name="T15" fmla="*/ 304 h 363"/>
                    <a:gd name="T16" fmla="*/ 71 w 72"/>
                    <a:gd name="T17" fmla="*/ 293 h 363"/>
                    <a:gd name="T18" fmla="*/ 50 w 72"/>
                    <a:gd name="T19" fmla="*/ 259 h 363"/>
                    <a:gd name="T20" fmla="*/ 36 w 72"/>
                    <a:gd name="T21" fmla="*/ 240 h 363"/>
                    <a:gd name="T22" fmla="*/ 37 w 72"/>
                    <a:gd name="T23" fmla="*/ 74 h 363"/>
                    <a:gd name="T24" fmla="*/ 44 w 72"/>
                    <a:gd name="T25" fmla="*/ 6 h 363"/>
                    <a:gd name="T26" fmla="*/ 4 w 72"/>
                    <a:gd name="T27" fmla="*/ 0 h 36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2"/>
                    <a:gd name="T43" fmla="*/ 0 h 363"/>
                    <a:gd name="T44" fmla="*/ 72 w 72"/>
                    <a:gd name="T45" fmla="*/ 363 h 36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2" h="363">
                      <a:moveTo>
                        <a:pt x="4" y="0"/>
                      </a:moveTo>
                      <a:lnTo>
                        <a:pt x="0" y="82"/>
                      </a:lnTo>
                      <a:lnTo>
                        <a:pt x="12" y="194"/>
                      </a:lnTo>
                      <a:lnTo>
                        <a:pt x="21" y="292"/>
                      </a:lnTo>
                      <a:lnTo>
                        <a:pt x="39" y="351"/>
                      </a:lnTo>
                      <a:lnTo>
                        <a:pt x="47" y="362"/>
                      </a:lnTo>
                      <a:lnTo>
                        <a:pt x="52" y="345"/>
                      </a:lnTo>
                      <a:lnTo>
                        <a:pt x="55" y="304"/>
                      </a:lnTo>
                      <a:lnTo>
                        <a:pt x="71" y="293"/>
                      </a:lnTo>
                      <a:lnTo>
                        <a:pt x="50" y="259"/>
                      </a:lnTo>
                      <a:lnTo>
                        <a:pt x="36" y="240"/>
                      </a:lnTo>
                      <a:lnTo>
                        <a:pt x="37" y="74"/>
                      </a:lnTo>
                      <a:lnTo>
                        <a:pt x="44" y="6"/>
                      </a:lnTo>
                      <a:lnTo>
                        <a:pt x="4" y="0"/>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130" name="Freeform 14"/>
                <p:cNvSpPr/>
                <p:nvPr/>
              </p:nvSpPr>
              <p:spPr bwMode="auto">
                <a:xfrm>
                  <a:off x="2608" y="2179"/>
                  <a:ext cx="63" cy="338"/>
                </a:xfrm>
                <a:custGeom>
                  <a:avLst/>
                  <a:gdLst>
                    <a:gd name="T0" fmla="*/ 18 w 63"/>
                    <a:gd name="T1" fmla="*/ 9 h 338"/>
                    <a:gd name="T2" fmla="*/ 27 w 63"/>
                    <a:gd name="T3" fmla="*/ 70 h 338"/>
                    <a:gd name="T4" fmla="*/ 26 w 63"/>
                    <a:gd name="T5" fmla="*/ 214 h 338"/>
                    <a:gd name="T6" fmla="*/ 0 w 63"/>
                    <a:gd name="T7" fmla="*/ 274 h 338"/>
                    <a:gd name="T8" fmla="*/ 6 w 63"/>
                    <a:gd name="T9" fmla="*/ 280 h 338"/>
                    <a:gd name="T10" fmla="*/ 0 w 63"/>
                    <a:gd name="T11" fmla="*/ 311 h 338"/>
                    <a:gd name="T12" fmla="*/ 5 w 63"/>
                    <a:gd name="T13" fmla="*/ 337 h 338"/>
                    <a:gd name="T14" fmla="*/ 26 w 63"/>
                    <a:gd name="T15" fmla="*/ 296 h 338"/>
                    <a:gd name="T16" fmla="*/ 44 w 63"/>
                    <a:gd name="T17" fmla="*/ 221 h 338"/>
                    <a:gd name="T18" fmla="*/ 62 w 63"/>
                    <a:gd name="T19" fmla="*/ 56 h 338"/>
                    <a:gd name="T20" fmla="*/ 54 w 63"/>
                    <a:gd name="T21" fmla="*/ 0 h 338"/>
                    <a:gd name="T22" fmla="*/ 18 w 63"/>
                    <a:gd name="T23" fmla="*/ 9 h 3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
                    <a:gd name="T37" fmla="*/ 0 h 338"/>
                    <a:gd name="T38" fmla="*/ 63 w 63"/>
                    <a:gd name="T39" fmla="*/ 338 h 3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 h="338">
                      <a:moveTo>
                        <a:pt x="18" y="9"/>
                      </a:moveTo>
                      <a:lnTo>
                        <a:pt x="27" y="70"/>
                      </a:lnTo>
                      <a:lnTo>
                        <a:pt x="26" y="214"/>
                      </a:lnTo>
                      <a:lnTo>
                        <a:pt x="0" y="274"/>
                      </a:lnTo>
                      <a:lnTo>
                        <a:pt x="6" y="280"/>
                      </a:lnTo>
                      <a:lnTo>
                        <a:pt x="0" y="311"/>
                      </a:lnTo>
                      <a:lnTo>
                        <a:pt x="5" y="337"/>
                      </a:lnTo>
                      <a:lnTo>
                        <a:pt x="26" y="296"/>
                      </a:lnTo>
                      <a:lnTo>
                        <a:pt x="44" y="221"/>
                      </a:lnTo>
                      <a:lnTo>
                        <a:pt x="62" y="56"/>
                      </a:lnTo>
                      <a:lnTo>
                        <a:pt x="54" y="0"/>
                      </a:lnTo>
                      <a:lnTo>
                        <a:pt x="18" y="9"/>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nvGrpSpPr>
              <p:cNvPr id="39125" name="Group 15"/>
              <p:cNvGrpSpPr/>
              <p:nvPr/>
            </p:nvGrpSpPr>
            <p:grpSpPr bwMode="auto">
              <a:xfrm>
                <a:off x="2442" y="2952"/>
                <a:ext cx="165" cy="110"/>
                <a:chOff x="2442" y="2952"/>
                <a:chExt cx="165" cy="110"/>
              </a:xfrm>
            </p:grpSpPr>
            <p:sp>
              <p:nvSpPr>
                <p:cNvPr id="39127" name="Freeform 16"/>
                <p:cNvSpPr/>
                <p:nvPr/>
              </p:nvSpPr>
              <p:spPr bwMode="auto">
                <a:xfrm>
                  <a:off x="2442" y="2962"/>
                  <a:ext cx="62" cy="100"/>
                </a:xfrm>
                <a:custGeom>
                  <a:avLst/>
                  <a:gdLst>
                    <a:gd name="T0" fmla="*/ 11 w 62"/>
                    <a:gd name="T1" fmla="*/ 49 h 100"/>
                    <a:gd name="T2" fmla="*/ 3 w 62"/>
                    <a:gd name="T3" fmla="*/ 64 h 100"/>
                    <a:gd name="T4" fmla="*/ 0 w 62"/>
                    <a:gd name="T5" fmla="*/ 76 h 100"/>
                    <a:gd name="T6" fmla="*/ 0 w 62"/>
                    <a:gd name="T7" fmla="*/ 85 h 100"/>
                    <a:gd name="T8" fmla="*/ 2 w 62"/>
                    <a:gd name="T9" fmla="*/ 91 h 100"/>
                    <a:gd name="T10" fmla="*/ 6 w 62"/>
                    <a:gd name="T11" fmla="*/ 96 h 100"/>
                    <a:gd name="T12" fmla="*/ 14 w 62"/>
                    <a:gd name="T13" fmla="*/ 99 h 100"/>
                    <a:gd name="T14" fmla="*/ 24 w 62"/>
                    <a:gd name="T15" fmla="*/ 98 h 100"/>
                    <a:gd name="T16" fmla="*/ 35 w 62"/>
                    <a:gd name="T17" fmla="*/ 94 h 100"/>
                    <a:gd name="T18" fmla="*/ 43 w 62"/>
                    <a:gd name="T19" fmla="*/ 84 h 100"/>
                    <a:gd name="T20" fmla="*/ 50 w 62"/>
                    <a:gd name="T21" fmla="*/ 70 h 100"/>
                    <a:gd name="T22" fmla="*/ 54 w 62"/>
                    <a:gd name="T23" fmla="*/ 44 h 100"/>
                    <a:gd name="T24" fmla="*/ 61 w 62"/>
                    <a:gd name="T25" fmla="*/ 17 h 100"/>
                    <a:gd name="T26" fmla="*/ 60 w 62"/>
                    <a:gd name="T27" fmla="*/ 0 h 100"/>
                    <a:gd name="T28" fmla="*/ 48 w 62"/>
                    <a:gd name="T29" fmla="*/ 38 h 100"/>
                    <a:gd name="T30" fmla="*/ 37 w 62"/>
                    <a:gd name="T31" fmla="*/ 62 h 100"/>
                    <a:gd name="T32" fmla="*/ 22 w 62"/>
                    <a:gd name="T33" fmla="*/ 62 h 100"/>
                    <a:gd name="T34" fmla="*/ 9 w 62"/>
                    <a:gd name="T35" fmla="*/ 61 h 100"/>
                    <a:gd name="T36" fmla="*/ 11 w 62"/>
                    <a:gd name="T37" fmla="*/ 49 h 10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2"/>
                    <a:gd name="T58" fmla="*/ 0 h 100"/>
                    <a:gd name="T59" fmla="*/ 62 w 62"/>
                    <a:gd name="T60" fmla="*/ 100 h 10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2" h="100">
                      <a:moveTo>
                        <a:pt x="11" y="49"/>
                      </a:moveTo>
                      <a:lnTo>
                        <a:pt x="3" y="64"/>
                      </a:lnTo>
                      <a:lnTo>
                        <a:pt x="0" y="76"/>
                      </a:lnTo>
                      <a:lnTo>
                        <a:pt x="0" y="85"/>
                      </a:lnTo>
                      <a:lnTo>
                        <a:pt x="2" y="91"/>
                      </a:lnTo>
                      <a:lnTo>
                        <a:pt x="6" y="96"/>
                      </a:lnTo>
                      <a:lnTo>
                        <a:pt x="14" y="99"/>
                      </a:lnTo>
                      <a:lnTo>
                        <a:pt x="24" y="98"/>
                      </a:lnTo>
                      <a:lnTo>
                        <a:pt x="35" y="94"/>
                      </a:lnTo>
                      <a:lnTo>
                        <a:pt x="43" y="84"/>
                      </a:lnTo>
                      <a:lnTo>
                        <a:pt x="50" y="70"/>
                      </a:lnTo>
                      <a:lnTo>
                        <a:pt x="54" y="44"/>
                      </a:lnTo>
                      <a:lnTo>
                        <a:pt x="61" y="17"/>
                      </a:lnTo>
                      <a:lnTo>
                        <a:pt x="60" y="0"/>
                      </a:lnTo>
                      <a:lnTo>
                        <a:pt x="48" y="38"/>
                      </a:lnTo>
                      <a:lnTo>
                        <a:pt x="37" y="62"/>
                      </a:lnTo>
                      <a:lnTo>
                        <a:pt x="22" y="62"/>
                      </a:lnTo>
                      <a:lnTo>
                        <a:pt x="9" y="61"/>
                      </a:lnTo>
                      <a:lnTo>
                        <a:pt x="11" y="49"/>
                      </a:lnTo>
                    </a:path>
                  </a:pathLst>
                </a:custGeom>
                <a:solidFill>
                  <a:srgbClr val="FF2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128" name="Freeform 17"/>
                <p:cNvSpPr/>
                <p:nvPr/>
              </p:nvSpPr>
              <p:spPr bwMode="auto">
                <a:xfrm>
                  <a:off x="2536" y="2952"/>
                  <a:ext cx="71" cy="109"/>
                </a:xfrm>
                <a:custGeom>
                  <a:avLst/>
                  <a:gdLst>
                    <a:gd name="T0" fmla="*/ 1 w 71"/>
                    <a:gd name="T1" fmla="*/ 0 h 109"/>
                    <a:gd name="T2" fmla="*/ 0 w 71"/>
                    <a:gd name="T3" fmla="*/ 11 h 109"/>
                    <a:gd name="T4" fmla="*/ 9 w 71"/>
                    <a:gd name="T5" fmla="*/ 38 h 109"/>
                    <a:gd name="T6" fmla="*/ 15 w 71"/>
                    <a:gd name="T7" fmla="*/ 61 h 109"/>
                    <a:gd name="T8" fmla="*/ 22 w 71"/>
                    <a:gd name="T9" fmla="*/ 82 h 109"/>
                    <a:gd name="T10" fmla="*/ 29 w 71"/>
                    <a:gd name="T11" fmla="*/ 94 h 109"/>
                    <a:gd name="T12" fmla="*/ 36 w 71"/>
                    <a:gd name="T13" fmla="*/ 103 h 109"/>
                    <a:gd name="T14" fmla="*/ 46 w 71"/>
                    <a:gd name="T15" fmla="*/ 106 h 109"/>
                    <a:gd name="T16" fmla="*/ 57 w 71"/>
                    <a:gd name="T17" fmla="*/ 108 h 109"/>
                    <a:gd name="T18" fmla="*/ 62 w 71"/>
                    <a:gd name="T19" fmla="*/ 104 h 109"/>
                    <a:gd name="T20" fmla="*/ 67 w 71"/>
                    <a:gd name="T21" fmla="*/ 102 h 109"/>
                    <a:gd name="T22" fmla="*/ 70 w 71"/>
                    <a:gd name="T23" fmla="*/ 91 h 109"/>
                    <a:gd name="T24" fmla="*/ 68 w 71"/>
                    <a:gd name="T25" fmla="*/ 77 h 109"/>
                    <a:gd name="T26" fmla="*/ 62 w 71"/>
                    <a:gd name="T27" fmla="*/ 60 h 109"/>
                    <a:gd name="T28" fmla="*/ 58 w 71"/>
                    <a:gd name="T29" fmla="*/ 51 h 109"/>
                    <a:gd name="T30" fmla="*/ 56 w 71"/>
                    <a:gd name="T31" fmla="*/ 59 h 109"/>
                    <a:gd name="T32" fmla="*/ 53 w 71"/>
                    <a:gd name="T33" fmla="*/ 62 h 109"/>
                    <a:gd name="T34" fmla="*/ 44 w 71"/>
                    <a:gd name="T35" fmla="*/ 65 h 109"/>
                    <a:gd name="T36" fmla="*/ 37 w 71"/>
                    <a:gd name="T37" fmla="*/ 66 h 109"/>
                    <a:gd name="T38" fmla="*/ 23 w 71"/>
                    <a:gd name="T39" fmla="*/ 63 h 109"/>
                    <a:gd name="T40" fmla="*/ 9 w 71"/>
                    <a:gd name="T41" fmla="*/ 21 h 109"/>
                    <a:gd name="T42" fmla="*/ 1 w 71"/>
                    <a:gd name="T43" fmla="*/ 0 h 10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1"/>
                    <a:gd name="T67" fmla="*/ 0 h 109"/>
                    <a:gd name="T68" fmla="*/ 71 w 71"/>
                    <a:gd name="T69" fmla="*/ 109 h 10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1" h="109">
                      <a:moveTo>
                        <a:pt x="1" y="0"/>
                      </a:moveTo>
                      <a:lnTo>
                        <a:pt x="0" y="11"/>
                      </a:lnTo>
                      <a:lnTo>
                        <a:pt x="9" y="38"/>
                      </a:lnTo>
                      <a:lnTo>
                        <a:pt x="15" y="61"/>
                      </a:lnTo>
                      <a:lnTo>
                        <a:pt x="22" y="82"/>
                      </a:lnTo>
                      <a:lnTo>
                        <a:pt x="29" y="94"/>
                      </a:lnTo>
                      <a:lnTo>
                        <a:pt x="36" y="103"/>
                      </a:lnTo>
                      <a:lnTo>
                        <a:pt x="46" y="106"/>
                      </a:lnTo>
                      <a:lnTo>
                        <a:pt x="57" y="108"/>
                      </a:lnTo>
                      <a:lnTo>
                        <a:pt x="62" y="104"/>
                      </a:lnTo>
                      <a:lnTo>
                        <a:pt x="67" y="102"/>
                      </a:lnTo>
                      <a:lnTo>
                        <a:pt x="70" y="91"/>
                      </a:lnTo>
                      <a:lnTo>
                        <a:pt x="68" y="77"/>
                      </a:lnTo>
                      <a:lnTo>
                        <a:pt x="62" y="60"/>
                      </a:lnTo>
                      <a:lnTo>
                        <a:pt x="58" y="51"/>
                      </a:lnTo>
                      <a:lnTo>
                        <a:pt x="56" y="59"/>
                      </a:lnTo>
                      <a:lnTo>
                        <a:pt x="53" y="62"/>
                      </a:lnTo>
                      <a:lnTo>
                        <a:pt x="44" y="65"/>
                      </a:lnTo>
                      <a:lnTo>
                        <a:pt x="37" y="66"/>
                      </a:lnTo>
                      <a:lnTo>
                        <a:pt x="23" y="63"/>
                      </a:lnTo>
                      <a:lnTo>
                        <a:pt x="9" y="21"/>
                      </a:lnTo>
                      <a:lnTo>
                        <a:pt x="1" y="0"/>
                      </a:lnTo>
                    </a:path>
                  </a:pathLst>
                </a:custGeom>
                <a:solidFill>
                  <a:srgbClr val="FF2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
            <p:nvSpPr>
              <p:cNvPr id="39126" name="Freeform 18"/>
              <p:cNvSpPr/>
              <p:nvPr/>
            </p:nvSpPr>
            <p:spPr bwMode="auto">
              <a:xfrm>
                <a:off x="2390" y="1964"/>
                <a:ext cx="291" cy="723"/>
              </a:xfrm>
              <a:custGeom>
                <a:avLst/>
                <a:gdLst>
                  <a:gd name="T0" fmla="*/ 115 w 291"/>
                  <a:gd name="T1" fmla="*/ 0 h 723"/>
                  <a:gd name="T2" fmla="*/ 46 w 291"/>
                  <a:gd name="T3" fmla="*/ 38 h 723"/>
                  <a:gd name="T4" fmla="*/ 37 w 291"/>
                  <a:gd name="T5" fmla="*/ 50 h 723"/>
                  <a:gd name="T6" fmla="*/ 0 w 291"/>
                  <a:gd name="T7" fmla="*/ 227 h 723"/>
                  <a:gd name="T8" fmla="*/ 56 w 291"/>
                  <a:gd name="T9" fmla="*/ 234 h 723"/>
                  <a:gd name="T10" fmla="*/ 63 w 291"/>
                  <a:gd name="T11" fmla="*/ 189 h 723"/>
                  <a:gd name="T12" fmla="*/ 84 w 291"/>
                  <a:gd name="T13" fmla="*/ 284 h 723"/>
                  <a:gd name="T14" fmla="*/ 49 w 291"/>
                  <a:gd name="T15" fmla="*/ 405 h 723"/>
                  <a:gd name="T16" fmla="*/ 49 w 291"/>
                  <a:gd name="T17" fmla="*/ 493 h 723"/>
                  <a:gd name="T18" fmla="*/ 56 w 291"/>
                  <a:gd name="T19" fmla="*/ 555 h 723"/>
                  <a:gd name="T20" fmla="*/ 74 w 291"/>
                  <a:gd name="T21" fmla="*/ 644 h 723"/>
                  <a:gd name="T22" fmla="*/ 90 w 291"/>
                  <a:gd name="T23" fmla="*/ 712 h 723"/>
                  <a:gd name="T24" fmla="*/ 144 w 291"/>
                  <a:gd name="T25" fmla="*/ 722 h 723"/>
                  <a:gd name="T26" fmla="*/ 149 w 291"/>
                  <a:gd name="T27" fmla="*/ 711 h 723"/>
                  <a:gd name="T28" fmla="*/ 200 w 291"/>
                  <a:gd name="T29" fmla="*/ 709 h 723"/>
                  <a:gd name="T30" fmla="*/ 217 w 291"/>
                  <a:gd name="T31" fmla="*/ 624 h 723"/>
                  <a:gd name="T32" fmla="*/ 234 w 291"/>
                  <a:gd name="T33" fmla="*/ 514 h 723"/>
                  <a:gd name="T34" fmla="*/ 246 w 291"/>
                  <a:gd name="T35" fmla="*/ 401 h 723"/>
                  <a:gd name="T36" fmla="*/ 213 w 291"/>
                  <a:gd name="T37" fmla="*/ 274 h 723"/>
                  <a:gd name="T38" fmla="*/ 226 w 291"/>
                  <a:gd name="T39" fmla="*/ 203 h 723"/>
                  <a:gd name="T40" fmla="*/ 234 w 291"/>
                  <a:gd name="T41" fmla="*/ 229 h 723"/>
                  <a:gd name="T42" fmla="*/ 290 w 291"/>
                  <a:gd name="T43" fmla="*/ 214 h 723"/>
                  <a:gd name="T44" fmla="*/ 247 w 291"/>
                  <a:gd name="T45" fmla="*/ 48 h 723"/>
                  <a:gd name="T46" fmla="*/ 173 w 291"/>
                  <a:gd name="T47" fmla="*/ 0 h 723"/>
                  <a:gd name="T48" fmla="*/ 171 w 291"/>
                  <a:gd name="T49" fmla="*/ 6 h 723"/>
                  <a:gd name="T50" fmla="*/ 162 w 291"/>
                  <a:gd name="T51" fmla="*/ 12 h 723"/>
                  <a:gd name="T52" fmla="*/ 154 w 291"/>
                  <a:gd name="T53" fmla="*/ 14 h 723"/>
                  <a:gd name="T54" fmla="*/ 146 w 291"/>
                  <a:gd name="T55" fmla="*/ 14 h 723"/>
                  <a:gd name="T56" fmla="*/ 137 w 291"/>
                  <a:gd name="T57" fmla="*/ 13 h 723"/>
                  <a:gd name="T58" fmla="*/ 128 w 291"/>
                  <a:gd name="T59" fmla="*/ 11 h 723"/>
                  <a:gd name="T60" fmla="*/ 119 w 291"/>
                  <a:gd name="T61" fmla="*/ 6 h 723"/>
                  <a:gd name="T62" fmla="*/ 115 w 291"/>
                  <a:gd name="T63" fmla="*/ 0 h 72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91"/>
                  <a:gd name="T97" fmla="*/ 0 h 723"/>
                  <a:gd name="T98" fmla="*/ 291 w 291"/>
                  <a:gd name="T99" fmla="*/ 723 h 72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91" h="723">
                    <a:moveTo>
                      <a:pt x="115" y="0"/>
                    </a:moveTo>
                    <a:lnTo>
                      <a:pt x="46" y="38"/>
                    </a:lnTo>
                    <a:lnTo>
                      <a:pt x="37" y="50"/>
                    </a:lnTo>
                    <a:lnTo>
                      <a:pt x="0" y="227"/>
                    </a:lnTo>
                    <a:lnTo>
                      <a:pt x="56" y="234"/>
                    </a:lnTo>
                    <a:lnTo>
                      <a:pt x="63" y="189"/>
                    </a:lnTo>
                    <a:lnTo>
                      <a:pt x="84" y="284"/>
                    </a:lnTo>
                    <a:lnTo>
                      <a:pt x="49" y="405"/>
                    </a:lnTo>
                    <a:lnTo>
                      <a:pt x="49" y="493"/>
                    </a:lnTo>
                    <a:lnTo>
                      <a:pt x="56" y="555"/>
                    </a:lnTo>
                    <a:lnTo>
                      <a:pt x="74" y="644"/>
                    </a:lnTo>
                    <a:lnTo>
                      <a:pt x="90" y="712"/>
                    </a:lnTo>
                    <a:lnTo>
                      <a:pt x="144" y="722"/>
                    </a:lnTo>
                    <a:lnTo>
                      <a:pt x="149" y="711"/>
                    </a:lnTo>
                    <a:lnTo>
                      <a:pt x="200" y="709"/>
                    </a:lnTo>
                    <a:lnTo>
                      <a:pt x="217" y="624"/>
                    </a:lnTo>
                    <a:lnTo>
                      <a:pt x="234" y="514"/>
                    </a:lnTo>
                    <a:lnTo>
                      <a:pt x="246" y="401"/>
                    </a:lnTo>
                    <a:lnTo>
                      <a:pt x="213" y="274"/>
                    </a:lnTo>
                    <a:lnTo>
                      <a:pt x="226" y="203"/>
                    </a:lnTo>
                    <a:lnTo>
                      <a:pt x="234" y="229"/>
                    </a:lnTo>
                    <a:lnTo>
                      <a:pt x="290" y="214"/>
                    </a:lnTo>
                    <a:lnTo>
                      <a:pt x="247" y="48"/>
                    </a:lnTo>
                    <a:lnTo>
                      <a:pt x="173" y="0"/>
                    </a:lnTo>
                    <a:lnTo>
                      <a:pt x="171" y="6"/>
                    </a:lnTo>
                    <a:lnTo>
                      <a:pt x="162" y="12"/>
                    </a:lnTo>
                    <a:lnTo>
                      <a:pt x="154" y="14"/>
                    </a:lnTo>
                    <a:lnTo>
                      <a:pt x="146" y="14"/>
                    </a:lnTo>
                    <a:lnTo>
                      <a:pt x="137" y="13"/>
                    </a:lnTo>
                    <a:lnTo>
                      <a:pt x="128" y="11"/>
                    </a:lnTo>
                    <a:lnTo>
                      <a:pt x="119" y="6"/>
                    </a:lnTo>
                    <a:lnTo>
                      <a:pt x="115" y="0"/>
                    </a:lnTo>
                  </a:path>
                </a:pathLst>
              </a:custGeom>
              <a:solidFill>
                <a:srgbClr val="FF2040"/>
              </a:solidFill>
              <a:ln w="12700" cap="rnd">
                <a:solidFill>
                  <a:srgbClr val="FF2040"/>
                </a:solidFill>
                <a:round/>
              </a:ln>
            </p:spPr>
            <p:txBody>
              <a:bodyPr/>
              <a:p>
                <a:endParaRPr lang="zh-CN" altLang="en-US"/>
              </a:p>
            </p:txBody>
          </p:sp>
        </p:grpSp>
        <p:grpSp>
          <p:nvGrpSpPr>
            <p:cNvPr id="38921" name="Group 19"/>
            <p:cNvGrpSpPr/>
            <p:nvPr/>
          </p:nvGrpSpPr>
          <p:grpSpPr bwMode="auto">
            <a:xfrm>
              <a:off x="2583" y="1747"/>
              <a:ext cx="299" cy="1377"/>
              <a:chOff x="2583" y="1747"/>
              <a:chExt cx="299" cy="1377"/>
            </a:xfrm>
          </p:grpSpPr>
          <p:grpSp>
            <p:nvGrpSpPr>
              <p:cNvPr id="39099" name="Group 20"/>
              <p:cNvGrpSpPr/>
              <p:nvPr/>
            </p:nvGrpSpPr>
            <p:grpSpPr bwMode="auto">
              <a:xfrm>
                <a:off x="2649" y="1747"/>
                <a:ext cx="155" cy="328"/>
                <a:chOff x="2649" y="1747"/>
                <a:chExt cx="155" cy="328"/>
              </a:xfrm>
            </p:grpSpPr>
            <p:sp>
              <p:nvSpPr>
                <p:cNvPr id="39119" name="Freeform 21"/>
                <p:cNvSpPr/>
                <p:nvPr/>
              </p:nvSpPr>
              <p:spPr bwMode="auto">
                <a:xfrm>
                  <a:off x="2649" y="1747"/>
                  <a:ext cx="155" cy="252"/>
                </a:xfrm>
                <a:custGeom>
                  <a:avLst/>
                  <a:gdLst>
                    <a:gd name="T0" fmla="*/ 58 w 155"/>
                    <a:gd name="T1" fmla="*/ 4 h 252"/>
                    <a:gd name="T2" fmla="*/ 42 w 155"/>
                    <a:gd name="T3" fmla="*/ 12 h 252"/>
                    <a:gd name="T4" fmla="*/ 30 w 155"/>
                    <a:gd name="T5" fmla="*/ 23 h 252"/>
                    <a:gd name="T6" fmla="*/ 23 w 155"/>
                    <a:gd name="T7" fmla="*/ 36 h 252"/>
                    <a:gd name="T8" fmla="*/ 15 w 155"/>
                    <a:gd name="T9" fmla="*/ 61 h 252"/>
                    <a:gd name="T10" fmla="*/ 6 w 155"/>
                    <a:gd name="T11" fmla="*/ 98 h 252"/>
                    <a:gd name="T12" fmla="*/ 0 w 155"/>
                    <a:gd name="T13" fmla="*/ 131 h 252"/>
                    <a:gd name="T14" fmla="*/ 1 w 155"/>
                    <a:gd name="T15" fmla="*/ 146 h 252"/>
                    <a:gd name="T16" fmla="*/ 4 w 155"/>
                    <a:gd name="T17" fmla="*/ 159 h 252"/>
                    <a:gd name="T18" fmla="*/ 6 w 155"/>
                    <a:gd name="T19" fmla="*/ 180 h 252"/>
                    <a:gd name="T20" fmla="*/ 18 w 155"/>
                    <a:gd name="T21" fmla="*/ 251 h 252"/>
                    <a:gd name="T22" fmla="*/ 26 w 155"/>
                    <a:gd name="T23" fmla="*/ 236 h 252"/>
                    <a:gd name="T24" fmla="*/ 37 w 155"/>
                    <a:gd name="T25" fmla="*/ 235 h 252"/>
                    <a:gd name="T26" fmla="*/ 45 w 155"/>
                    <a:gd name="T27" fmla="*/ 231 h 252"/>
                    <a:gd name="T28" fmla="*/ 56 w 155"/>
                    <a:gd name="T29" fmla="*/ 222 h 252"/>
                    <a:gd name="T30" fmla="*/ 53 w 155"/>
                    <a:gd name="T31" fmla="*/ 184 h 252"/>
                    <a:gd name="T32" fmla="*/ 53 w 155"/>
                    <a:gd name="T33" fmla="*/ 172 h 252"/>
                    <a:gd name="T34" fmla="*/ 41 w 155"/>
                    <a:gd name="T35" fmla="*/ 147 h 252"/>
                    <a:gd name="T36" fmla="*/ 39 w 155"/>
                    <a:gd name="T37" fmla="*/ 106 h 252"/>
                    <a:gd name="T38" fmla="*/ 41 w 155"/>
                    <a:gd name="T39" fmla="*/ 71 h 252"/>
                    <a:gd name="T40" fmla="*/ 63 w 155"/>
                    <a:gd name="T41" fmla="*/ 48 h 252"/>
                    <a:gd name="T42" fmla="*/ 100 w 155"/>
                    <a:gd name="T43" fmla="*/ 44 h 252"/>
                    <a:gd name="T44" fmla="*/ 117 w 155"/>
                    <a:gd name="T45" fmla="*/ 67 h 252"/>
                    <a:gd name="T46" fmla="*/ 115 w 155"/>
                    <a:gd name="T47" fmla="*/ 143 h 252"/>
                    <a:gd name="T48" fmla="*/ 100 w 155"/>
                    <a:gd name="T49" fmla="*/ 173 h 252"/>
                    <a:gd name="T50" fmla="*/ 97 w 155"/>
                    <a:gd name="T51" fmla="*/ 222 h 252"/>
                    <a:gd name="T52" fmla="*/ 105 w 155"/>
                    <a:gd name="T53" fmla="*/ 214 h 252"/>
                    <a:gd name="T54" fmla="*/ 113 w 155"/>
                    <a:gd name="T55" fmla="*/ 223 h 252"/>
                    <a:gd name="T56" fmla="*/ 122 w 155"/>
                    <a:gd name="T57" fmla="*/ 228 h 252"/>
                    <a:gd name="T58" fmla="*/ 128 w 155"/>
                    <a:gd name="T59" fmla="*/ 233 h 252"/>
                    <a:gd name="T60" fmla="*/ 138 w 155"/>
                    <a:gd name="T61" fmla="*/ 239 h 252"/>
                    <a:gd name="T62" fmla="*/ 147 w 155"/>
                    <a:gd name="T63" fmla="*/ 188 h 252"/>
                    <a:gd name="T64" fmla="*/ 150 w 155"/>
                    <a:gd name="T65" fmla="*/ 157 h 252"/>
                    <a:gd name="T66" fmla="*/ 153 w 155"/>
                    <a:gd name="T67" fmla="*/ 136 h 252"/>
                    <a:gd name="T68" fmla="*/ 154 w 155"/>
                    <a:gd name="T69" fmla="*/ 123 h 252"/>
                    <a:gd name="T70" fmla="*/ 153 w 155"/>
                    <a:gd name="T71" fmla="*/ 106 h 252"/>
                    <a:gd name="T72" fmla="*/ 150 w 155"/>
                    <a:gd name="T73" fmla="*/ 94 h 252"/>
                    <a:gd name="T74" fmla="*/ 147 w 155"/>
                    <a:gd name="T75" fmla="*/ 82 h 252"/>
                    <a:gd name="T76" fmla="*/ 144 w 155"/>
                    <a:gd name="T77" fmla="*/ 70 h 252"/>
                    <a:gd name="T78" fmla="*/ 144 w 155"/>
                    <a:gd name="T79" fmla="*/ 60 h 252"/>
                    <a:gd name="T80" fmla="*/ 141 w 155"/>
                    <a:gd name="T81" fmla="*/ 47 h 252"/>
                    <a:gd name="T82" fmla="*/ 136 w 155"/>
                    <a:gd name="T83" fmla="*/ 31 h 252"/>
                    <a:gd name="T84" fmla="*/ 125 w 155"/>
                    <a:gd name="T85" fmla="*/ 16 h 252"/>
                    <a:gd name="T86" fmla="*/ 111 w 155"/>
                    <a:gd name="T87" fmla="*/ 5 h 252"/>
                    <a:gd name="T88" fmla="*/ 95 w 155"/>
                    <a:gd name="T89" fmla="*/ 1 h 252"/>
                    <a:gd name="T90" fmla="*/ 79 w 155"/>
                    <a:gd name="T91" fmla="*/ 0 h 252"/>
                    <a:gd name="T92" fmla="*/ 58 w 155"/>
                    <a:gd name="T93" fmla="*/ 4 h 25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55"/>
                    <a:gd name="T142" fmla="*/ 0 h 252"/>
                    <a:gd name="T143" fmla="*/ 155 w 155"/>
                    <a:gd name="T144" fmla="*/ 252 h 25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55" h="252">
                      <a:moveTo>
                        <a:pt x="58" y="4"/>
                      </a:moveTo>
                      <a:lnTo>
                        <a:pt x="42" y="12"/>
                      </a:lnTo>
                      <a:lnTo>
                        <a:pt x="30" y="23"/>
                      </a:lnTo>
                      <a:lnTo>
                        <a:pt x="23" y="36"/>
                      </a:lnTo>
                      <a:lnTo>
                        <a:pt x="15" y="61"/>
                      </a:lnTo>
                      <a:lnTo>
                        <a:pt x="6" y="98"/>
                      </a:lnTo>
                      <a:lnTo>
                        <a:pt x="0" y="131"/>
                      </a:lnTo>
                      <a:lnTo>
                        <a:pt x="1" y="146"/>
                      </a:lnTo>
                      <a:lnTo>
                        <a:pt x="4" y="159"/>
                      </a:lnTo>
                      <a:lnTo>
                        <a:pt x="6" y="180"/>
                      </a:lnTo>
                      <a:lnTo>
                        <a:pt x="18" y="251"/>
                      </a:lnTo>
                      <a:lnTo>
                        <a:pt x="26" y="236"/>
                      </a:lnTo>
                      <a:lnTo>
                        <a:pt x="37" y="235"/>
                      </a:lnTo>
                      <a:lnTo>
                        <a:pt x="45" y="231"/>
                      </a:lnTo>
                      <a:lnTo>
                        <a:pt x="56" y="222"/>
                      </a:lnTo>
                      <a:lnTo>
                        <a:pt x="53" y="184"/>
                      </a:lnTo>
                      <a:lnTo>
                        <a:pt x="53" y="172"/>
                      </a:lnTo>
                      <a:lnTo>
                        <a:pt x="41" y="147"/>
                      </a:lnTo>
                      <a:lnTo>
                        <a:pt x="39" y="106"/>
                      </a:lnTo>
                      <a:lnTo>
                        <a:pt x="41" y="71"/>
                      </a:lnTo>
                      <a:lnTo>
                        <a:pt x="63" y="48"/>
                      </a:lnTo>
                      <a:lnTo>
                        <a:pt x="100" y="44"/>
                      </a:lnTo>
                      <a:lnTo>
                        <a:pt x="117" y="67"/>
                      </a:lnTo>
                      <a:lnTo>
                        <a:pt x="115" y="143"/>
                      </a:lnTo>
                      <a:lnTo>
                        <a:pt x="100" y="173"/>
                      </a:lnTo>
                      <a:lnTo>
                        <a:pt x="97" y="222"/>
                      </a:lnTo>
                      <a:lnTo>
                        <a:pt x="105" y="214"/>
                      </a:lnTo>
                      <a:lnTo>
                        <a:pt x="113" y="223"/>
                      </a:lnTo>
                      <a:lnTo>
                        <a:pt x="122" y="228"/>
                      </a:lnTo>
                      <a:lnTo>
                        <a:pt x="128" y="233"/>
                      </a:lnTo>
                      <a:lnTo>
                        <a:pt x="138" y="239"/>
                      </a:lnTo>
                      <a:lnTo>
                        <a:pt x="147" y="188"/>
                      </a:lnTo>
                      <a:lnTo>
                        <a:pt x="150" y="157"/>
                      </a:lnTo>
                      <a:lnTo>
                        <a:pt x="153" y="136"/>
                      </a:lnTo>
                      <a:lnTo>
                        <a:pt x="154" y="123"/>
                      </a:lnTo>
                      <a:lnTo>
                        <a:pt x="153" y="106"/>
                      </a:lnTo>
                      <a:lnTo>
                        <a:pt x="150" y="94"/>
                      </a:lnTo>
                      <a:lnTo>
                        <a:pt x="147" y="82"/>
                      </a:lnTo>
                      <a:lnTo>
                        <a:pt x="144" y="70"/>
                      </a:lnTo>
                      <a:lnTo>
                        <a:pt x="144" y="60"/>
                      </a:lnTo>
                      <a:lnTo>
                        <a:pt x="141" y="47"/>
                      </a:lnTo>
                      <a:lnTo>
                        <a:pt x="136" y="31"/>
                      </a:lnTo>
                      <a:lnTo>
                        <a:pt x="125" y="16"/>
                      </a:lnTo>
                      <a:lnTo>
                        <a:pt x="111" y="5"/>
                      </a:lnTo>
                      <a:lnTo>
                        <a:pt x="95" y="1"/>
                      </a:lnTo>
                      <a:lnTo>
                        <a:pt x="79" y="0"/>
                      </a:lnTo>
                      <a:lnTo>
                        <a:pt x="58" y="4"/>
                      </a:lnTo>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120" name="Freeform 22"/>
                <p:cNvSpPr/>
                <p:nvPr/>
              </p:nvSpPr>
              <p:spPr bwMode="auto">
                <a:xfrm>
                  <a:off x="2666" y="1787"/>
                  <a:ext cx="126" cy="288"/>
                </a:xfrm>
                <a:custGeom>
                  <a:avLst/>
                  <a:gdLst>
                    <a:gd name="T0" fmla="*/ 46 w 126"/>
                    <a:gd name="T1" fmla="*/ 4 h 288"/>
                    <a:gd name="T2" fmla="*/ 36 w 126"/>
                    <a:gd name="T3" fmla="*/ 9 h 288"/>
                    <a:gd name="T4" fmla="*/ 27 w 126"/>
                    <a:gd name="T5" fmla="*/ 19 h 288"/>
                    <a:gd name="T6" fmla="*/ 23 w 126"/>
                    <a:gd name="T7" fmla="*/ 31 h 288"/>
                    <a:gd name="T8" fmla="*/ 21 w 126"/>
                    <a:gd name="T9" fmla="*/ 45 h 288"/>
                    <a:gd name="T10" fmla="*/ 19 w 126"/>
                    <a:gd name="T11" fmla="*/ 66 h 288"/>
                    <a:gd name="T12" fmla="*/ 23 w 126"/>
                    <a:gd name="T13" fmla="*/ 103 h 288"/>
                    <a:gd name="T14" fmla="*/ 26 w 126"/>
                    <a:gd name="T15" fmla="*/ 116 h 288"/>
                    <a:gd name="T16" fmla="*/ 36 w 126"/>
                    <a:gd name="T17" fmla="*/ 134 h 288"/>
                    <a:gd name="T18" fmla="*/ 36 w 126"/>
                    <a:gd name="T19" fmla="*/ 178 h 288"/>
                    <a:gd name="T20" fmla="*/ 0 w 126"/>
                    <a:gd name="T21" fmla="*/ 202 h 288"/>
                    <a:gd name="T22" fmla="*/ 65 w 126"/>
                    <a:gd name="T23" fmla="*/ 287 h 288"/>
                    <a:gd name="T24" fmla="*/ 125 w 126"/>
                    <a:gd name="T25" fmla="*/ 197 h 288"/>
                    <a:gd name="T26" fmla="*/ 82 w 126"/>
                    <a:gd name="T27" fmla="*/ 169 h 288"/>
                    <a:gd name="T28" fmla="*/ 82 w 126"/>
                    <a:gd name="T29" fmla="*/ 135 h 288"/>
                    <a:gd name="T30" fmla="*/ 95 w 126"/>
                    <a:gd name="T31" fmla="*/ 115 h 288"/>
                    <a:gd name="T32" fmla="*/ 99 w 126"/>
                    <a:gd name="T33" fmla="*/ 104 h 288"/>
                    <a:gd name="T34" fmla="*/ 101 w 126"/>
                    <a:gd name="T35" fmla="*/ 69 h 288"/>
                    <a:gd name="T36" fmla="*/ 102 w 126"/>
                    <a:gd name="T37" fmla="*/ 49 h 288"/>
                    <a:gd name="T38" fmla="*/ 102 w 126"/>
                    <a:gd name="T39" fmla="*/ 35 h 288"/>
                    <a:gd name="T40" fmla="*/ 98 w 126"/>
                    <a:gd name="T41" fmla="*/ 22 h 288"/>
                    <a:gd name="T42" fmla="*/ 91 w 126"/>
                    <a:gd name="T43" fmla="*/ 11 h 288"/>
                    <a:gd name="T44" fmla="*/ 82 w 126"/>
                    <a:gd name="T45" fmla="*/ 5 h 288"/>
                    <a:gd name="T46" fmla="*/ 70 w 126"/>
                    <a:gd name="T47" fmla="*/ 0 h 288"/>
                    <a:gd name="T48" fmla="*/ 57 w 126"/>
                    <a:gd name="T49" fmla="*/ 0 h 288"/>
                    <a:gd name="T50" fmla="*/ 46 w 126"/>
                    <a:gd name="T51" fmla="*/ 4 h 28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6"/>
                    <a:gd name="T79" fmla="*/ 0 h 288"/>
                    <a:gd name="T80" fmla="*/ 126 w 126"/>
                    <a:gd name="T81" fmla="*/ 288 h 28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6" h="288">
                      <a:moveTo>
                        <a:pt x="46" y="4"/>
                      </a:moveTo>
                      <a:lnTo>
                        <a:pt x="36" y="9"/>
                      </a:lnTo>
                      <a:lnTo>
                        <a:pt x="27" y="19"/>
                      </a:lnTo>
                      <a:lnTo>
                        <a:pt x="23" y="31"/>
                      </a:lnTo>
                      <a:lnTo>
                        <a:pt x="21" y="45"/>
                      </a:lnTo>
                      <a:lnTo>
                        <a:pt x="19" y="66"/>
                      </a:lnTo>
                      <a:lnTo>
                        <a:pt x="23" y="103"/>
                      </a:lnTo>
                      <a:lnTo>
                        <a:pt x="26" y="116"/>
                      </a:lnTo>
                      <a:lnTo>
                        <a:pt x="36" y="134"/>
                      </a:lnTo>
                      <a:lnTo>
                        <a:pt x="36" y="178"/>
                      </a:lnTo>
                      <a:lnTo>
                        <a:pt x="0" y="202"/>
                      </a:lnTo>
                      <a:lnTo>
                        <a:pt x="65" y="287"/>
                      </a:lnTo>
                      <a:lnTo>
                        <a:pt x="125" y="197"/>
                      </a:lnTo>
                      <a:lnTo>
                        <a:pt x="82" y="169"/>
                      </a:lnTo>
                      <a:lnTo>
                        <a:pt x="82" y="135"/>
                      </a:lnTo>
                      <a:lnTo>
                        <a:pt x="95" y="115"/>
                      </a:lnTo>
                      <a:lnTo>
                        <a:pt x="99" y="104"/>
                      </a:lnTo>
                      <a:lnTo>
                        <a:pt x="101" y="69"/>
                      </a:lnTo>
                      <a:lnTo>
                        <a:pt x="102" y="49"/>
                      </a:lnTo>
                      <a:lnTo>
                        <a:pt x="102" y="35"/>
                      </a:lnTo>
                      <a:lnTo>
                        <a:pt x="98" y="22"/>
                      </a:lnTo>
                      <a:lnTo>
                        <a:pt x="91" y="11"/>
                      </a:lnTo>
                      <a:lnTo>
                        <a:pt x="82" y="5"/>
                      </a:lnTo>
                      <a:lnTo>
                        <a:pt x="70" y="0"/>
                      </a:lnTo>
                      <a:lnTo>
                        <a:pt x="57" y="0"/>
                      </a:lnTo>
                      <a:lnTo>
                        <a:pt x="46" y="4"/>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121" name="Freeform 23"/>
                <p:cNvSpPr/>
                <p:nvPr/>
              </p:nvSpPr>
              <p:spPr bwMode="auto">
                <a:xfrm>
                  <a:off x="2694" y="1837"/>
                  <a:ext cx="38" cy="51"/>
                </a:xfrm>
                <a:custGeom>
                  <a:avLst/>
                  <a:gdLst>
                    <a:gd name="T0" fmla="*/ 4 w 38"/>
                    <a:gd name="T1" fmla="*/ 1 h 51"/>
                    <a:gd name="T2" fmla="*/ 14 w 38"/>
                    <a:gd name="T3" fmla="*/ 0 h 51"/>
                    <a:gd name="T4" fmla="*/ 23 w 38"/>
                    <a:gd name="T5" fmla="*/ 3 h 51"/>
                    <a:gd name="T6" fmla="*/ 27 w 38"/>
                    <a:gd name="T7" fmla="*/ 4 h 51"/>
                    <a:gd name="T8" fmla="*/ 27 w 38"/>
                    <a:gd name="T9" fmla="*/ 44 h 51"/>
                    <a:gd name="T10" fmla="*/ 37 w 38"/>
                    <a:gd name="T11" fmla="*/ 44 h 51"/>
                    <a:gd name="T12" fmla="*/ 30 w 38"/>
                    <a:gd name="T13" fmla="*/ 50 h 51"/>
                    <a:gd name="T14" fmla="*/ 24 w 38"/>
                    <a:gd name="T15" fmla="*/ 44 h 51"/>
                    <a:gd name="T16" fmla="*/ 24 w 38"/>
                    <a:gd name="T17" fmla="*/ 14 h 51"/>
                    <a:gd name="T18" fmla="*/ 10 w 38"/>
                    <a:gd name="T19" fmla="*/ 17 h 51"/>
                    <a:gd name="T20" fmla="*/ 19 w 38"/>
                    <a:gd name="T21" fmla="*/ 12 h 51"/>
                    <a:gd name="T22" fmla="*/ 7 w 38"/>
                    <a:gd name="T23" fmla="*/ 13 h 51"/>
                    <a:gd name="T24" fmla="*/ 0 w 38"/>
                    <a:gd name="T25" fmla="*/ 9 h 51"/>
                    <a:gd name="T26" fmla="*/ 4 w 38"/>
                    <a:gd name="T27" fmla="*/ 1 h 5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51"/>
                    <a:gd name="T44" fmla="*/ 38 w 38"/>
                    <a:gd name="T45" fmla="*/ 51 h 5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51">
                      <a:moveTo>
                        <a:pt x="4" y="1"/>
                      </a:moveTo>
                      <a:lnTo>
                        <a:pt x="14" y="0"/>
                      </a:lnTo>
                      <a:lnTo>
                        <a:pt x="23" y="3"/>
                      </a:lnTo>
                      <a:lnTo>
                        <a:pt x="27" y="4"/>
                      </a:lnTo>
                      <a:lnTo>
                        <a:pt x="27" y="44"/>
                      </a:lnTo>
                      <a:lnTo>
                        <a:pt x="37" y="44"/>
                      </a:lnTo>
                      <a:lnTo>
                        <a:pt x="30" y="50"/>
                      </a:lnTo>
                      <a:lnTo>
                        <a:pt x="24" y="44"/>
                      </a:lnTo>
                      <a:lnTo>
                        <a:pt x="24" y="14"/>
                      </a:lnTo>
                      <a:lnTo>
                        <a:pt x="10" y="17"/>
                      </a:lnTo>
                      <a:lnTo>
                        <a:pt x="19" y="12"/>
                      </a:lnTo>
                      <a:lnTo>
                        <a:pt x="7" y="13"/>
                      </a:lnTo>
                      <a:lnTo>
                        <a:pt x="0" y="9"/>
                      </a:lnTo>
                      <a:lnTo>
                        <a:pt x="4" y="1"/>
                      </a:lnTo>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nvGrpSpPr>
              <p:cNvPr id="39100" name="Group 24"/>
              <p:cNvGrpSpPr/>
              <p:nvPr/>
            </p:nvGrpSpPr>
            <p:grpSpPr bwMode="auto">
              <a:xfrm>
                <a:off x="2632" y="2414"/>
                <a:ext cx="245" cy="651"/>
                <a:chOff x="2632" y="2414"/>
                <a:chExt cx="245" cy="651"/>
              </a:xfrm>
            </p:grpSpPr>
            <p:grpSp>
              <p:nvGrpSpPr>
                <p:cNvPr id="39115" name="Group 25"/>
                <p:cNvGrpSpPr/>
                <p:nvPr/>
              </p:nvGrpSpPr>
              <p:grpSpPr bwMode="auto">
                <a:xfrm>
                  <a:off x="2632" y="2414"/>
                  <a:ext cx="245" cy="651"/>
                  <a:chOff x="2632" y="2414"/>
                  <a:chExt cx="245" cy="651"/>
                </a:xfrm>
              </p:grpSpPr>
              <p:sp>
                <p:nvSpPr>
                  <p:cNvPr id="39117" name="Freeform 26"/>
                  <p:cNvSpPr/>
                  <p:nvPr/>
                </p:nvSpPr>
                <p:spPr bwMode="auto">
                  <a:xfrm>
                    <a:off x="2632" y="2557"/>
                    <a:ext cx="174" cy="508"/>
                  </a:xfrm>
                  <a:custGeom>
                    <a:avLst/>
                    <a:gdLst>
                      <a:gd name="T0" fmla="*/ 32 w 174"/>
                      <a:gd name="T1" fmla="*/ 11 h 508"/>
                      <a:gd name="T2" fmla="*/ 33 w 174"/>
                      <a:gd name="T3" fmla="*/ 157 h 508"/>
                      <a:gd name="T4" fmla="*/ 33 w 174"/>
                      <a:gd name="T5" fmla="*/ 279 h 508"/>
                      <a:gd name="T6" fmla="*/ 40 w 174"/>
                      <a:gd name="T7" fmla="*/ 399 h 508"/>
                      <a:gd name="T8" fmla="*/ 20 w 174"/>
                      <a:gd name="T9" fmla="*/ 450 h 508"/>
                      <a:gd name="T10" fmla="*/ 5 w 174"/>
                      <a:gd name="T11" fmla="*/ 485 h 508"/>
                      <a:gd name="T12" fmla="*/ 0 w 174"/>
                      <a:gd name="T13" fmla="*/ 495 h 508"/>
                      <a:gd name="T14" fmla="*/ 7 w 174"/>
                      <a:gd name="T15" fmla="*/ 507 h 508"/>
                      <a:gd name="T16" fmla="*/ 38 w 174"/>
                      <a:gd name="T17" fmla="*/ 505 h 508"/>
                      <a:gd name="T18" fmla="*/ 65 w 174"/>
                      <a:gd name="T19" fmla="*/ 437 h 508"/>
                      <a:gd name="T20" fmla="*/ 67 w 174"/>
                      <a:gd name="T21" fmla="*/ 395 h 508"/>
                      <a:gd name="T22" fmla="*/ 87 w 174"/>
                      <a:gd name="T23" fmla="*/ 255 h 508"/>
                      <a:gd name="T24" fmla="*/ 90 w 174"/>
                      <a:gd name="T25" fmla="*/ 222 h 508"/>
                      <a:gd name="T26" fmla="*/ 89 w 174"/>
                      <a:gd name="T27" fmla="*/ 287 h 508"/>
                      <a:gd name="T28" fmla="*/ 99 w 174"/>
                      <a:gd name="T29" fmla="*/ 381 h 508"/>
                      <a:gd name="T30" fmla="*/ 96 w 174"/>
                      <a:gd name="T31" fmla="*/ 425 h 508"/>
                      <a:gd name="T32" fmla="*/ 110 w 174"/>
                      <a:gd name="T33" fmla="*/ 468 h 508"/>
                      <a:gd name="T34" fmla="*/ 128 w 174"/>
                      <a:gd name="T35" fmla="*/ 500 h 508"/>
                      <a:gd name="T36" fmla="*/ 156 w 174"/>
                      <a:gd name="T37" fmla="*/ 501 h 508"/>
                      <a:gd name="T38" fmla="*/ 165 w 174"/>
                      <a:gd name="T39" fmla="*/ 490 h 508"/>
                      <a:gd name="T40" fmla="*/ 135 w 174"/>
                      <a:gd name="T41" fmla="*/ 423 h 508"/>
                      <a:gd name="T42" fmla="*/ 132 w 174"/>
                      <a:gd name="T43" fmla="*/ 391 h 508"/>
                      <a:gd name="T44" fmla="*/ 138 w 174"/>
                      <a:gd name="T45" fmla="*/ 323 h 508"/>
                      <a:gd name="T46" fmla="*/ 149 w 174"/>
                      <a:gd name="T47" fmla="*/ 213 h 508"/>
                      <a:gd name="T48" fmla="*/ 173 w 174"/>
                      <a:gd name="T49" fmla="*/ 0 h 508"/>
                      <a:gd name="T50" fmla="*/ 32 w 174"/>
                      <a:gd name="T51" fmla="*/ 11 h 50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74"/>
                      <a:gd name="T79" fmla="*/ 0 h 508"/>
                      <a:gd name="T80" fmla="*/ 174 w 174"/>
                      <a:gd name="T81" fmla="*/ 508 h 50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74" h="508">
                        <a:moveTo>
                          <a:pt x="32" y="11"/>
                        </a:moveTo>
                        <a:lnTo>
                          <a:pt x="33" y="157"/>
                        </a:lnTo>
                        <a:lnTo>
                          <a:pt x="33" y="279"/>
                        </a:lnTo>
                        <a:lnTo>
                          <a:pt x="40" y="399"/>
                        </a:lnTo>
                        <a:lnTo>
                          <a:pt x="20" y="450"/>
                        </a:lnTo>
                        <a:lnTo>
                          <a:pt x="5" y="485"/>
                        </a:lnTo>
                        <a:lnTo>
                          <a:pt x="0" y="495"/>
                        </a:lnTo>
                        <a:lnTo>
                          <a:pt x="7" y="507"/>
                        </a:lnTo>
                        <a:lnTo>
                          <a:pt x="38" y="505"/>
                        </a:lnTo>
                        <a:lnTo>
                          <a:pt x="65" y="437"/>
                        </a:lnTo>
                        <a:lnTo>
                          <a:pt x="67" y="395"/>
                        </a:lnTo>
                        <a:lnTo>
                          <a:pt x="87" y="255"/>
                        </a:lnTo>
                        <a:lnTo>
                          <a:pt x="90" y="222"/>
                        </a:lnTo>
                        <a:lnTo>
                          <a:pt x="89" y="287"/>
                        </a:lnTo>
                        <a:lnTo>
                          <a:pt x="99" y="381"/>
                        </a:lnTo>
                        <a:lnTo>
                          <a:pt x="96" y="425"/>
                        </a:lnTo>
                        <a:lnTo>
                          <a:pt x="110" y="468"/>
                        </a:lnTo>
                        <a:lnTo>
                          <a:pt x="128" y="500"/>
                        </a:lnTo>
                        <a:lnTo>
                          <a:pt x="156" y="501"/>
                        </a:lnTo>
                        <a:lnTo>
                          <a:pt x="165" y="490"/>
                        </a:lnTo>
                        <a:lnTo>
                          <a:pt x="135" y="423"/>
                        </a:lnTo>
                        <a:lnTo>
                          <a:pt x="132" y="391"/>
                        </a:lnTo>
                        <a:lnTo>
                          <a:pt x="138" y="323"/>
                        </a:lnTo>
                        <a:lnTo>
                          <a:pt x="149" y="213"/>
                        </a:lnTo>
                        <a:lnTo>
                          <a:pt x="173" y="0"/>
                        </a:lnTo>
                        <a:lnTo>
                          <a:pt x="32" y="11"/>
                        </a:lnTo>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118" name="Freeform 27"/>
                  <p:cNvSpPr/>
                  <p:nvPr/>
                </p:nvSpPr>
                <p:spPr bwMode="auto">
                  <a:xfrm>
                    <a:off x="2839" y="2414"/>
                    <a:ext cx="38" cy="60"/>
                  </a:xfrm>
                  <a:custGeom>
                    <a:avLst/>
                    <a:gdLst>
                      <a:gd name="T0" fmla="*/ 37 w 38"/>
                      <a:gd name="T1" fmla="*/ 0 h 60"/>
                      <a:gd name="T2" fmla="*/ 37 w 38"/>
                      <a:gd name="T3" fmla="*/ 31 h 60"/>
                      <a:gd name="T4" fmla="*/ 0 w 38"/>
                      <a:gd name="T5" fmla="*/ 59 h 60"/>
                      <a:gd name="T6" fmla="*/ 17 w 38"/>
                      <a:gd name="T7" fmla="*/ 4 h 60"/>
                      <a:gd name="T8" fmla="*/ 37 w 38"/>
                      <a:gd name="T9" fmla="*/ 0 h 60"/>
                      <a:gd name="T10" fmla="*/ 0 60000 65536"/>
                      <a:gd name="T11" fmla="*/ 0 60000 65536"/>
                      <a:gd name="T12" fmla="*/ 0 60000 65536"/>
                      <a:gd name="T13" fmla="*/ 0 60000 65536"/>
                      <a:gd name="T14" fmla="*/ 0 60000 65536"/>
                      <a:gd name="T15" fmla="*/ 0 w 38"/>
                      <a:gd name="T16" fmla="*/ 0 h 60"/>
                      <a:gd name="T17" fmla="*/ 38 w 38"/>
                      <a:gd name="T18" fmla="*/ 60 h 60"/>
                    </a:gdLst>
                    <a:ahLst/>
                    <a:cxnLst>
                      <a:cxn ang="T10">
                        <a:pos x="T0" y="T1"/>
                      </a:cxn>
                      <a:cxn ang="T11">
                        <a:pos x="T2" y="T3"/>
                      </a:cxn>
                      <a:cxn ang="T12">
                        <a:pos x="T4" y="T5"/>
                      </a:cxn>
                      <a:cxn ang="T13">
                        <a:pos x="T6" y="T7"/>
                      </a:cxn>
                      <a:cxn ang="T14">
                        <a:pos x="T8" y="T9"/>
                      </a:cxn>
                    </a:cxnLst>
                    <a:rect l="T15" t="T16" r="T17" b="T18"/>
                    <a:pathLst>
                      <a:path w="38" h="60">
                        <a:moveTo>
                          <a:pt x="37" y="0"/>
                        </a:moveTo>
                        <a:lnTo>
                          <a:pt x="37" y="31"/>
                        </a:lnTo>
                        <a:lnTo>
                          <a:pt x="0" y="59"/>
                        </a:lnTo>
                        <a:lnTo>
                          <a:pt x="17" y="4"/>
                        </a:lnTo>
                        <a:lnTo>
                          <a:pt x="37" y="0"/>
                        </a:lnTo>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
              <p:nvSpPr>
                <p:cNvPr id="39116" name="Freeform 28"/>
                <p:cNvSpPr/>
                <p:nvPr/>
              </p:nvSpPr>
              <p:spPr bwMode="auto">
                <a:xfrm>
                  <a:off x="2724" y="2561"/>
                  <a:ext cx="17" cy="228"/>
                </a:xfrm>
                <a:custGeom>
                  <a:avLst/>
                  <a:gdLst>
                    <a:gd name="T0" fmla="*/ 16 w 17"/>
                    <a:gd name="T1" fmla="*/ 0 h 228"/>
                    <a:gd name="T2" fmla="*/ 16 w 17"/>
                    <a:gd name="T3" fmla="*/ 75 h 228"/>
                    <a:gd name="T4" fmla="*/ 12 w 17"/>
                    <a:gd name="T5" fmla="*/ 120 h 228"/>
                    <a:gd name="T6" fmla="*/ 9 w 17"/>
                    <a:gd name="T7" fmla="*/ 169 h 228"/>
                    <a:gd name="T8" fmla="*/ 0 w 17"/>
                    <a:gd name="T9" fmla="*/ 216 h 228"/>
                    <a:gd name="T10" fmla="*/ 2 w 17"/>
                    <a:gd name="T11" fmla="*/ 227 h 228"/>
                    <a:gd name="T12" fmla="*/ 16 w 17"/>
                    <a:gd name="T13" fmla="*/ 0 h 228"/>
                    <a:gd name="T14" fmla="*/ 0 60000 65536"/>
                    <a:gd name="T15" fmla="*/ 0 60000 65536"/>
                    <a:gd name="T16" fmla="*/ 0 60000 65536"/>
                    <a:gd name="T17" fmla="*/ 0 60000 65536"/>
                    <a:gd name="T18" fmla="*/ 0 60000 65536"/>
                    <a:gd name="T19" fmla="*/ 0 60000 65536"/>
                    <a:gd name="T20" fmla="*/ 0 60000 65536"/>
                    <a:gd name="T21" fmla="*/ 0 w 17"/>
                    <a:gd name="T22" fmla="*/ 0 h 228"/>
                    <a:gd name="T23" fmla="*/ 17 w 17"/>
                    <a:gd name="T24" fmla="*/ 228 h 2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28">
                      <a:moveTo>
                        <a:pt x="16" y="0"/>
                      </a:moveTo>
                      <a:lnTo>
                        <a:pt x="16" y="75"/>
                      </a:lnTo>
                      <a:lnTo>
                        <a:pt x="12" y="120"/>
                      </a:lnTo>
                      <a:lnTo>
                        <a:pt x="9" y="169"/>
                      </a:lnTo>
                      <a:lnTo>
                        <a:pt x="0" y="216"/>
                      </a:lnTo>
                      <a:lnTo>
                        <a:pt x="2" y="227"/>
                      </a:lnTo>
                      <a:lnTo>
                        <a:pt x="16" y="0"/>
                      </a:lnTo>
                    </a:path>
                  </a:pathLst>
                </a:custGeom>
                <a:solidFill>
                  <a:srgbClr val="FF6020"/>
                </a:solidFill>
                <a:ln w="12700" cap="rnd">
                  <a:solidFill>
                    <a:srgbClr val="FF6020"/>
                  </a:solidFill>
                  <a:round/>
                </a:ln>
              </p:spPr>
              <p:txBody>
                <a:bodyPr/>
                <a:p>
                  <a:endParaRPr lang="zh-CN" altLang="en-US"/>
                </a:p>
              </p:txBody>
            </p:sp>
          </p:grpSp>
          <p:grpSp>
            <p:nvGrpSpPr>
              <p:cNvPr id="39101" name="Group 29"/>
              <p:cNvGrpSpPr/>
              <p:nvPr/>
            </p:nvGrpSpPr>
            <p:grpSpPr bwMode="auto">
              <a:xfrm>
                <a:off x="2623" y="2985"/>
                <a:ext cx="185" cy="139"/>
                <a:chOff x="2623" y="2985"/>
                <a:chExt cx="185" cy="139"/>
              </a:xfrm>
            </p:grpSpPr>
            <p:sp>
              <p:nvSpPr>
                <p:cNvPr id="39113" name="Freeform 30"/>
                <p:cNvSpPr/>
                <p:nvPr/>
              </p:nvSpPr>
              <p:spPr bwMode="auto">
                <a:xfrm>
                  <a:off x="2726" y="2985"/>
                  <a:ext cx="82" cy="131"/>
                </a:xfrm>
                <a:custGeom>
                  <a:avLst/>
                  <a:gdLst>
                    <a:gd name="T0" fmla="*/ 5 w 82"/>
                    <a:gd name="T1" fmla="*/ 0 h 131"/>
                    <a:gd name="T2" fmla="*/ 0 w 82"/>
                    <a:gd name="T3" fmla="*/ 20 h 131"/>
                    <a:gd name="T4" fmla="*/ 0 w 82"/>
                    <a:gd name="T5" fmla="*/ 58 h 131"/>
                    <a:gd name="T6" fmla="*/ 8 w 82"/>
                    <a:gd name="T7" fmla="*/ 44 h 131"/>
                    <a:gd name="T8" fmla="*/ 17 w 82"/>
                    <a:gd name="T9" fmla="*/ 63 h 131"/>
                    <a:gd name="T10" fmla="*/ 20 w 82"/>
                    <a:gd name="T11" fmla="*/ 89 h 131"/>
                    <a:gd name="T12" fmla="*/ 32 w 82"/>
                    <a:gd name="T13" fmla="*/ 113 h 131"/>
                    <a:gd name="T14" fmla="*/ 52 w 82"/>
                    <a:gd name="T15" fmla="*/ 126 h 131"/>
                    <a:gd name="T16" fmla="*/ 68 w 82"/>
                    <a:gd name="T17" fmla="*/ 130 h 131"/>
                    <a:gd name="T18" fmla="*/ 81 w 82"/>
                    <a:gd name="T19" fmla="*/ 127 h 131"/>
                    <a:gd name="T20" fmla="*/ 81 w 82"/>
                    <a:gd name="T21" fmla="*/ 101 h 131"/>
                    <a:gd name="T22" fmla="*/ 70 w 82"/>
                    <a:gd name="T23" fmla="*/ 64 h 131"/>
                    <a:gd name="T24" fmla="*/ 64 w 82"/>
                    <a:gd name="T25" fmla="*/ 74 h 131"/>
                    <a:gd name="T26" fmla="*/ 52 w 82"/>
                    <a:gd name="T27" fmla="*/ 74 h 131"/>
                    <a:gd name="T28" fmla="*/ 36 w 82"/>
                    <a:gd name="T29" fmla="*/ 72 h 131"/>
                    <a:gd name="T30" fmla="*/ 25 w 82"/>
                    <a:gd name="T31" fmla="*/ 55 h 131"/>
                    <a:gd name="T32" fmla="*/ 15 w 82"/>
                    <a:gd name="T33" fmla="*/ 34 h 131"/>
                    <a:gd name="T34" fmla="*/ 5 w 82"/>
                    <a:gd name="T35" fmla="*/ 0 h 1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131"/>
                    <a:gd name="T56" fmla="*/ 82 w 82"/>
                    <a:gd name="T57" fmla="*/ 131 h 13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131">
                      <a:moveTo>
                        <a:pt x="5" y="0"/>
                      </a:moveTo>
                      <a:lnTo>
                        <a:pt x="0" y="20"/>
                      </a:lnTo>
                      <a:lnTo>
                        <a:pt x="0" y="58"/>
                      </a:lnTo>
                      <a:lnTo>
                        <a:pt x="8" y="44"/>
                      </a:lnTo>
                      <a:lnTo>
                        <a:pt x="17" y="63"/>
                      </a:lnTo>
                      <a:lnTo>
                        <a:pt x="20" y="89"/>
                      </a:lnTo>
                      <a:lnTo>
                        <a:pt x="32" y="113"/>
                      </a:lnTo>
                      <a:lnTo>
                        <a:pt x="52" y="126"/>
                      </a:lnTo>
                      <a:lnTo>
                        <a:pt x="68" y="130"/>
                      </a:lnTo>
                      <a:lnTo>
                        <a:pt x="81" y="127"/>
                      </a:lnTo>
                      <a:lnTo>
                        <a:pt x="81" y="101"/>
                      </a:lnTo>
                      <a:lnTo>
                        <a:pt x="70" y="64"/>
                      </a:lnTo>
                      <a:lnTo>
                        <a:pt x="64" y="74"/>
                      </a:lnTo>
                      <a:lnTo>
                        <a:pt x="52" y="74"/>
                      </a:lnTo>
                      <a:lnTo>
                        <a:pt x="36" y="72"/>
                      </a:lnTo>
                      <a:lnTo>
                        <a:pt x="25" y="55"/>
                      </a:lnTo>
                      <a:lnTo>
                        <a:pt x="15" y="34"/>
                      </a:lnTo>
                      <a:lnTo>
                        <a:pt x="5" y="0"/>
                      </a:lnTo>
                    </a:path>
                  </a:pathLst>
                </a:custGeom>
                <a:solidFill>
                  <a:srgbClr val="806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114" name="Freeform 31"/>
                <p:cNvSpPr/>
                <p:nvPr/>
              </p:nvSpPr>
              <p:spPr bwMode="auto">
                <a:xfrm>
                  <a:off x="2623" y="2988"/>
                  <a:ext cx="74" cy="136"/>
                </a:xfrm>
                <a:custGeom>
                  <a:avLst/>
                  <a:gdLst>
                    <a:gd name="T0" fmla="*/ 72 w 74"/>
                    <a:gd name="T1" fmla="*/ 0 h 136"/>
                    <a:gd name="T2" fmla="*/ 73 w 74"/>
                    <a:gd name="T3" fmla="*/ 54 h 136"/>
                    <a:gd name="T4" fmla="*/ 69 w 74"/>
                    <a:gd name="T5" fmla="*/ 41 h 136"/>
                    <a:gd name="T6" fmla="*/ 62 w 74"/>
                    <a:gd name="T7" fmla="*/ 58 h 136"/>
                    <a:gd name="T8" fmla="*/ 57 w 74"/>
                    <a:gd name="T9" fmla="*/ 83 h 136"/>
                    <a:gd name="T10" fmla="*/ 51 w 74"/>
                    <a:gd name="T11" fmla="*/ 104 h 136"/>
                    <a:gd name="T12" fmla="*/ 37 w 74"/>
                    <a:gd name="T13" fmla="*/ 122 h 136"/>
                    <a:gd name="T14" fmla="*/ 23 w 74"/>
                    <a:gd name="T15" fmla="*/ 131 h 136"/>
                    <a:gd name="T16" fmla="*/ 10 w 74"/>
                    <a:gd name="T17" fmla="*/ 135 h 136"/>
                    <a:gd name="T18" fmla="*/ 5 w 74"/>
                    <a:gd name="T19" fmla="*/ 129 h 136"/>
                    <a:gd name="T20" fmla="*/ 1 w 74"/>
                    <a:gd name="T21" fmla="*/ 116 h 136"/>
                    <a:gd name="T22" fmla="*/ 0 w 74"/>
                    <a:gd name="T23" fmla="*/ 103 h 136"/>
                    <a:gd name="T24" fmla="*/ 2 w 74"/>
                    <a:gd name="T25" fmla="*/ 89 h 136"/>
                    <a:gd name="T26" fmla="*/ 8 w 74"/>
                    <a:gd name="T27" fmla="*/ 67 h 136"/>
                    <a:gd name="T28" fmla="*/ 19 w 74"/>
                    <a:gd name="T29" fmla="*/ 75 h 136"/>
                    <a:gd name="T30" fmla="*/ 35 w 74"/>
                    <a:gd name="T31" fmla="*/ 75 h 136"/>
                    <a:gd name="T32" fmla="*/ 45 w 74"/>
                    <a:gd name="T33" fmla="*/ 74 h 136"/>
                    <a:gd name="T34" fmla="*/ 64 w 74"/>
                    <a:gd name="T35" fmla="*/ 28 h 136"/>
                    <a:gd name="T36" fmla="*/ 72 w 74"/>
                    <a:gd name="T37" fmla="*/ 0 h 1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4"/>
                    <a:gd name="T58" fmla="*/ 0 h 136"/>
                    <a:gd name="T59" fmla="*/ 74 w 74"/>
                    <a:gd name="T60" fmla="*/ 136 h 1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4" h="136">
                      <a:moveTo>
                        <a:pt x="72" y="0"/>
                      </a:moveTo>
                      <a:lnTo>
                        <a:pt x="73" y="54"/>
                      </a:lnTo>
                      <a:lnTo>
                        <a:pt x="69" y="41"/>
                      </a:lnTo>
                      <a:lnTo>
                        <a:pt x="62" y="58"/>
                      </a:lnTo>
                      <a:lnTo>
                        <a:pt x="57" y="83"/>
                      </a:lnTo>
                      <a:lnTo>
                        <a:pt x="51" y="104"/>
                      </a:lnTo>
                      <a:lnTo>
                        <a:pt x="37" y="122"/>
                      </a:lnTo>
                      <a:lnTo>
                        <a:pt x="23" y="131"/>
                      </a:lnTo>
                      <a:lnTo>
                        <a:pt x="10" y="135"/>
                      </a:lnTo>
                      <a:lnTo>
                        <a:pt x="5" y="129"/>
                      </a:lnTo>
                      <a:lnTo>
                        <a:pt x="1" y="116"/>
                      </a:lnTo>
                      <a:lnTo>
                        <a:pt x="0" y="103"/>
                      </a:lnTo>
                      <a:lnTo>
                        <a:pt x="2" y="89"/>
                      </a:lnTo>
                      <a:lnTo>
                        <a:pt x="8" y="67"/>
                      </a:lnTo>
                      <a:lnTo>
                        <a:pt x="19" y="75"/>
                      </a:lnTo>
                      <a:lnTo>
                        <a:pt x="35" y="75"/>
                      </a:lnTo>
                      <a:lnTo>
                        <a:pt x="45" y="74"/>
                      </a:lnTo>
                      <a:lnTo>
                        <a:pt x="64" y="28"/>
                      </a:lnTo>
                      <a:lnTo>
                        <a:pt x="72" y="0"/>
                      </a:lnTo>
                    </a:path>
                  </a:pathLst>
                </a:custGeom>
                <a:solidFill>
                  <a:srgbClr val="806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nvGrpSpPr>
              <p:cNvPr id="39102" name="Group 32"/>
              <p:cNvGrpSpPr/>
              <p:nvPr/>
            </p:nvGrpSpPr>
            <p:grpSpPr bwMode="auto">
              <a:xfrm>
                <a:off x="2583" y="1977"/>
                <a:ext cx="299" cy="998"/>
                <a:chOff x="2583" y="1977"/>
                <a:chExt cx="299" cy="998"/>
              </a:xfrm>
            </p:grpSpPr>
            <p:grpSp>
              <p:nvGrpSpPr>
                <p:cNvPr id="39104" name="Group 33"/>
                <p:cNvGrpSpPr/>
                <p:nvPr/>
              </p:nvGrpSpPr>
              <p:grpSpPr bwMode="auto">
                <a:xfrm>
                  <a:off x="2583" y="1977"/>
                  <a:ext cx="299" cy="998"/>
                  <a:chOff x="2583" y="1977"/>
                  <a:chExt cx="299" cy="998"/>
                </a:xfrm>
              </p:grpSpPr>
              <p:sp>
                <p:nvSpPr>
                  <p:cNvPr id="39109" name="Freeform 34"/>
                  <p:cNvSpPr/>
                  <p:nvPr/>
                </p:nvSpPr>
                <p:spPr bwMode="auto">
                  <a:xfrm>
                    <a:off x="2583" y="1977"/>
                    <a:ext cx="299" cy="998"/>
                  </a:xfrm>
                  <a:custGeom>
                    <a:avLst/>
                    <a:gdLst>
                      <a:gd name="T0" fmla="*/ 85 w 299"/>
                      <a:gd name="T1" fmla="*/ 10 h 998"/>
                      <a:gd name="T2" fmla="*/ 26 w 299"/>
                      <a:gd name="T3" fmla="*/ 43 h 998"/>
                      <a:gd name="T4" fmla="*/ 11 w 299"/>
                      <a:gd name="T5" fmla="*/ 70 h 998"/>
                      <a:gd name="T6" fmla="*/ 0 w 299"/>
                      <a:gd name="T7" fmla="*/ 299 h 998"/>
                      <a:gd name="T8" fmla="*/ 5 w 299"/>
                      <a:gd name="T9" fmla="*/ 353 h 998"/>
                      <a:gd name="T10" fmla="*/ 40 w 299"/>
                      <a:gd name="T11" fmla="*/ 349 h 998"/>
                      <a:gd name="T12" fmla="*/ 39 w 299"/>
                      <a:gd name="T13" fmla="*/ 485 h 998"/>
                      <a:gd name="T14" fmla="*/ 55 w 299"/>
                      <a:gd name="T15" fmla="*/ 485 h 998"/>
                      <a:gd name="T16" fmla="*/ 76 w 299"/>
                      <a:gd name="T17" fmla="*/ 768 h 998"/>
                      <a:gd name="T18" fmla="*/ 78 w 299"/>
                      <a:gd name="T19" fmla="*/ 916 h 998"/>
                      <a:gd name="T20" fmla="*/ 81 w 299"/>
                      <a:gd name="T21" fmla="*/ 984 h 998"/>
                      <a:gd name="T22" fmla="*/ 95 w 299"/>
                      <a:gd name="T23" fmla="*/ 997 h 998"/>
                      <a:gd name="T24" fmla="*/ 120 w 299"/>
                      <a:gd name="T25" fmla="*/ 986 h 998"/>
                      <a:gd name="T26" fmla="*/ 134 w 299"/>
                      <a:gd name="T27" fmla="*/ 870 h 998"/>
                      <a:gd name="T28" fmla="*/ 145 w 299"/>
                      <a:gd name="T29" fmla="*/ 990 h 998"/>
                      <a:gd name="T30" fmla="*/ 166 w 299"/>
                      <a:gd name="T31" fmla="*/ 996 h 998"/>
                      <a:gd name="T32" fmla="*/ 186 w 299"/>
                      <a:gd name="T33" fmla="*/ 988 h 998"/>
                      <a:gd name="T34" fmla="*/ 208 w 299"/>
                      <a:gd name="T35" fmla="*/ 761 h 998"/>
                      <a:gd name="T36" fmla="*/ 234 w 299"/>
                      <a:gd name="T37" fmla="*/ 595 h 998"/>
                      <a:gd name="T38" fmla="*/ 274 w 299"/>
                      <a:gd name="T39" fmla="*/ 441 h 998"/>
                      <a:gd name="T40" fmla="*/ 298 w 299"/>
                      <a:gd name="T41" fmla="*/ 438 h 998"/>
                      <a:gd name="T42" fmla="*/ 276 w 299"/>
                      <a:gd name="T43" fmla="*/ 226 h 998"/>
                      <a:gd name="T44" fmla="*/ 275 w 299"/>
                      <a:gd name="T45" fmla="*/ 60 h 998"/>
                      <a:gd name="T46" fmla="*/ 262 w 299"/>
                      <a:gd name="T47" fmla="*/ 41 h 998"/>
                      <a:gd name="T48" fmla="*/ 200 w 299"/>
                      <a:gd name="T49" fmla="*/ 0 h 998"/>
                      <a:gd name="T50" fmla="*/ 148 w 299"/>
                      <a:gd name="T51" fmla="*/ 90 h 998"/>
                      <a:gd name="T52" fmla="*/ 85 w 299"/>
                      <a:gd name="T53" fmla="*/ 10 h 99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99"/>
                      <a:gd name="T82" fmla="*/ 0 h 998"/>
                      <a:gd name="T83" fmla="*/ 299 w 299"/>
                      <a:gd name="T84" fmla="*/ 998 h 99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99" h="998">
                        <a:moveTo>
                          <a:pt x="85" y="10"/>
                        </a:moveTo>
                        <a:lnTo>
                          <a:pt x="26" y="43"/>
                        </a:lnTo>
                        <a:lnTo>
                          <a:pt x="11" y="70"/>
                        </a:lnTo>
                        <a:lnTo>
                          <a:pt x="0" y="299"/>
                        </a:lnTo>
                        <a:lnTo>
                          <a:pt x="5" y="353"/>
                        </a:lnTo>
                        <a:lnTo>
                          <a:pt x="40" y="349"/>
                        </a:lnTo>
                        <a:lnTo>
                          <a:pt x="39" y="485"/>
                        </a:lnTo>
                        <a:lnTo>
                          <a:pt x="55" y="485"/>
                        </a:lnTo>
                        <a:lnTo>
                          <a:pt x="76" y="768"/>
                        </a:lnTo>
                        <a:lnTo>
                          <a:pt x="78" y="916"/>
                        </a:lnTo>
                        <a:lnTo>
                          <a:pt x="81" y="984"/>
                        </a:lnTo>
                        <a:lnTo>
                          <a:pt x="95" y="997"/>
                        </a:lnTo>
                        <a:lnTo>
                          <a:pt x="120" y="986"/>
                        </a:lnTo>
                        <a:lnTo>
                          <a:pt x="134" y="870"/>
                        </a:lnTo>
                        <a:lnTo>
                          <a:pt x="145" y="990"/>
                        </a:lnTo>
                        <a:lnTo>
                          <a:pt x="166" y="996"/>
                        </a:lnTo>
                        <a:lnTo>
                          <a:pt x="186" y="988"/>
                        </a:lnTo>
                        <a:lnTo>
                          <a:pt x="208" y="761"/>
                        </a:lnTo>
                        <a:lnTo>
                          <a:pt x="234" y="595"/>
                        </a:lnTo>
                        <a:lnTo>
                          <a:pt x="274" y="441"/>
                        </a:lnTo>
                        <a:lnTo>
                          <a:pt x="298" y="438"/>
                        </a:lnTo>
                        <a:lnTo>
                          <a:pt x="276" y="226"/>
                        </a:lnTo>
                        <a:lnTo>
                          <a:pt x="275" y="60"/>
                        </a:lnTo>
                        <a:lnTo>
                          <a:pt x="262" y="41"/>
                        </a:lnTo>
                        <a:lnTo>
                          <a:pt x="200" y="0"/>
                        </a:lnTo>
                        <a:lnTo>
                          <a:pt x="148" y="90"/>
                        </a:lnTo>
                        <a:lnTo>
                          <a:pt x="85" y="10"/>
                        </a:lnTo>
                      </a:path>
                    </a:pathLst>
                  </a:custGeom>
                  <a:solidFill>
                    <a:srgbClr val="806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39110" name="Group 35"/>
                  <p:cNvGrpSpPr/>
                  <p:nvPr/>
                </p:nvGrpSpPr>
                <p:grpSpPr bwMode="auto">
                  <a:xfrm>
                    <a:off x="2629" y="2254"/>
                    <a:ext cx="134" cy="212"/>
                    <a:chOff x="2629" y="2254"/>
                    <a:chExt cx="134" cy="212"/>
                  </a:xfrm>
                </p:grpSpPr>
                <p:sp>
                  <p:nvSpPr>
                    <p:cNvPr id="39111" name="Freeform 36"/>
                    <p:cNvSpPr/>
                    <p:nvPr/>
                  </p:nvSpPr>
                  <p:spPr bwMode="auto">
                    <a:xfrm>
                      <a:off x="2647" y="2254"/>
                      <a:ext cx="116" cy="212"/>
                    </a:xfrm>
                    <a:custGeom>
                      <a:avLst/>
                      <a:gdLst>
                        <a:gd name="T0" fmla="*/ 0 w 116"/>
                        <a:gd name="T1" fmla="*/ 211 h 212"/>
                        <a:gd name="T2" fmla="*/ 112 w 116"/>
                        <a:gd name="T3" fmla="*/ 200 h 212"/>
                        <a:gd name="T4" fmla="*/ 115 w 116"/>
                        <a:gd name="T5" fmla="*/ 0 h 212"/>
                        <a:gd name="T6" fmla="*/ 0 60000 65536"/>
                        <a:gd name="T7" fmla="*/ 0 60000 65536"/>
                        <a:gd name="T8" fmla="*/ 0 60000 65536"/>
                        <a:gd name="T9" fmla="*/ 0 w 116"/>
                        <a:gd name="T10" fmla="*/ 0 h 212"/>
                        <a:gd name="T11" fmla="*/ 116 w 116"/>
                        <a:gd name="T12" fmla="*/ 212 h 212"/>
                      </a:gdLst>
                      <a:ahLst/>
                      <a:cxnLst>
                        <a:cxn ang="T6">
                          <a:pos x="T0" y="T1"/>
                        </a:cxn>
                        <a:cxn ang="T7">
                          <a:pos x="T2" y="T3"/>
                        </a:cxn>
                        <a:cxn ang="T8">
                          <a:pos x="T4" y="T5"/>
                        </a:cxn>
                      </a:cxnLst>
                      <a:rect l="T9" t="T10" r="T11" b="T12"/>
                      <a:pathLst>
                        <a:path w="116" h="212">
                          <a:moveTo>
                            <a:pt x="0" y="211"/>
                          </a:moveTo>
                          <a:lnTo>
                            <a:pt x="112" y="200"/>
                          </a:lnTo>
                          <a:lnTo>
                            <a:pt x="115" y="0"/>
                          </a:lnTo>
                        </a:path>
                      </a:pathLst>
                    </a:custGeom>
                    <a:noFill/>
                    <a:ln w="12700" cap="rnd">
                      <a:solidFill>
                        <a:srgbClr val="60402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sp>
                  <p:nvSpPr>
                    <p:cNvPr id="39112" name="Freeform 37"/>
                    <p:cNvSpPr/>
                    <p:nvPr/>
                  </p:nvSpPr>
                  <p:spPr bwMode="auto">
                    <a:xfrm>
                      <a:off x="2629" y="2279"/>
                      <a:ext cx="131" cy="54"/>
                    </a:xfrm>
                    <a:custGeom>
                      <a:avLst/>
                      <a:gdLst>
                        <a:gd name="T0" fmla="*/ 0 w 131"/>
                        <a:gd name="T1" fmla="*/ 53 h 54"/>
                        <a:gd name="T2" fmla="*/ 46 w 131"/>
                        <a:gd name="T3" fmla="*/ 39 h 54"/>
                        <a:gd name="T4" fmla="*/ 130 w 131"/>
                        <a:gd name="T5" fmla="*/ 0 h 54"/>
                        <a:gd name="T6" fmla="*/ 0 60000 65536"/>
                        <a:gd name="T7" fmla="*/ 0 60000 65536"/>
                        <a:gd name="T8" fmla="*/ 0 60000 65536"/>
                        <a:gd name="T9" fmla="*/ 0 w 131"/>
                        <a:gd name="T10" fmla="*/ 0 h 54"/>
                        <a:gd name="T11" fmla="*/ 131 w 131"/>
                        <a:gd name="T12" fmla="*/ 54 h 54"/>
                      </a:gdLst>
                      <a:ahLst/>
                      <a:cxnLst>
                        <a:cxn ang="T6">
                          <a:pos x="T0" y="T1"/>
                        </a:cxn>
                        <a:cxn ang="T7">
                          <a:pos x="T2" y="T3"/>
                        </a:cxn>
                        <a:cxn ang="T8">
                          <a:pos x="T4" y="T5"/>
                        </a:cxn>
                      </a:cxnLst>
                      <a:rect l="T9" t="T10" r="T11" b="T12"/>
                      <a:pathLst>
                        <a:path w="131" h="54">
                          <a:moveTo>
                            <a:pt x="0" y="53"/>
                          </a:moveTo>
                          <a:lnTo>
                            <a:pt x="46" y="39"/>
                          </a:lnTo>
                          <a:lnTo>
                            <a:pt x="130" y="0"/>
                          </a:lnTo>
                        </a:path>
                      </a:pathLst>
                    </a:custGeom>
                    <a:noFill/>
                    <a:ln w="12700" cap="rnd">
                      <a:solidFill>
                        <a:srgbClr val="60402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grpSp>
            </p:grpSp>
            <p:grpSp>
              <p:nvGrpSpPr>
                <p:cNvPr id="39105" name="Group 38"/>
                <p:cNvGrpSpPr/>
                <p:nvPr/>
              </p:nvGrpSpPr>
              <p:grpSpPr bwMode="auto">
                <a:xfrm>
                  <a:off x="2624" y="2080"/>
                  <a:ext cx="182" cy="244"/>
                  <a:chOff x="2624" y="2080"/>
                  <a:chExt cx="182" cy="244"/>
                </a:xfrm>
              </p:grpSpPr>
              <p:sp>
                <p:nvSpPr>
                  <p:cNvPr id="39106" name="Freeform 39"/>
                  <p:cNvSpPr/>
                  <p:nvPr/>
                </p:nvSpPr>
                <p:spPr bwMode="auto">
                  <a:xfrm>
                    <a:off x="2638" y="2080"/>
                    <a:ext cx="155" cy="184"/>
                  </a:xfrm>
                  <a:custGeom>
                    <a:avLst/>
                    <a:gdLst>
                      <a:gd name="T0" fmla="*/ 0 w 155"/>
                      <a:gd name="T1" fmla="*/ 65 h 184"/>
                      <a:gd name="T2" fmla="*/ 99 w 155"/>
                      <a:gd name="T3" fmla="*/ 0 h 184"/>
                      <a:gd name="T4" fmla="*/ 154 w 155"/>
                      <a:gd name="T5" fmla="*/ 123 h 184"/>
                      <a:gd name="T6" fmla="*/ 54 w 155"/>
                      <a:gd name="T7" fmla="*/ 183 h 184"/>
                      <a:gd name="T8" fmla="*/ 0 w 155"/>
                      <a:gd name="T9" fmla="*/ 65 h 184"/>
                      <a:gd name="T10" fmla="*/ 0 60000 65536"/>
                      <a:gd name="T11" fmla="*/ 0 60000 65536"/>
                      <a:gd name="T12" fmla="*/ 0 60000 65536"/>
                      <a:gd name="T13" fmla="*/ 0 60000 65536"/>
                      <a:gd name="T14" fmla="*/ 0 60000 65536"/>
                      <a:gd name="T15" fmla="*/ 0 w 155"/>
                      <a:gd name="T16" fmla="*/ 0 h 184"/>
                      <a:gd name="T17" fmla="*/ 155 w 155"/>
                      <a:gd name="T18" fmla="*/ 184 h 184"/>
                    </a:gdLst>
                    <a:ahLst/>
                    <a:cxnLst>
                      <a:cxn ang="T10">
                        <a:pos x="T0" y="T1"/>
                      </a:cxn>
                      <a:cxn ang="T11">
                        <a:pos x="T2" y="T3"/>
                      </a:cxn>
                      <a:cxn ang="T12">
                        <a:pos x="T4" y="T5"/>
                      </a:cxn>
                      <a:cxn ang="T13">
                        <a:pos x="T6" y="T7"/>
                      </a:cxn>
                      <a:cxn ang="T14">
                        <a:pos x="T8" y="T9"/>
                      </a:cxn>
                    </a:cxnLst>
                    <a:rect l="T15" t="T16" r="T17" b="T18"/>
                    <a:pathLst>
                      <a:path w="155" h="184">
                        <a:moveTo>
                          <a:pt x="0" y="65"/>
                        </a:moveTo>
                        <a:lnTo>
                          <a:pt x="99" y="0"/>
                        </a:lnTo>
                        <a:lnTo>
                          <a:pt x="154" y="123"/>
                        </a:lnTo>
                        <a:lnTo>
                          <a:pt x="54" y="183"/>
                        </a:lnTo>
                        <a:lnTo>
                          <a:pt x="0" y="65"/>
                        </a:lnTo>
                      </a:path>
                    </a:pathLst>
                  </a:custGeom>
                  <a:solidFill>
                    <a:srgbClr val="E0E0FF"/>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107" name="Freeform 40"/>
                  <p:cNvSpPr/>
                  <p:nvPr/>
                </p:nvSpPr>
                <p:spPr bwMode="auto">
                  <a:xfrm>
                    <a:off x="2741" y="2159"/>
                    <a:ext cx="65" cy="97"/>
                  </a:xfrm>
                  <a:custGeom>
                    <a:avLst/>
                    <a:gdLst>
                      <a:gd name="T0" fmla="*/ 0 w 65"/>
                      <a:gd name="T1" fmla="*/ 59 h 97"/>
                      <a:gd name="T2" fmla="*/ 16 w 65"/>
                      <a:gd name="T3" fmla="*/ 44 h 97"/>
                      <a:gd name="T4" fmla="*/ 25 w 65"/>
                      <a:gd name="T5" fmla="*/ 16 h 97"/>
                      <a:gd name="T6" fmla="*/ 37 w 65"/>
                      <a:gd name="T7" fmla="*/ 7 h 97"/>
                      <a:gd name="T8" fmla="*/ 43 w 65"/>
                      <a:gd name="T9" fmla="*/ 0 h 97"/>
                      <a:gd name="T10" fmla="*/ 47 w 65"/>
                      <a:gd name="T11" fmla="*/ 3 h 97"/>
                      <a:gd name="T12" fmla="*/ 48 w 65"/>
                      <a:gd name="T13" fmla="*/ 10 h 97"/>
                      <a:gd name="T14" fmla="*/ 60 w 65"/>
                      <a:gd name="T15" fmla="*/ 23 h 97"/>
                      <a:gd name="T16" fmla="*/ 64 w 65"/>
                      <a:gd name="T17" fmla="*/ 47 h 97"/>
                      <a:gd name="T18" fmla="*/ 60 w 65"/>
                      <a:gd name="T19" fmla="*/ 64 h 97"/>
                      <a:gd name="T20" fmla="*/ 42 w 65"/>
                      <a:gd name="T21" fmla="*/ 83 h 97"/>
                      <a:gd name="T22" fmla="*/ 6 w 65"/>
                      <a:gd name="T23" fmla="*/ 96 h 97"/>
                      <a:gd name="T24" fmla="*/ 0 w 65"/>
                      <a:gd name="T25" fmla="*/ 59 h 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5"/>
                      <a:gd name="T40" fmla="*/ 0 h 97"/>
                      <a:gd name="T41" fmla="*/ 65 w 65"/>
                      <a:gd name="T42" fmla="*/ 97 h 9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5" h="97">
                        <a:moveTo>
                          <a:pt x="0" y="59"/>
                        </a:moveTo>
                        <a:lnTo>
                          <a:pt x="16" y="44"/>
                        </a:lnTo>
                        <a:lnTo>
                          <a:pt x="25" y="16"/>
                        </a:lnTo>
                        <a:lnTo>
                          <a:pt x="37" y="7"/>
                        </a:lnTo>
                        <a:lnTo>
                          <a:pt x="43" y="0"/>
                        </a:lnTo>
                        <a:lnTo>
                          <a:pt x="47" y="3"/>
                        </a:lnTo>
                        <a:lnTo>
                          <a:pt x="48" y="10"/>
                        </a:lnTo>
                        <a:lnTo>
                          <a:pt x="60" y="23"/>
                        </a:lnTo>
                        <a:lnTo>
                          <a:pt x="64" y="47"/>
                        </a:lnTo>
                        <a:lnTo>
                          <a:pt x="60" y="64"/>
                        </a:lnTo>
                        <a:lnTo>
                          <a:pt x="42" y="83"/>
                        </a:lnTo>
                        <a:lnTo>
                          <a:pt x="6" y="96"/>
                        </a:lnTo>
                        <a:lnTo>
                          <a:pt x="0" y="59"/>
                        </a:lnTo>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108" name="Freeform 41"/>
                  <p:cNvSpPr/>
                  <p:nvPr/>
                </p:nvSpPr>
                <p:spPr bwMode="auto">
                  <a:xfrm>
                    <a:off x="2624" y="2217"/>
                    <a:ext cx="124" cy="107"/>
                  </a:xfrm>
                  <a:custGeom>
                    <a:avLst/>
                    <a:gdLst>
                      <a:gd name="T0" fmla="*/ 0 w 124"/>
                      <a:gd name="T1" fmla="*/ 106 h 107"/>
                      <a:gd name="T2" fmla="*/ 49 w 124"/>
                      <a:gd name="T3" fmla="*/ 88 h 107"/>
                      <a:gd name="T4" fmla="*/ 87 w 124"/>
                      <a:gd name="T5" fmla="*/ 67 h 107"/>
                      <a:gd name="T6" fmla="*/ 123 w 124"/>
                      <a:gd name="T7" fmla="*/ 46 h 107"/>
                      <a:gd name="T8" fmla="*/ 109 w 124"/>
                      <a:gd name="T9" fmla="*/ 0 h 107"/>
                      <a:gd name="T10" fmla="*/ 45 w 124"/>
                      <a:gd name="T11" fmla="*/ 29 h 107"/>
                      <a:gd name="T12" fmla="*/ 5 w 124"/>
                      <a:gd name="T13" fmla="*/ 44 h 107"/>
                      <a:gd name="T14" fmla="*/ 4 w 124"/>
                      <a:gd name="T15" fmla="*/ 36 h 107"/>
                      <a:gd name="T16" fmla="*/ 0 w 124"/>
                      <a:gd name="T17" fmla="*/ 106 h 10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4"/>
                      <a:gd name="T28" fmla="*/ 0 h 107"/>
                      <a:gd name="T29" fmla="*/ 124 w 124"/>
                      <a:gd name="T30" fmla="*/ 107 h 10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4" h="107">
                        <a:moveTo>
                          <a:pt x="0" y="106"/>
                        </a:moveTo>
                        <a:lnTo>
                          <a:pt x="49" y="88"/>
                        </a:lnTo>
                        <a:lnTo>
                          <a:pt x="87" y="67"/>
                        </a:lnTo>
                        <a:lnTo>
                          <a:pt x="123" y="46"/>
                        </a:lnTo>
                        <a:lnTo>
                          <a:pt x="109" y="0"/>
                        </a:lnTo>
                        <a:lnTo>
                          <a:pt x="45" y="29"/>
                        </a:lnTo>
                        <a:lnTo>
                          <a:pt x="5" y="44"/>
                        </a:lnTo>
                        <a:lnTo>
                          <a:pt x="4" y="36"/>
                        </a:lnTo>
                        <a:lnTo>
                          <a:pt x="0" y="106"/>
                        </a:lnTo>
                      </a:path>
                    </a:pathLst>
                  </a:custGeom>
                  <a:solidFill>
                    <a:srgbClr val="806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sp>
            <p:nvSpPr>
              <p:cNvPr id="39103" name="Freeform 42"/>
              <p:cNvSpPr/>
              <p:nvPr/>
            </p:nvSpPr>
            <p:spPr bwMode="auto">
              <a:xfrm>
                <a:off x="2721" y="2496"/>
                <a:ext cx="19" cy="364"/>
              </a:xfrm>
              <a:custGeom>
                <a:avLst/>
                <a:gdLst>
                  <a:gd name="T0" fmla="*/ 18 w 19"/>
                  <a:gd name="T1" fmla="*/ 0 h 364"/>
                  <a:gd name="T2" fmla="*/ 12 w 19"/>
                  <a:gd name="T3" fmla="*/ 196 h 364"/>
                  <a:gd name="T4" fmla="*/ 0 w 19"/>
                  <a:gd name="T5" fmla="*/ 363 h 364"/>
                  <a:gd name="T6" fmla="*/ 0 60000 65536"/>
                  <a:gd name="T7" fmla="*/ 0 60000 65536"/>
                  <a:gd name="T8" fmla="*/ 0 60000 65536"/>
                  <a:gd name="T9" fmla="*/ 0 w 19"/>
                  <a:gd name="T10" fmla="*/ 0 h 364"/>
                  <a:gd name="T11" fmla="*/ 19 w 19"/>
                  <a:gd name="T12" fmla="*/ 364 h 364"/>
                </a:gdLst>
                <a:ahLst/>
                <a:cxnLst>
                  <a:cxn ang="T6">
                    <a:pos x="T0" y="T1"/>
                  </a:cxn>
                  <a:cxn ang="T7">
                    <a:pos x="T2" y="T3"/>
                  </a:cxn>
                  <a:cxn ang="T8">
                    <a:pos x="T4" y="T5"/>
                  </a:cxn>
                </a:cxnLst>
                <a:rect l="T9" t="T10" r="T11" b="T12"/>
                <a:pathLst>
                  <a:path w="19" h="364">
                    <a:moveTo>
                      <a:pt x="18" y="0"/>
                    </a:moveTo>
                    <a:lnTo>
                      <a:pt x="12" y="196"/>
                    </a:lnTo>
                    <a:lnTo>
                      <a:pt x="0" y="363"/>
                    </a:lnTo>
                  </a:path>
                </a:pathLst>
              </a:custGeom>
              <a:noFill/>
              <a:ln w="12700" cap="rnd">
                <a:solidFill>
                  <a:srgbClr val="60402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grpSp>
        <p:grpSp>
          <p:nvGrpSpPr>
            <p:cNvPr id="38922" name="Group 43"/>
            <p:cNvGrpSpPr/>
            <p:nvPr/>
          </p:nvGrpSpPr>
          <p:grpSpPr bwMode="auto">
            <a:xfrm>
              <a:off x="3090" y="1705"/>
              <a:ext cx="420" cy="1315"/>
              <a:chOff x="3090" y="1705"/>
              <a:chExt cx="420" cy="1315"/>
            </a:xfrm>
          </p:grpSpPr>
          <p:grpSp>
            <p:nvGrpSpPr>
              <p:cNvPr id="39082" name="Group 44"/>
              <p:cNvGrpSpPr/>
              <p:nvPr/>
            </p:nvGrpSpPr>
            <p:grpSpPr bwMode="auto">
              <a:xfrm>
                <a:off x="3090" y="1897"/>
                <a:ext cx="420" cy="367"/>
                <a:chOff x="3090" y="1897"/>
                <a:chExt cx="420" cy="367"/>
              </a:xfrm>
            </p:grpSpPr>
            <p:sp>
              <p:nvSpPr>
                <p:cNvPr id="39092" name="Freeform 45"/>
                <p:cNvSpPr/>
                <p:nvPr/>
              </p:nvSpPr>
              <p:spPr bwMode="auto">
                <a:xfrm>
                  <a:off x="3090" y="1897"/>
                  <a:ext cx="420" cy="367"/>
                </a:xfrm>
                <a:custGeom>
                  <a:avLst/>
                  <a:gdLst>
                    <a:gd name="T0" fmla="*/ 159 w 420"/>
                    <a:gd name="T1" fmla="*/ 0 h 367"/>
                    <a:gd name="T2" fmla="*/ 109 w 420"/>
                    <a:gd name="T3" fmla="*/ 31 h 367"/>
                    <a:gd name="T4" fmla="*/ 58 w 420"/>
                    <a:gd name="T5" fmla="*/ 55 h 367"/>
                    <a:gd name="T6" fmla="*/ 26 w 420"/>
                    <a:gd name="T7" fmla="*/ 161 h 367"/>
                    <a:gd name="T8" fmla="*/ 1 w 420"/>
                    <a:gd name="T9" fmla="*/ 240 h 367"/>
                    <a:gd name="T10" fmla="*/ 0 w 420"/>
                    <a:gd name="T11" fmla="*/ 257 h 367"/>
                    <a:gd name="T12" fmla="*/ 23 w 420"/>
                    <a:gd name="T13" fmla="*/ 297 h 367"/>
                    <a:gd name="T14" fmla="*/ 38 w 420"/>
                    <a:gd name="T15" fmla="*/ 311 h 367"/>
                    <a:gd name="T16" fmla="*/ 51 w 420"/>
                    <a:gd name="T17" fmla="*/ 313 h 367"/>
                    <a:gd name="T18" fmla="*/ 52 w 420"/>
                    <a:gd name="T19" fmla="*/ 324 h 367"/>
                    <a:gd name="T20" fmla="*/ 77 w 420"/>
                    <a:gd name="T21" fmla="*/ 308 h 367"/>
                    <a:gd name="T22" fmla="*/ 79 w 420"/>
                    <a:gd name="T23" fmla="*/ 351 h 367"/>
                    <a:gd name="T24" fmla="*/ 94 w 420"/>
                    <a:gd name="T25" fmla="*/ 366 h 367"/>
                    <a:gd name="T26" fmla="*/ 339 w 420"/>
                    <a:gd name="T27" fmla="*/ 366 h 367"/>
                    <a:gd name="T28" fmla="*/ 360 w 420"/>
                    <a:gd name="T29" fmla="*/ 346 h 367"/>
                    <a:gd name="T30" fmla="*/ 356 w 420"/>
                    <a:gd name="T31" fmla="*/ 308 h 367"/>
                    <a:gd name="T32" fmla="*/ 383 w 420"/>
                    <a:gd name="T33" fmla="*/ 332 h 367"/>
                    <a:gd name="T34" fmla="*/ 419 w 420"/>
                    <a:gd name="T35" fmla="*/ 262 h 367"/>
                    <a:gd name="T36" fmla="*/ 344 w 420"/>
                    <a:gd name="T37" fmla="*/ 48 h 367"/>
                    <a:gd name="T38" fmla="*/ 264 w 420"/>
                    <a:gd name="T39" fmla="*/ 20 h 367"/>
                    <a:gd name="T40" fmla="*/ 239 w 420"/>
                    <a:gd name="T41" fmla="*/ 6 h 367"/>
                    <a:gd name="T42" fmla="*/ 201 w 420"/>
                    <a:gd name="T43" fmla="*/ 42 h 367"/>
                    <a:gd name="T44" fmla="*/ 159 w 420"/>
                    <a:gd name="T45" fmla="*/ 0 h 36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20"/>
                    <a:gd name="T70" fmla="*/ 0 h 367"/>
                    <a:gd name="T71" fmla="*/ 420 w 420"/>
                    <a:gd name="T72" fmla="*/ 367 h 36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20" h="367">
                      <a:moveTo>
                        <a:pt x="159" y="0"/>
                      </a:moveTo>
                      <a:lnTo>
                        <a:pt x="109" y="31"/>
                      </a:lnTo>
                      <a:lnTo>
                        <a:pt x="58" y="55"/>
                      </a:lnTo>
                      <a:lnTo>
                        <a:pt x="26" y="161"/>
                      </a:lnTo>
                      <a:lnTo>
                        <a:pt x="1" y="240"/>
                      </a:lnTo>
                      <a:lnTo>
                        <a:pt x="0" y="257"/>
                      </a:lnTo>
                      <a:lnTo>
                        <a:pt x="23" y="297"/>
                      </a:lnTo>
                      <a:lnTo>
                        <a:pt x="38" y="311"/>
                      </a:lnTo>
                      <a:lnTo>
                        <a:pt x="51" y="313"/>
                      </a:lnTo>
                      <a:lnTo>
                        <a:pt x="52" y="324"/>
                      </a:lnTo>
                      <a:lnTo>
                        <a:pt x="77" y="308"/>
                      </a:lnTo>
                      <a:lnTo>
                        <a:pt x="79" y="351"/>
                      </a:lnTo>
                      <a:lnTo>
                        <a:pt x="94" y="366"/>
                      </a:lnTo>
                      <a:lnTo>
                        <a:pt x="339" y="366"/>
                      </a:lnTo>
                      <a:lnTo>
                        <a:pt x="360" y="346"/>
                      </a:lnTo>
                      <a:lnTo>
                        <a:pt x="356" y="308"/>
                      </a:lnTo>
                      <a:lnTo>
                        <a:pt x="383" y="332"/>
                      </a:lnTo>
                      <a:lnTo>
                        <a:pt x="419" y="262"/>
                      </a:lnTo>
                      <a:lnTo>
                        <a:pt x="344" y="48"/>
                      </a:lnTo>
                      <a:lnTo>
                        <a:pt x="264" y="20"/>
                      </a:lnTo>
                      <a:lnTo>
                        <a:pt x="239" y="6"/>
                      </a:lnTo>
                      <a:lnTo>
                        <a:pt x="201" y="42"/>
                      </a:lnTo>
                      <a:lnTo>
                        <a:pt x="159" y="0"/>
                      </a:lnTo>
                    </a:path>
                  </a:pathLst>
                </a:custGeom>
                <a:solidFill>
                  <a:srgbClr val="4080FF"/>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39093" name="Group 46"/>
                <p:cNvGrpSpPr/>
                <p:nvPr/>
              </p:nvGrpSpPr>
              <p:grpSpPr bwMode="auto">
                <a:xfrm>
                  <a:off x="3174" y="1936"/>
                  <a:ext cx="291" cy="327"/>
                  <a:chOff x="3174" y="1936"/>
                  <a:chExt cx="291" cy="327"/>
                </a:xfrm>
              </p:grpSpPr>
              <p:sp>
                <p:nvSpPr>
                  <p:cNvPr id="39094" name="Freeform 47"/>
                  <p:cNvSpPr/>
                  <p:nvPr/>
                </p:nvSpPr>
                <p:spPr bwMode="auto">
                  <a:xfrm>
                    <a:off x="3267" y="1936"/>
                    <a:ext cx="57" cy="327"/>
                  </a:xfrm>
                  <a:custGeom>
                    <a:avLst/>
                    <a:gdLst>
                      <a:gd name="T0" fmla="*/ 16 w 57"/>
                      <a:gd name="T1" fmla="*/ 0 h 327"/>
                      <a:gd name="T2" fmla="*/ 5 w 57"/>
                      <a:gd name="T3" fmla="*/ 22 h 327"/>
                      <a:gd name="T4" fmla="*/ 16 w 57"/>
                      <a:gd name="T5" fmla="*/ 33 h 327"/>
                      <a:gd name="T6" fmla="*/ 0 w 57"/>
                      <a:gd name="T7" fmla="*/ 261 h 327"/>
                      <a:gd name="T8" fmla="*/ 2 w 57"/>
                      <a:gd name="T9" fmla="*/ 301 h 327"/>
                      <a:gd name="T10" fmla="*/ 30 w 57"/>
                      <a:gd name="T11" fmla="*/ 326 h 327"/>
                      <a:gd name="T12" fmla="*/ 56 w 57"/>
                      <a:gd name="T13" fmla="*/ 298 h 327"/>
                      <a:gd name="T14" fmla="*/ 56 w 57"/>
                      <a:gd name="T15" fmla="*/ 251 h 327"/>
                      <a:gd name="T16" fmla="*/ 33 w 57"/>
                      <a:gd name="T17" fmla="*/ 35 h 327"/>
                      <a:gd name="T18" fmla="*/ 43 w 57"/>
                      <a:gd name="T19" fmla="*/ 22 h 327"/>
                      <a:gd name="T20" fmla="*/ 34 w 57"/>
                      <a:gd name="T21" fmla="*/ 1 h 327"/>
                      <a:gd name="T22" fmla="*/ 25 w 57"/>
                      <a:gd name="T23" fmla="*/ 8 h 327"/>
                      <a:gd name="T24" fmla="*/ 16 w 57"/>
                      <a:gd name="T25" fmla="*/ 0 h 3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7"/>
                      <a:gd name="T40" fmla="*/ 0 h 327"/>
                      <a:gd name="T41" fmla="*/ 57 w 57"/>
                      <a:gd name="T42" fmla="*/ 327 h 3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7" h="327">
                        <a:moveTo>
                          <a:pt x="16" y="0"/>
                        </a:moveTo>
                        <a:lnTo>
                          <a:pt x="5" y="22"/>
                        </a:lnTo>
                        <a:lnTo>
                          <a:pt x="16" y="33"/>
                        </a:lnTo>
                        <a:lnTo>
                          <a:pt x="0" y="261"/>
                        </a:lnTo>
                        <a:lnTo>
                          <a:pt x="2" y="301"/>
                        </a:lnTo>
                        <a:lnTo>
                          <a:pt x="30" y="326"/>
                        </a:lnTo>
                        <a:lnTo>
                          <a:pt x="56" y="298"/>
                        </a:lnTo>
                        <a:lnTo>
                          <a:pt x="56" y="251"/>
                        </a:lnTo>
                        <a:lnTo>
                          <a:pt x="33" y="35"/>
                        </a:lnTo>
                        <a:lnTo>
                          <a:pt x="43" y="22"/>
                        </a:lnTo>
                        <a:lnTo>
                          <a:pt x="34" y="1"/>
                        </a:lnTo>
                        <a:lnTo>
                          <a:pt x="25" y="8"/>
                        </a:lnTo>
                        <a:lnTo>
                          <a:pt x="16" y="0"/>
                        </a:lnTo>
                      </a:path>
                    </a:pathLst>
                  </a:custGeom>
                  <a:solidFill>
                    <a:srgbClr val="0020A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39095" name="Group 48"/>
                  <p:cNvGrpSpPr/>
                  <p:nvPr/>
                </p:nvGrpSpPr>
                <p:grpSpPr bwMode="auto">
                  <a:xfrm>
                    <a:off x="3174" y="2077"/>
                    <a:ext cx="291" cy="108"/>
                    <a:chOff x="3174" y="2077"/>
                    <a:chExt cx="291" cy="108"/>
                  </a:xfrm>
                </p:grpSpPr>
                <p:sp>
                  <p:nvSpPr>
                    <p:cNvPr id="39096" name="Freeform 49"/>
                    <p:cNvSpPr/>
                    <p:nvPr/>
                  </p:nvSpPr>
                  <p:spPr bwMode="auto">
                    <a:xfrm>
                      <a:off x="3237" y="2100"/>
                      <a:ext cx="226" cy="68"/>
                    </a:xfrm>
                    <a:custGeom>
                      <a:avLst/>
                      <a:gdLst>
                        <a:gd name="T0" fmla="*/ 20 w 226"/>
                        <a:gd name="T1" fmla="*/ 42 h 68"/>
                        <a:gd name="T2" fmla="*/ 172 w 226"/>
                        <a:gd name="T3" fmla="*/ 0 h 68"/>
                        <a:gd name="T4" fmla="*/ 225 w 226"/>
                        <a:gd name="T5" fmla="*/ 5 h 68"/>
                        <a:gd name="T6" fmla="*/ 37 w 226"/>
                        <a:gd name="T7" fmla="*/ 67 h 68"/>
                        <a:gd name="T8" fmla="*/ 0 w 226"/>
                        <a:gd name="T9" fmla="*/ 49 h 68"/>
                        <a:gd name="T10" fmla="*/ 20 w 226"/>
                        <a:gd name="T11" fmla="*/ 42 h 68"/>
                        <a:gd name="T12" fmla="*/ 0 60000 65536"/>
                        <a:gd name="T13" fmla="*/ 0 60000 65536"/>
                        <a:gd name="T14" fmla="*/ 0 60000 65536"/>
                        <a:gd name="T15" fmla="*/ 0 60000 65536"/>
                        <a:gd name="T16" fmla="*/ 0 60000 65536"/>
                        <a:gd name="T17" fmla="*/ 0 60000 65536"/>
                        <a:gd name="T18" fmla="*/ 0 w 226"/>
                        <a:gd name="T19" fmla="*/ 0 h 68"/>
                        <a:gd name="T20" fmla="*/ 226 w 226"/>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226" h="68">
                          <a:moveTo>
                            <a:pt x="20" y="42"/>
                          </a:moveTo>
                          <a:lnTo>
                            <a:pt x="172" y="0"/>
                          </a:lnTo>
                          <a:lnTo>
                            <a:pt x="225" y="5"/>
                          </a:lnTo>
                          <a:lnTo>
                            <a:pt x="37" y="67"/>
                          </a:lnTo>
                          <a:lnTo>
                            <a:pt x="0" y="49"/>
                          </a:lnTo>
                          <a:lnTo>
                            <a:pt x="20" y="42"/>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097" name="Freeform 50"/>
                    <p:cNvSpPr/>
                    <p:nvPr/>
                  </p:nvSpPr>
                  <p:spPr bwMode="auto">
                    <a:xfrm>
                      <a:off x="3341" y="2103"/>
                      <a:ext cx="124" cy="79"/>
                    </a:xfrm>
                    <a:custGeom>
                      <a:avLst/>
                      <a:gdLst>
                        <a:gd name="T0" fmla="*/ 64 w 124"/>
                        <a:gd name="T1" fmla="*/ 0 h 79"/>
                        <a:gd name="T2" fmla="*/ 15 w 124"/>
                        <a:gd name="T3" fmla="*/ 12 h 79"/>
                        <a:gd name="T4" fmla="*/ 12 w 124"/>
                        <a:gd name="T5" fmla="*/ 28 h 79"/>
                        <a:gd name="T6" fmla="*/ 0 w 124"/>
                        <a:gd name="T7" fmla="*/ 41 h 79"/>
                        <a:gd name="T8" fmla="*/ 20 w 124"/>
                        <a:gd name="T9" fmla="*/ 62 h 79"/>
                        <a:gd name="T10" fmla="*/ 47 w 124"/>
                        <a:gd name="T11" fmla="*/ 75 h 79"/>
                        <a:gd name="T12" fmla="*/ 87 w 124"/>
                        <a:gd name="T13" fmla="*/ 78 h 79"/>
                        <a:gd name="T14" fmla="*/ 123 w 124"/>
                        <a:gd name="T15" fmla="*/ 44 h 79"/>
                        <a:gd name="T16" fmla="*/ 118 w 124"/>
                        <a:gd name="T17" fmla="*/ 3 h 79"/>
                        <a:gd name="T18" fmla="*/ 87 w 124"/>
                        <a:gd name="T19" fmla="*/ 23 h 79"/>
                        <a:gd name="T20" fmla="*/ 64 w 124"/>
                        <a:gd name="T21" fmla="*/ 0 h 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4"/>
                        <a:gd name="T34" fmla="*/ 0 h 79"/>
                        <a:gd name="T35" fmla="*/ 124 w 124"/>
                        <a:gd name="T36" fmla="*/ 79 h 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4" h="79">
                          <a:moveTo>
                            <a:pt x="64" y="0"/>
                          </a:moveTo>
                          <a:lnTo>
                            <a:pt x="15" y="12"/>
                          </a:lnTo>
                          <a:lnTo>
                            <a:pt x="12" y="28"/>
                          </a:lnTo>
                          <a:lnTo>
                            <a:pt x="0" y="41"/>
                          </a:lnTo>
                          <a:lnTo>
                            <a:pt x="20" y="62"/>
                          </a:lnTo>
                          <a:lnTo>
                            <a:pt x="47" y="75"/>
                          </a:lnTo>
                          <a:lnTo>
                            <a:pt x="87" y="78"/>
                          </a:lnTo>
                          <a:lnTo>
                            <a:pt x="123" y="44"/>
                          </a:lnTo>
                          <a:lnTo>
                            <a:pt x="118" y="3"/>
                          </a:lnTo>
                          <a:lnTo>
                            <a:pt x="87" y="23"/>
                          </a:lnTo>
                          <a:lnTo>
                            <a:pt x="64" y="0"/>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098" name="Freeform 51"/>
                    <p:cNvSpPr/>
                    <p:nvPr/>
                  </p:nvSpPr>
                  <p:spPr bwMode="auto">
                    <a:xfrm>
                      <a:off x="3174" y="2077"/>
                      <a:ext cx="100" cy="108"/>
                    </a:xfrm>
                    <a:custGeom>
                      <a:avLst/>
                      <a:gdLst>
                        <a:gd name="T0" fmla="*/ 0 w 100"/>
                        <a:gd name="T1" fmla="*/ 66 h 108"/>
                        <a:gd name="T2" fmla="*/ 12 w 100"/>
                        <a:gd name="T3" fmla="*/ 48 h 108"/>
                        <a:gd name="T4" fmla="*/ 22 w 100"/>
                        <a:gd name="T5" fmla="*/ 27 h 108"/>
                        <a:gd name="T6" fmla="*/ 27 w 100"/>
                        <a:gd name="T7" fmla="*/ 8 h 108"/>
                        <a:gd name="T8" fmla="*/ 57 w 100"/>
                        <a:gd name="T9" fmla="*/ 0 h 108"/>
                        <a:gd name="T10" fmla="*/ 80 w 100"/>
                        <a:gd name="T11" fmla="*/ 0 h 108"/>
                        <a:gd name="T12" fmla="*/ 99 w 100"/>
                        <a:gd name="T13" fmla="*/ 54 h 108"/>
                        <a:gd name="T14" fmla="*/ 93 w 100"/>
                        <a:gd name="T15" fmla="*/ 66 h 108"/>
                        <a:gd name="T16" fmla="*/ 80 w 100"/>
                        <a:gd name="T17" fmla="*/ 80 h 108"/>
                        <a:gd name="T18" fmla="*/ 60 w 100"/>
                        <a:gd name="T19" fmla="*/ 86 h 108"/>
                        <a:gd name="T20" fmla="*/ 45 w 100"/>
                        <a:gd name="T21" fmla="*/ 88 h 108"/>
                        <a:gd name="T22" fmla="*/ 38 w 100"/>
                        <a:gd name="T23" fmla="*/ 91 h 108"/>
                        <a:gd name="T24" fmla="*/ 28 w 100"/>
                        <a:gd name="T25" fmla="*/ 102 h 108"/>
                        <a:gd name="T26" fmla="*/ 12 w 100"/>
                        <a:gd name="T27" fmla="*/ 107 h 108"/>
                        <a:gd name="T28" fmla="*/ 4 w 100"/>
                        <a:gd name="T29" fmla="*/ 107 h 108"/>
                        <a:gd name="T30" fmla="*/ 0 w 100"/>
                        <a:gd name="T31" fmla="*/ 66 h 1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0"/>
                        <a:gd name="T49" fmla="*/ 0 h 108"/>
                        <a:gd name="T50" fmla="*/ 100 w 100"/>
                        <a:gd name="T51" fmla="*/ 108 h 10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0" h="108">
                          <a:moveTo>
                            <a:pt x="0" y="66"/>
                          </a:moveTo>
                          <a:lnTo>
                            <a:pt x="12" y="48"/>
                          </a:lnTo>
                          <a:lnTo>
                            <a:pt x="22" y="27"/>
                          </a:lnTo>
                          <a:lnTo>
                            <a:pt x="27" y="8"/>
                          </a:lnTo>
                          <a:lnTo>
                            <a:pt x="57" y="0"/>
                          </a:lnTo>
                          <a:lnTo>
                            <a:pt x="80" y="0"/>
                          </a:lnTo>
                          <a:lnTo>
                            <a:pt x="99" y="54"/>
                          </a:lnTo>
                          <a:lnTo>
                            <a:pt x="93" y="66"/>
                          </a:lnTo>
                          <a:lnTo>
                            <a:pt x="80" y="80"/>
                          </a:lnTo>
                          <a:lnTo>
                            <a:pt x="60" y="86"/>
                          </a:lnTo>
                          <a:lnTo>
                            <a:pt x="45" y="88"/>
                          </a:lnTo>
                          <a:lnTo>
                            <a:pt x="38" y="91"/>
                          </a:lnTo>
                          <a:lnTo>
                            <a:pt x="28" y="102"/>
                          </a:lnTo>
                          <a:lnTo>
                            <a:pt x="12" y="107"/>
                          </a:lnTo>
                          <a:lnTo>
                            <a:pt x="4" y="107"/>
                          </a:lnTo>
                          <a:lnTo>
                            <a:pt x="0" y="66"/>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grpSp>
          <p:grpSp>
            <p:nvGrpSpPr>
              <p:cNvPr id="39083" name="Group 52"/>
              <p:cNvGrpSpPr/>
              <p:nvPr/>
            </p:nvGrpSpPr>
            <p:grpSpPr bwMode="auto">
              <a:xfrm>
                <a:off x="3100" y="1705"/>
                <a:ext cx="394" cy="1315"/>
                <a:chOff x="3100" y="1705"/>
                <a:chExt cx="394" cy="1315"/>
              </a:xfrm>
            </p:grpSpPr>
            <p:grpSp>
              <p:nvGrpSpPr>
                <p:cNvPr id="39084" name="Group 53"/>
                <p:cNvGrpSpPr/>
                <p:nvPr/>
              </p:nvGrpSpPr>
              <p:grpSpPr bwMode="auto">
                <a:xfrm>
                  <a:off x="3224" y="1705"/>
                  <a:ext cx="142" cy="235"/>
                  <a:chOff x="3224" y="1705"/>
                  <a:chExt cx="142" cy="235"/>
                </a:xfrm>
              </p:grpSpPr>
              <p:sp>
                <p:nvSpPr>
                  <p:cNvPr id="39089" name="Freeform 54"/>
                  <p:cNvSpPr/>
                  <p:nvPr/>
                </p:nvSpPr>
                <p:spPr bwMode="auto">
                  <a:xfrm>
                    <a:off x="3227" y="1718"/>
                    <a:ext cx="131" cy="222"/>
                  </a:xfrm>
                  <a:custGeom>
                    <a:avLst/>
                    <a:gdLst>
                      <a:gd name="T0" fmla="*/ 0 w 131"/>
                      <a:gd name="T1" fmla="*/ 94 h 222"/>
                      <a:gd name="T2" fmla="*/ 5 w 131"/>
                      <a:gd name="T3" fmla="*/ 113 h 222"/>
                      <a:gd name="T4" fmla="*/ 10 w 131"/>
                      <a:gd name="T5" fmla="*/ 124 h 222"/>
                      <a:gd name="T6" fmla="*/ 15 w 131"/>
                      <a:gd name="T7" fmla="*/ 133 h 222"/>
                      <a:gd name="T8" fmla="*/ 22 w 131"/>
                      <a:gd name="T9" fmla="*/ 132 h 222"/>
                      <a:gd name="T10" fmla="*/ 24 w 131"/>
                      <a:gd name="T11" fmla="*/ 132 h 222"/>
                      <a:gd name="T12" fmla="*/ 24 w 131"/>
                      <a:gd name="T13" fmla="*/ 176 h 222"/>
                      <a:gd name="T14" fmla="*/ 65 w 131"/>
                      <a:gd name="T15" fmla="*/ 221 h 222"/>
                      <a:gd name="T16" fmla="*/ 102 w 131"/>
                      <a:gd name="T17" fmla="*/ 187 h 222"/>
                      <a:gd name="T18" fmla="*/ 103 w 131"/>
                      <a:gd name="T19" fmla="*/ 176 h 222"/>
                      <a:gd name="T20" fmla="*/ 108 w 131"/>
                      <a:gd name="T21" fmla="*/ 167 h 222"/>
                      <a:gd name="T22" fmla="*/ 114 w 131"/>
                      <a:gd name="T23" fmla="*/ 158 h 222"/>
                      <a:gd name="T24" fmla="*/ 118 w 131"/>
                      <a:gd name="T25" fmla="*/ 139 h 222"/>
                      <a:gd name="T26" fmla="*/ 126 w 131"/>
                      <a:gd name="T27" fmla="*/ 120 h 222"/>
                      <a:gd name="T28" fmla="*/ 128 w 131"/>
                      <a:gd name="T29" fmla="*/ 104 h 222"/>
                      <a:gd name="T30" fmla="*/ 129 w 131"/>
                      <a:gd name="T31" fmla="*/ 66 h 222"/>
                      <a:gd name="T32" fmla="*/ 130 w 131"/>
                      <a:gd name="T33" fmla="*/ 50 h 222"/>
                      <a:gd name="T34" fmla="*/ 127 w 131"/>
                      <a:gd name="T35" fmla="*/ 34 h 222"/>
                      <a:gd name="T36" fmla="*/ 119 w 131"/>
                      <a:gd name="T37" fmla="*/ 20 h 222"/>
                      <a:gd name="T38" fmla="*/ 104 w 131"/>
                      <a:gd name="T39" fmla="*/ 8 h 222"/>
                      <a:gd name="T40" fmla="*/ 88 w 131"/>
                      <a:gd name="T41" fmla="*/ 3 h 222"/>
                      <a:gd name="T42" fmla="*/ 70 w 131"/>
                      <a:gd name="T43" fmla="*/ 0 h 222"/>
                      <a:gd name="T44" fmla="*/ 51 w 131"/>
                      <a:gd name="T45" fmla="*/ 2 h 222"/>
                      <a:gd name="T46" fmla="*/ 38 w 131"/>
                      <a:gd name="T47" fmla="*/ 7 h 222"/>
                      <a:gd name="T48" fmla="*/ 25 w 131"/>
                      <a:gd name="T49" fmla="*/ 17 h 222"/>
                      <a:gd name="T50" fmla="*/ 16 w 131"/>
                      <a:gd name="T51" fmla="*/ 27 h 222"/>
                      <a:gd name="T52" fmla="*/ 10 w 131"/>
                      <a:gd name="T53" fmla="*/ 37 h 222"/>
                      <a:gd name="T54" fmla="*/ 5 w 131"/>
                      <a:gd name="T55" fmla="*/ 50 h 222"/>
                      <a:gd name="T56" fmla="*/ 3 w 131"/>
                      <a:gd name="T57" fmla="*/ 61 h 222"/>
                      <a:gd name="T58" fmla="*/ 2 w 131"/>
                      <a:gd name="T59" fmla="*/ 77 h 222"/>
                      <a:gd name="T60" fmla="*/ 4 w 131"/>
                      <a:gd name="T61" fmla="*/ 88 h 222"/>
                      <a:gd name="T62" fmla="*/ 0 w 131"/>
                      <a:gd name="T63" fmla="*/ 94 h 22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31"/>
                      <a:gd name="T97" fmla="*/ 0 h 222"/>
                      <a:gd name="T98" fmla="*/ 131 w 131"/>
                      <a:gd name="T99" fmla="*/ 222 h 22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31" h="222">
                        <a:moveTo>
                          <a:pt x="0" y="94"/>
                        </a:moveTo>
                        <a:lnTo>
                          <a:pt x="5" y="113"/>
                        </a:lnTo>
                        <a:lnTo>
                          <a:pt x="10" y="124"/>
                        </a:lnTo>
                        <a:lnTo>
                          <a:pt x="15" y="133"/>
                        </a:lnTo>
                        <a:lnTo>
                          <a:pt x="22" y="132"/>
                        </a:lnTo>
                        <a:lnTo>
                          <a:pt x="24" y="132"/>
                        </a:lnTo>
                        <a:lnTo>
                          <a:pt x="24" y="176"/>
                        </a:lnTo>
                        <a:lnTo>
                          <a:pt x="65" y="221"/>
                        </a:lnTo>
                        <a:lnTo>
                          <a:pt x="102" y="187"/>
                        </a:lnTo>
                        <a:lnTo>
                          <a:pt x="103" y="176"/>
                        </a:lnTo>
                        <a:lnTo>
                          <a:pt x="108" y="167"/>
                        </a:lnTo>
                        <a:lnTo>
                          <a:pt x="114" y="158"/>
                        </a:lnTo>
                        <a:lnTo>
                          <a:pt x="118" y="139"/>
                        </a:lnTo>
                        <a:lnTo>
                          <a:pt x="126" y="120"/>
                        </a:lnTo>
                        <a:lnTo>
                          <a:pt x="128" y="104"/>
                        </a:lnTo>
                        <a:lnTo>
                          <a:pt x="129" y="66"/>
                        </a:lnTo>
                        <a:lnTo>
                          <a:pt x="130" y="50"/>
                        </a:lnTo>
                        <a:lnTo>
                          <a:pt x="127" y="34"/>
                        </a:lnTo>
                        <a:lnTo>
                          <a:pt x="119" y="20"/>
                        </a:lnTo>
                        <a:lnTo>
                          <a:pt x="104" y="8"/>
                        </a:lnTo>
                        <a:lnTo>
                          <a:pt x="88" y="3"/>
                        </a:lnTo>
                        <a:lnTo>
                          <a:pt x="70" y="0"/>
                        </a:lnTo>
                        <a:lnTo>
                          <a:pt x="51" y="2"/>
                        </a:lnTo>
                        <a:lnTo>
                          <a:pt x="38" y="7"/>
                        </a:lnTo>
                        <a:lnTo>
                          <a:pt x="25" y="17"/>
                        </a:lnTo>
                        <a:lnTo>
                          <a:pt x="16" y="27"/>
                        </a:lnTo>
                        <a:lnTo>
                          <a:pt x="10" y="37"/>
                        </a:lnTo>
                        <a:lnTo>
                          <a:pt x="5" y="50"/>
                        </a:lnTo>
                        <a:lnTo>
                          <a:pt x="3" y="61"/>
                        </a:lnTo>
                        <a:lnTo>
                          <a:pt x="2" y="77"/>
                        </a:lnTo>
                        <a:lnTo>
                          <a:pt x="4" y="88"/>
                        </a:lnTo>
                        <a:lnTo>
                          <a:pt x="0" y="94"/>
                        </a:lnTo>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090" name="Freeform 55"/>
                  <p:cNvSpPr/>
                  <p:nvPr/>
                </p:nvSpPr>
                <p:spPr bwMode="auto">
                  <a:xfrm>
                    <a:off x="3227" y="1734"/>
                    <a:ext cx="91" cy="204"/>
                  </a:xfrm>
                  <a:custGeom>
                    <a:avLst/>
                    <a:gdLst>
                      <a:gd name="T0" fmla="*/ 14 w 91"/>
                      <a:gd name="T1" fmla="*/ 16 h 204"/>
                      <a:gd name="T2" fmla="*/ 19 w 91"/>
                      <a:gd name="T3" fmla="*/ 7 h 204"/>
                      <a:gd name="T4" fmla="*/ 25 w 91"/>
                      <a:gd name="T5" fmla="*/ 0 h 204"/>
                      <a:gd name="T6" fmla="*/ 50 w 91"/>
                      <a:gd name="T7" fmla="*/ 25 h 204"/>
                      <a:gd name="T8" fmla="*/ 51 w 91"/>
                      <a:gd name="T9" fmla="*/ 59 h 204"/>
                      <a:gd name="T10" fmla="*/ 77 w 91"/>
                      <a:gd name="T11" fmla="*/ 65 h 204"/>
                      <a:gd name="T12" fmla="*/ 86 w 91"/>
                      <a:gd name="T13" fmla="*/ 66 h 204"/>
                      <a:gd name="T14" fmla="*/ 90 w 91"/>
                      <a:gd name="T15" fmla="*/ 111 h 204"/>
                      <a:gd name="T16" fmla="*/ 83 w 91"/>
                      <a:gd name="T17" fmla="*/ 108 h 204"/>
                      <a:gd name="T18" fmla="*/ 78 w 91"/>
                      <a:gd name="T19" fmla="*/ 113 h 204"/>
                      <a:gd name="T20" fmla="*/ 78 w 91"/>
                      <a:gd name="T21" fmla="*/ 73 h 204"/>
                      <a:gd name="T22" fmla="*/ 53 w 91"/>
                      <a:gd name="T23" fmla="*/ 79 h 204"/>
                      <a:gd name="T24" fmla="*/ 46 w 91"/>
                      <a:gd name="T25" fmla="*/ 83 h 204"/>
                      <a:gd name="T26" fmla="*/ 41 w 91"/>
                      <a:gd name="T27" fmla="*/ 93 h 204"/>
                      <a:gd name="T28" fmla="*/ 51 w 91"/>
                      <a:gd name="T29" fmla="*/ 111 h 204"/>
                      <a:gd name="T30" fmla="*/ 42 w 91"/>
                      <a:gd name="T31" fmla="*/ 118 h 204"/>
                      <a:gd name="T32" fmla="*/ 42 w 91"/>
                      <a:gd name="T33" fmla="*/ 149 h 204"/>
                      <a:gd name="T34" fmla="*/ 54 w 91"/>
                      <a:gd name="T35" fmla="*/ 155 h 204"/>
                      <a:gd name="T36" fmla="*/ 69 w 91"/>
                      <a:gd name="T37" fmla="*/ 163 h 204"/>
                      <a:gd name="T38" fmla="*/ 62 w 91"/>
                      <a:gd name="T39" fmla="*/ 203 h 204"/>
                      <a:gd name="T40" fmla="*/ 23 w 91"/>
                      <a:gd name="T41" fmla="*/ 161 h 204"/>
                      <a:gd name="T42" fmla="*/ 23 w 91"/>
                      <a:gd name="T43" fmla="*/ 116 h 204"/>
                      <a:gd name="T44" fmla="*/ 14 w 91"/>
                      <a:gd name="T45" fmla="*/ 116 h 204"/>
                      <a:gd name="T46" fmla="*/ 0 w 91"/>
                      <a:gd name="T47" fmla="*/ 80 h 204"/>
                      <a:gd name="T48" fmla="*/ 3 w 91"/>
                      <a:gd name="T49" fmla="*/ 74 h 204"/>
                      <a:gd name="T50" fmla="*/ 2 w 91"/>
                      <a:gd name="T51" fmla="*/ 60 h 204"/>
                      <a:gd name="T52" fmla="*/ 3 w 91"/>
                      <a:gd name="T53" fmla="*/ 52 h 204"/>
                      <a:gd name="T54" fmla="*/ 3 w 91"/>
                      <a:gd name="T55" fmla="*/ 42 h 204"/>
                      <a:gd name="T56" fmla="*/ 6 w 91"/>
                      <a:gd name="T57" fmla="*/ 28 h 204"/>
                      <a:gd name="T58" fmla="*/ 14 w 91"/>
                      <a:gd name="T59" fmla="*/ 16 h 20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1"/>
                      <a:gd name="T91" fmla="*/ 0 h 204"/>
                      <a:gd name="T92" fmla="*/ 91 w 91"/>
                      <a:gd name="T93" fmla="*/ 204 h 20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1" h="204">
                        <a:moveTo>
                          <a:pt x="14" y="16"/>
                        </a:moveTo>
                        <a:lnTo>
                          <a:pt x="19" y="7"/>
                        </a:lnTo>
                        <a:lnTo>
                          <a:pt x="25" y="0"/>
                        </a:lnTo>
                        <a:lnTo>
                          <a:pt x="50" y="25"/>
                        </a:lnTo>
                        <a:lnTo>
                          <a:pt x="51" y="59"/>
                        </a:lnTo>
                        <a:lnTo>
                          <a:pt x="77" y="65"/>
                        </a:lnTo>
                        <a:lnTo>
                          <a:pt x="86" y="66"/>
                        </a:lnTo>
                        <a:lnTo>
                          <a:pt x="90" y="111"/>
                        </a:lnTo>
                        <a:lnTo>
                          <a:pt x="83" y="108"/>
                        </a:lnTo>
                        <a:lnTo>
                          <a:pt x="78" y="113"/>
                        </a:lnTo>
                        <a:lnTo>
                          <a:pt x="78" y="73"/>
                        </a:lnTo>
                        <a:lnTo>
                          <a:pt x="53" y="79"/>
                        </a:lnTo>
                        <a:lnTo>
                          <a:pt x="46" y="83"/>
                        </a:lnTo>
                        <a:lnTo>
                          <a:pt x="41" y="93"/>
                        </a:lnTo>
                        <a:lnTo>
                          <a:pt x="51" y="111"/>
                        </a:lnTo>
                        <a:lnTo>
                          <a:pt x="42" y="118"/>
                        </a:lnTo>
                        <a:lnTo>
                          <a:pt x="42" y="149"/>
                        </a:lnTo>
                        <a:lnTo>
                          <a:pt x="54" y="155"/>
                        </a:lnTo>
                        <a:lnTo>
                          <a:pt x="69" y="163"/>
                        </a:lnTo>
                        <a:lnTo>
                          <a:pt x="62" y="203"/>
                        </a:lnTo>
                        <a:lnTo>
                          <a:pt x="23" y="161"/>
                        </a:lnTo>
                        <a:lnTo>
                          <a:pt x="23" y="116"/>
                        </a:lnTo>
                        <a:lnTo>
                          <a:pt x="14" y="116"/>
                        </a:lnTo>
                        <a:lnTo>
                          <a:pt x="0" y="80"/>
                        </a:lnTo>
                        <a:lnTo>
                          <a:pt x="3" y="74"/>
                        </a:lnTo>
                        <a:lnTo>
                          <a:pt x="2" y="60"/>
                        </a:lnTo>
                        <a:lnTo>
                          <a:pt x="3" y="52"/>
                        </a:lnTo>
                        <a:lnTo>
                          <a:pt x="3" y="42"/>
                        </a:lnTo>
                        <a:lnTo>
                          <a:pt x="6" y="28"/>
                        </a:lnTo>
                        <a:lnTo>
                          <a:pt x="14" y="16"/>
                        </a:lnTo>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091" name="Freeform 56"/>
                  <p:cNvSpPr/>
                  <p:nvPr/>
                </p:nvSpPr>
                <p:spPr bwMode="auto">
                  <a:xfrm>
                    <a:off x="3224" y="1705"/>
                    <a:ext cx="142" cy="118"/>
                  </a:xfrm>
                  <a:custGeom>
                    <a:avLst/>
                    <a:gdLst>
                      <a:gd name="T0" fmla="*/ 1 w 142"/>
                      <a:gd name="T1" fmla="*/ 96 h 118"/>
                      <a:gd name="T2" fmla="*/ 0 w 142"/>
                      <a:gd name="T3" fmla="*/ 81 h 118"/>
                      <a:gd name="T4" fmla="*/ 3 w 142"/>
                      <a:gd name="T5" fmla="*/ 62 h 118"/>
                      <a:gd name="T6" fmla="*/ 6 w 142"/>
                      <a:gd name="T7" fmla="*/ 45 h 118"/>
                      <a:gd name="T8" fmla="*/ 11 w 142"/>
                      <a:gd name="T9" fmla="*/ 32 h 118"/>
                      <a:gd name="T10" fmla="*/ 18 w 142"/>
                      <a:gd name="T11" fmla="*/ 21 h 118"/>
                      <a:gd name="T12" fmla="*/ 30 w 142"/>
                      <a:gd name="T13" fmla="*/ 16 h 118"/>
                      <a:gd name="T14" fmla="*/ 37 w 142"/>
                      <a:gd name="T15" fmla="*/ 11 h 118"/>
                      <a:gd name="T16" fmla="*/ 50 w 142"/>
                      <a:gd name="T17" fmla="*/ 5 h 118"/>
                      <a:gd name="T18" fmla="*/ 64 w 142"/>
                      <a:gd name="T19" fmla="*/ 0 h 118"/>
                      <a:gd name="T20" fmla="*/ 79 w 142"/>
                      <a:gd name="T21" fmla="*/ 0 h 118"/>
                      <a:gd name="T22" fmla="*/ 96 w 142"/>
                      <a:gd name="T23" fmla="*/ 3 h 118"/>
                      <a:gd name="T24" fmla="*/ 106 w 142"/>
                      <a:gd name="T25" fmla="*/ 8 h 118"/>
                      <a:gd name="T26" fmla="*/ 114 w 142"/>
                      <a:gd name="T27" fmla="*/ 14 h 118"/>
                      <a:gd name="T28" fmla="*/ 127 w 142"/>
                      <a:gd name="T29" fmla="*/ 24 h 118"/>
                      <a:gd name="T30" fmla="*/ 135 w 142"/>
                      <a:gd name="T31" fmla="*/ 33 h 118"/>
                      <a:gd name="T32" fmla="*/ 141 w 142"/>
                      <a:gd name="T33" fmla="*/ 38 h 118"/>
                      <a:gd name="T34" fmla="*/ 135 w 142"/>
                      <a:gd name="T35" fmla="*/ 38 h 118"/>
                      <a:gd name="T36" fmla="*/ 135 w 142"/>
                      <a:gd name="T37" fmla="*/ 42 h 118"/>
                      <a:gd name="T38" fmla="*/ 135 w 142"/>
                      <a:gd name="T39" fmla="*/ 48 h 118"/>
                      <a:gd name="T40" fmla="*/ 134 w 142"/>
                      <a:gd name="T41" fmla="*/ 57 h 118"/>
                      <a:gd name="T42" fmla="*/ 137 w 142"/>
                      <a:gd name="T43" fmla="*/ 70 h 118"/>
                      <a:gd name="T44" fmla="*/ 138 w 142"/>
                      <a:gd name="T45" fmla="*/ 84 h 118"/>
                      <a:gd name="T46" fmla="*/ 131 w 142"/>
                      <a:gd name="T47" fmla="*/ 100 h 118"/>
                      <a:gd name="T48" fmla="*/ 132 w 142"/>
                      <a:gd name="T49" fmla="*/ 78 h 118"/>
                      <a:gd name="T50" fmla="*/ 131 w 142"/>
                      <a:gd name="T51" fmla="*/ 63 h 118"/>
                      <a:gd name="T52" fmla="*/ 127 w 142"/>
                      <a:gd name="T53" fmla="*/ 55 h 118"/>
                      <a:gd name="T54" fmla="*/ 122 w 142"/>
                      <a:gd name="T55" fmla="*/ 52 h 118"/>
                      <a:gd name="T56" fmla="*/ 119 w 142"/>
                      <a:gd name="T57" fmla="*/ 47 h 118"/>
                      <a:gd name="T58" fmla="*/ 114 w 142"/>
                      <a:gd name="T59" fmla="*/ 48 h 118"/>
                      <a:gd name="T60" fmla="*/ 105 w 142"/>
                      <a:gd name="T61" fmla="*/ 52 h 118"/>
                      <a:gd name="T62" fmla="*/ 96 w 142"/>
                      <a:gd name="T63" fmla="*/ 52 h 118"/>
                      <a:gd name="T64" fmla="*/ 85 w 142"/>
                      <a:gd name="T65" fmla="*/ 52 h 118"/>
                      <a:gd name="T66" fmla="*/ 76 w 142"/>
                      <a:gd name="T67" fmla="*/ 51 h 118"/>
                      <a:gd name="T68" fmla="*/ 69 w 142"/>
                      <a:gd name="T69" fmla="*/ 51 h 118"/>
                      <a:gd name="T70" fmla="*/ 75 w 142"/>
                      <a:gd name="T71" fmla="*/ 54 h 118"/>
                      <a:gd name="T72" fmla="*/ 80 w 142"/>
                      <a:gd name="T73" fmla="*/ 55 h 118"/>
                      <a:gd name="T74" fmla="*/ 74 w 142"/>
                      <a:gd name="T75" fmla="*/ 56 h 118"/>
                      <a:gd name="T76" fmla="*/ 64 w 142"/>
                      <a:gd name="T77" fmla="*/ 55 h 118"/>
                      <a:gd name="T78" fmla="*/ 53 w 142"/>
                      <a:gd name="T79" fmla="*/ 54 h 118"/>
                      <a:gd name="T80" fmla="*/ 42 w 142"/>
                      <a:gd name="T81" fmla="*/ 54 h 118"/>
                      <a:gd name="T82" fmla="*/ 36 w 142"/>
                      <a:gd name="T83" fmla="*/ 54 h 118"/>
                      <a:gd name="T84" fmla="*/ 31 w 142"/>
                      <a:gd name="T85" fmla="*/ 54 h 118"/>
                      <a:gd name="T86" fmla="*/ 33 w 142"/>
                      <a:gd name="T87" fmla="*/ 55 h 118"/>
                      <a:gd name="T88" fmla="*/ 36 w 142"/>
                      <a:gd name="T89" fmla="*/ 60 h 118"/>
                      <a:gd name="T90" fmla="*/ 36 w 142"/>
                      <a:gd name="T91" fmla="*/ 67 h 118"/>
                      <a:gd name="T92" fmla="*/ 34 w 142"/>
                      <a:gd name="T93" fmla="*/ 74 h 118"/>
                      <a:gd name="T94" fmla="*/ 29 w 142"/>
                      <a:gd name="T95" fmla="*/ 82 h 118"/>
                      <a:gd name="T96" fmla="*/ 26 w 142"/>
                      <a:gd name="T97" fmla="*/ 91 h 118"/>
                      <a:gd name="T98" fmla="*/ 25 w 142"/>
                      <a:gd name="T99" fmla="*/ 101 h 118"/>
                      <a:gd name="T100" fmla="*/ 26 w 142"/>
                      <a:gd name="T101" fmla="*/ 113 h 118"/>
                      <a:gd name="T102" fmla="*/ 27 w 142"/>
                      <a:gd name="T103" fmla="*/ 117 h 118"/>
                      <a:gd name="T104" fmla="*/ 19 w 142"/>
                      <a:gd name="T105" fmla="*/ 109 h 118"/>
                      <a:gd name="T106" fmla="*/ 9 w 142"/>
                      <a:gd name="T107" fmla="*/ 100 h 118"/>
                      <a:gd name="T108" fmla="*/ 6 w 142"/>
                      <a:gd name="T109" fmla="*/ 101 h 118"/>
                      <a:gd name="T110" fmla="*/ 4 w 142"/>
                      <a:gd name="T111" fmla="*/ 108 h 118"/>
                      <a:gd name="T112" fmla="*/ 1 w 142"/>
                      <a:gd name="T113" fmla="*/ 96 h 11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2"/>
                      <a:gd name="T172" fmla="*/ 0 h 118"/>
                      <a:gd name="T173" fmla="*/ 142 w 142"/>
                      <a:gd name="T174" fmla="*/ 118 h 11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2" h="118">
                        <a:moveTo>
                          <a:pt x="1" y="96"/>
                        </a:moveTo>
                        <a:lnTo>
                          <a:pt x="0" y="81"/>
                        </a:lnTo>
                        <a:lnTo>
                          <a:pt x="3" y="62"/>
                        </a:lnTo>
                        <a:lnTo>
                          <a:pt x="6" y="45"/>
                        </a:lnTo>
                        <a:lnTo>
                          <a:pt x="11" y="32"/>
                        </a:lnTo>
                        <a:lnTo>
                          <a:pt x="18" y="21"/>
                        </a:lnTo>
                        <a:lnTo>
                          <a:pt x="30" y="16"/>
                        </a:lnTo>
                        <a:lnTo>
                          <a:pt x="37" y="11"/>
                        </a:lnTo>
                        <a:lnTo>
                          <a:pt x="50" y="5"/>
                        </a:lnTo>
                        <a:lnTo>
                          <a:pt x="64" y="0"/>
                        </a:lnTo>
                        <a:lnTo>
                          <a:pt x="79" y="0"/>
                        </a:lnTo>
                        <a:lnTo>
                          <a:pt x="96" y="3"/>
                        </a:lnTo>
                        <a:lnTo>
                          <a:pt x="106" y="8"/>
                        </a:lnTo>
                        <a:lnTo>
                          <a:pt x="114" y="14"/>
                        </a:lnTo>
                        <a:lnTo>
                          <a:pt x="127" y="24"/>
                        </a:lnTo>
                        <a:lnTo>
                          <a:pt x="135" y="33"/>
                        </a:lnTo>
                        <a:lnTo>
                          <a:pt x="141" y="38"/>
                        </a:lnTo>
                        <a:lnTo>
                          <a:pt x="135" y="38"/>
                        </a:lnTo>
                        <a:lnTo>
                          <a:pt x="135" y="42"/>
                        </a:lnTo>
                        <a:lnTo>
                          <a:pt x="135" y="48"/>
                        </a:lnTo>
                        <a:lnTo>
                          <a:pt x="134" y="57"/>
                        </a:lnTo>
                        <a:lnTo>
                          <a:pt x="137" y="70"/>
                        </a:lnTo>
                        <a:lnTo>
                          <a:pt x="138" y="84"/>
                        </a:lnTo>
                        <a:lnTo>
                          <a:pt x="131" y="100"/>
                        </a:lnTo>
                        <a:lnTo>
                          <a:pt x="132" y="78"/>
                        </a:lnTo>
                        <a:lnTo>
                          <a:pt x="131" y="63"/>
                        </a:lnTo>
                        <a:lnTo>
                          <a:pt x="127" y="55"/>
                        </a:lnTo>
                        <a:lnTo>
                          <a:pt x="122" y="52"/>
                        </a:lnTo>
                        <a:lnTo>
                          <a:pt x="119" y="47"/>
                        </a:lnTo>
                        <a:lnTo>
                          <a:pt x="114" y="48"/>
                        </a:lnTo>
                        <a:lnTo>
                          <a:pt x="105" y="52"/>
                        </a:lnTo>
                        <a:lnTo>
                          <a:pt x="96" y="52"/>
                        </a:lnTo>
                        <a:lnTo>
                          <a:pt x="85" y="52"/>
                        </a:lnTo>
                        <a:lnTo>
                          <a:pt x="76" y="51"/>
                        </a:lnTo>
                        <a:lnTo>
                          <a:pt x="69" y="51"/>
                        </a:lnTo>
                        <a:lnTo>
                          <a:pt x="75" y="54"/>
                        </a:lnTo>
                        <a:lnTo>
                          <a:pt x="80" y="55"/>
                        </a:lnTo>
                        <a:lnTo>
                          <a:pt x="74" y="56"/>
                        </a:lnTo>
                        <a:lnTo>
                          <a:pt x="64" y="55"/>
                        </a:lnTo>
                        <a:lnTo>
                          <a:pt x="53" y="54"/>
                        </a:lnTo>
                        <a:lnTo>
                          <a:pt x="42" y="54"/>
                        </a:lnTo>
                        <a:lnTo>
                          <a:pt x="36" y="54"/>
                        </a:lnTo>
                        <a:lnTo>
                          <a:pt x="31" y="54"/>
                        </a:lnTo>
                        <a:lnTo>
                          <a:pt x="33" y="55"/>
                        </a:lnTo>
                        <a:lnTo>
                          <a:pt x="36" y="60"/>
                        </a:lnTo>
                        <a:lnTo>
                          <a:pt x="36" y="67"/>
                        </a:lnTo>
                        <a:lnTo>
                          <a:pt x="34" y="74"/>
                        </a:lnTo>
                        <a:lnTo>
                          <a:pt x="29" y="82"/>
                        </a:lnTo>
                        <a:lnTo>
                          <a:pt x="26" y="91"/>
                        </a:lnTo>
                        <a:lnTo>
                          <a:pt x="25" y="101"/>
                        </a:lnTo>
                        <a:lnTo>
                          <a:pt x="26" y="113"/>
                        </a:lnTo>
                        <a:lnTo>
                          <a:pt x="27" y="117"/>
                        </a:lnTo>
                        <a:lnTo>
                          <a:pt x="19" y="109"/>
                        </a:lnTo>
                        <a:lnTo>
                          <a:pt x="9" y="100"/>
                        </a:lnTo>
                        <a:lnTo>
                          <a:pt x="6" y="101"/>
                        </a:lnTo>
                        <a:lnTo>
                          <a:pt x="4" y="108"/>
                        </a:lnTo>
                        <a:lnTo>
                          <a:pt x="1" y="96"/>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nvGrpSpPr>
                <p:cNvPr id="39085" name="Group 57"/>
                <p:cNvGrpSpPr/>
                <p:nvPr/>
              </p:nvGrpSpPr>
              <p:grpSpPr bwMode="auto">
                <a:xfrm>
                  <a:off x="3100" y="2924"/>
                  <a:ext cx="394" cy="96"/>
                  <a:chOff x="3100" y="2924"/>
                  <a:chExt cx="394" cy="96"/>
                </a:xfrm>
              </p:grpSpPr>
              <p:sp>
                <p:nvSpPr>
                  <p:cNvPr id="39087" name="Freeform 58"/>
                  <p:cNvSpPr/>
                  <p:nvPr/>
                </p:nvSpPr>
                <p:spPr bwMode="auto">
                  <a:xfrm>
                    <a:off x="3100" y="2924"/>
                    <a:ext cx="171" cy="96"/>
                  </a:xfrm>
                  <a:custGeom>
                    <a:avLst/>
                    <a:gdLst>
                      <a:gd name="T0" fmla="*/ 81 w 171"/>
                      <a:gd name="T1" fmla="*/ 13 h 96"/>
                      <a:gd name="T2" fmla="*/ 60 w 171"/>
                      <a:gd name="T3" fmla="*/ 28 h 96"/>
                      <a:gd name="T4" fmla="*/ 33 w 171"/>
                      <a:gd name="T5" fmla="*/ 47 h 96"/>
                      <a:gd name="T6" fmla="*/ 14 w 171"/>
                      <a:gd name="T7" fmla="*/ 58 h 96"/>
                      <a:gd name="T8" fmla="*/ 2 w 171"/>
                      <a:gd name="T9" fmla="*/ 66 h 96"/>
                      <a:gd name="T10" fmla="*/ 0 w 171"/>
                      <a:gd name="T11" fmla="*/ 83 h 96"/>
                      <a:gd name="T12" fmla="*/ 11 w 171"/>
                      <a:gd name="T13" fmla="*/ 90 h 96"/>
                      <a:gd name="T14" fmla="*/ 35 w 171"/>
                      <a:gd name="T15" fmla="*/ 93 h 96"/>
                      <a:gd name="T16" fmla="*/ 59 w 171"/>
                      <a:gd name="T17" fmla="*/ 95 h 96"/>
                      <a:gd name="T18" fmla="*/ 81 w 171"/>
                      <a:gd name="T19" fmla="*/ 93 h 96"/>
                      <a:gd name="T20" fmla="*/ 97 w 171"/>
                      <a:gd name="T21" fmla="*/ 83 h 96"/>
                      <a:gd name="T22" fmla="*/ 124 w 171"/>
                      <a:gd name="T23" fmla="*/ 71 h 96"/>
                      <a:gd name="T24" fmla="*/ 167 w 171"/>
                      <a:gd name="T25" fmla="*/ 60 h 96"/>
                      <a:gd name="T26" fmla="*/ 170 w 171"/>
                      <a:gd name="T27" fmla="*/ 24 h 96"/>
                      <a:gd name="T28" fmla="*/ 164 w 171"/>
                      <a:gd name="T29" fmla="*/ 0 h 96"/>
                      <a:gd name="T30" fmla="*/ 81 w 171"/>
                      <a:gd name="T31" fmla="*/ 13 h 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1"/>
                      <a:gd name="T49" fmla="*/ 0 h 96"/>
                      <a:gd name="T50" fmla="*/ 171 w 171"/>
                      <a:gd name="T51" fmla="*/ 96 h 9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1" h="96">
                        <a:moveTo>
                          <a:pt x="81" y="13"/>
                        </a:moveTo>
                        <a:lnTo>
                          <a:pt x="60" y="28"/>
                        </a:lnTo>
                        <a:lnTo>
                          <a:pt x="33" y="47"/>
                        </a:lnTo>
                        <a:lnTo>
                          <a:pt x="14" y="58"/>
                        </a:lnTo>
                        <a:lnTo>
                          <a:pt x="2" y="66"/>
                        </a:lnTo>
                        <a:lnTo>
                          <a:pt x="0" y="83"/>
                        </a:lnTo>
                        <a:lnTo>
                          <a:pt x="11" y="90"/>
                        </a:lnTo>
                        <a:lnTo>
                          <a:pt x="35" y="93"/>
                        </a:lnTo>
                        <a:lnTo>
                          <a:pt x="59" y="95"/>
                        </a:lnTo>
                        <a:lnTo>
                          <a:pt x="81" y="93"/>
                        </a:lnTo>
                        <a:lnTo>
                          <a:pt x="97" y="83"/>
                        </a:lnTo>
                        <a:lnTo>
                          <a:pt x="124" y="71"/>
                        </a:lnTo>
                        <a:lnTo>
                          <a:pt x="167" y="60"/>
                        </a:lnTo>
                        <a:lnTo>
                          <a:pt x="170" y="24"/>
                        </a:lnTo>
                        <a:lnTo>
                          <a:pt x="164" y="0"/>
                        </a:lnTo>
                        <a:lnTo>
                          <a:pt x="81" y="13"/>
                        </a:lnTo>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088" name="Freeform 59"/>
                  <p:cNvSpPr/>
                  <p:nvPr/>
                </p:nvSpPr>
                <p:spPr bwMode="auto">
                  <a:xfrm>
                    <a:off x="3318" y="2932"/>
                    <a:ext cx="176" cy="80"/>
                  </a:xfrm>
                  <a:custGeom>
                    <a:avLst/>
                    <a:gdLst>
                      <a:gd name="T0" fmla="*/ 4 w 176"/>
                      <a:gd name="T1" fmla="*/ 1 h 80"/>
                      <a:gd name="T2" fmla="*/ 0 w 176"/>
                      <a:gd name="T3" fmla="*/ 31 h 80"/>
                      <a:gd name="T4" fmla="*/ 4 w 176"/>
                      <a:gd name="T5" fmla="*/ 55 h 80"/>
                      <a:gd name="T6" fmla="*/ 44 w 176"/>
                      <a:gd name="T7" fmla="*/ 63 h 80"/>
                      <a:gd name="T8" fmla="*/ 65 w 176"/>
                      <a:gd name="T9" fmla="*/ 63 h 80"/>
                      <a:gd name="T10" fmla="*/ 94 w 176"/>
                      <a:gd name="T11" fmla="*/ 71 h 80"/>
                      <a:gd name="T12" fmla="*/ 129 w 176"/>
                      <a:gd name="T13" fmla="*/ 76 h 80"/>
                      <a:gd name="T14" fmla="*/ 174 w 176"/>
                      <a:gd name="T15" fmla="*/ 79 h 80"/>
                      <a:gd name="T16" fmla="*/ 175 w 176"/>
                      <a:gd name="T17" fmla="*/ 68 h 80"/>
                      <a:gd name="T18" fmla="*/ 175 w 176"/>
                      <a:gd name="T19" fmla="*/ 56 h 80"/>
                      <a:gd name="T20" fmla="*/ 140 w 176"/>
                      <a:gd name="T21" fmla="*/ 37 h 80"/>
                      <a:gd name="T22" fmla="*/ 100 w 176"/>
                      <a:gd name="T23" fmla="*/ 16 h 80"/>
                      <a:gd name="T24" fmla="*/ 76 w 176"/>
                      <a:gd name="T25" fmla="*/ 0 h 80"/>
                      <a:gd name="T26" fmla="*/ 4 w 176"/>
                      <a:gd name="T27" fmla="*/ 1 h 8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6"/>
                      <a:gd name="T43" fmla="*/ 0 h 80"/>
                      <a:gd name="T44" fmla="*/ 176 w 176"/>
                      <a:gd name="T45" fmla="*/ 80 h 8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6" h="80">
                        <a:moveTo>
                          <a:pt x="4" y="1"/>
                        </a:moveTo>
                        <a:lnTo>
                          <a:pt x="0" y="31"/>
                        </a:lnTo>
                        <a:lnTo>
                          <a:pt x="4" y="55"/>
                        </a:lnTo>
                        <a:lnTo>
                          <a:pt x="44" y="63"/>
                        </a:lnTo>
                        <a:lnTo>
                          <a:pt x="65" y="63"/>
                        </a:lnTo>
                        <a:lnTo>
                          <a:pt x="94" y="71"/>
                        </a:lnTo>
                        <a:lnTo>
                          <a:pt x="129" y="76"/>
                        </a:lnTo>
                        <a:lnTo>
                          <a:pt x="174" y="79"/>
                        </a:lnTo>
                        <a:lnTo>
                          <a:pt x="175" y="68"/>
                        </a:lnTo>
                        <a:lnTo>
                          <a:pt x="175" y="56"/>
                        </a:lnTo>
                        <a:lnTo>
                          <a:pt x="140" y="37"/>
                        </a:lnTo>
                        <a:lnTo>
                          <a:pt x="100" y="16"/>
                        </a:lnTo>
                        <a:lnTo>
                          <a:pt x="76" y="0"/>
                        </a:lnTo>
                        <a:lnTo>
                          <a:pt x="4" y="1"/>
                        </a:lnTo>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
              <p:nvSpPr>
                <p:cNvPr id="39086" name="Freeform 60"/>
                <p:cNvSpPr/>
                <p:nvPr/>
              </p:nvSpPr>
              <p:spPr bwMode="auto">
                <a:xfrm>
                  <a:off x="3170" y="2265"/>
                  <a:ext cx="268" cy="690"/>
                </a:xfrm>
                <a:custGeom>
                  <a:avLst/>
                  <a:gdLst>
                    <a:gd name="T0" fmla="*/ 8 w 268"/>
                    <a:gd name="T1" fmla="*/ 0 h 690"/>
                    <a:gd name="T2" fmla="*/ 0 w 268"/>
                    <a:gd name="T3" fmla="*/ 60 h 690"/>
                    <a:gd name="T4" fmla="*/ 0 w 268"/>
                    <a:gd name="T5" fmla="*/ 155 h 690"/>
                    <a:gd name="T6" fmla="*/ 0 w 268"/>
                    <a:gd name="T7" fmla="*/ 267 h 690"/>
                    <a:gd name="T8" fmla="*/ 8 w 268"/>
                    <a:gd name="T9" fmla="*/ 333 h 690"/>
                    <a:gd name="T10" fmla="*/ 8 w 268"/>
                    <a:gd name="T11" fmla="*/ 361 h 690"/>
                    <a:gd name="T12" fmla="*/ 3 w 268"/>
                    <a:gd name="T13" fmla="*/ 467 h 690"/>
                    <a:gd name="T14" fmla="*/ 6 w 268"/>
                    <a:gd name="T15" fmla="*/ 542 h 690"/>
                    <a:gd name="T16" fmla="*/ 11 w 268"/>
                    <a:gd name="T17" fmla="*/ 644 h 690"/>
                    <a:gd name="T18" fmla="*/ 11 w 268"/>
                    <a:gd name="T19" fmla="*/ 672 h 690"/>
                    <a:gd name="T20" fmla="*/ 28 w 268"/>
                    <a:gd name="T21" fmla="*/ 686 h 690"/>
                    <a:gd name="T22" fmla="*/ 96 w 268"/>
                    <a:gd name="T23" fmla="*/ 669 h 690"/>
                    <a:gd name="T24" fmla="*/ 115 w 268"/>
                    <a:gd name="T25" fmla="*/ 450 h 690"/>
                    <a:gd name="T26" fmla="*/ 121 w 268"/>
                    <a:gd name="T27" fmla="*/ 311 h 690"/>
                    <a:gd name="T28" fmla="*/ 129 w 268"/>
                    <a:gd name="T29" fmla="*/ 189 h 690"/>
                    <a:gd name="T30" fmla="*/ 138 w 268"/>
                    <a:gd name="T31" fmla="*/ 383 h 690"/>
                    <a:gd name="T32" fmla="*/ 146 w 268"/>
                    <a:gd name="T33" fmla="*/ 667 h 690"/>
                    <a:gd name="T34" fmla="*/ 214 w 268"/>
                    <a:gd name="T35" fmla="*/ 689 h 690"/>
                    <a:gd name="T36" fmla="*/ 228 w 268"/>
                    <a:gd name="T37" fmla="*/ 672 h 690"/>
                    <a:gd name="T38" fmla="*/ 245 w 268"/>
                    <a:gd name="T39" fmla="*/ 422 h 690"/>
                    <a:gd name="T40" fmla="*/ 247 w 268"/>
                    <a:gd name="T41" fmla="*/ 300 h 690"/>
                    <a:gd name="T42" fmla="*/ 267 w 268"/>
                    <a:gd name="T43" fmla="*/ 33 h 690"/>
                    <a:gd name="T44" fmla="*/ 261 w 268"/>
                    <a:gd name="T45" fmla="*/ 3 h 690"/>
                    <a:gd name="T46" fmla="*/ 8 w 268"/>
                    <a:gd name="T47" fmla="*/ 0 h 69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68"/>
                    <a:gd name="T73" fmla="*/ 0 h 690"/>
                    <a:gd name="T74" fmla="*/ 268 w 268"/>
                    <a:gd name="T75" fmla="*/ 690 h 69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68" h="690">
                      <a:moveTo>
                        <a:pt x="8" y="0"/>
                      </a:moveTo>
                      <a:lnTo>
                        <a:pt x="0" y="60"/>
                      </a:lnTo>
                      <a:lnTo>
                        <a:pt x="0" y="155"/>
                      </a:lnTo>
                      <a:lnTo>
                        <a:pt x="0" y="267"/>
                      </a:lnTo>
                      <a:lnTo>
                        <a:pt x="8" y="333"/>
                      </a:lnTo>
                      <a:lnTo>
                        <a:pt x="8" y="361"/>
                      </a:lnTo>
                      <a:lnTo>
                        <a:pt x="3" y="467"/>
                      </a:lnTo>
                      <a:lnTo>
                        <a:pt x="6" y="542"/>
                      </a:lnTo>
                      <a:lnTo>
                        <a:pt x="11" y="644"/>
                      </a:lnTo>
                      <a:lnTo>
                        <a:pt x="11" y="672"/>
                      </a:lnTo>
                      <a:lnTo>
                        <a:pt x="28" y="686"/>
                      </a:lnTo>
                      <a:lnTo>
                        <a:pt x="96" y="669"/>
                      </a:lnTo>
                      <a:lnTo>
                        <a:pt x="115" y="450"/>
                      </a:lnTo>
                      <a:lnTo>
                        <a:pt x="121" y="311"/>
                      </a:lnTo>
                      <a:lnTo>
                        <a:pt x="129" y="189"/>
                      </a:lnTo>
                      <a:lnTo>
                        <a:pt x="138" y="383"/>
                      </a:lnTo>
                      <a:lnTo>
                        <a:pt x="146" y="667"/>
                      </a:lnTo>
                      <a:lnTo>
                        <a:pt x="214" y="689"/>
                      </a:lnTo>
                      <a:lnTo>
                        <a:pt x="228" y="672"/>
                      </a:lnTo>
                      <a:lnTo>
                        <a:pt x="245" y="422"/>
                      </a:lnTo>
                      <a:lnTo>
                        <a:pt x="247" y="300"/>
                      </a:lnTo>
                      <a:lnTo>
                        <a:pt x="267" y="33"/>
                      </a:lnTo>
                      <a:lnTo>
                        <a:pt x="261" y="3"/>
                      </a:lnTo>
                      <a:lnTo>
                        <a:pt x="8" y="0"/>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grpSp>
          <p:nvGrpSpPr>
            <p:cNvPr id="38923" name="Group 61"/>
            <p:cNvGrpSpPr/>
            <p:nvPr/>
          </p:nvGrpSpPr>
          <p:grpSpPr bwMode="auto">
            <a:xfrm>
              <a:off x="2807" y="1783"/>
              <a:ext cx="449" cy="1323"/>
              <a:chOff x="2807" y="1783"/>
              <a:chExt cx="449" cy="1323"/>
            </a:xfrm>
          </p:grpSpPr>
          <p:grpSp>
            <p:nvGrpSpPr>
              <p:cNvPr id="39059" name="Group 62"/>
              <p:cNvGrpSpPr/>
              <p:nvPr/>
            </p:nvGrpSpPr>
            <p:grpSpPr bwMode="auto">
              <a:xfrm>
                <a:off x="2807" y="1954"/>
                <a:ext cx="449" cy="1152"/>
                <a:chOff x="2807" y="1954"/>
                <a:chExt cx="449" cy="1152"/>
              </a:xfrm>
            </p:grpSpPr>
            <p:grpSp>
              <p:nvGrpSpPr>
                <p:cNvPr id="39070" name="Group 63"/>
                <p:cNvGrpSpPr/>
                <p:nvPr/>
              </p:nvGrpSpPr>
              <p:grpSpPr bwMode="auto">
                <a:xfrm>
                  <a:off x="2822" y="2991"/>
                  <a:ext cx="397" cy="115"/>
                  <a:chOff x="2822" y="2991"/>
                  <a:chExt cx="397" cy="115"/>
                </a:xfrm>
              </p:grpSpPr>
              <p:sp>
                <p:nvSpPr>
                  <p:cNvPr id="39080" name="Freeform 64"/>
                  <p:cNvSpPr/>
                  <p:nvPr/>
                </p:nvSpPr>
                <p:spPr bwMode="auto">
                  <a:xfrm>
                    <a:off x="2822" y="3016"/>
                    <a:ext cx="122" cy="90"/>
                  </a:xfrm>
                  <a:custGeom>
                    <a:avLst/>
                    <a:gdLst>
                      <a:gd name="T0" fmla="*/ 46 w 122"/>
                      <a:gd name="T1" fmla="*/ 19 h 90"/>
                      <a:gd name="T2" fmla="*/ 19 w 122"/>
                      <a:gd name="T3" fmla="*/ 43 h 90"/>
                      <a:gd name="T4" fmla="*/ 0 w 122"/>
                      <a:gd name="T5" fmla="*/ 66 h 90"/>
                      <a:gd name="T6" fmla="*/ 2 w 122"/>
                      <a:gd name="T7" fmla="*/ 82 h 90"/>
                      <a:gd name="T8" fmla="*/ 16 w 122"/>
                      <a:gd name="T9" fmla="*/ 89 h 90"/>
                      <a:gd name="T10" fmla="*/ 54 w 122"/>
                      <a:gd name="T11" fmla="*/ 86 h 90"/>
                      <a:gd name="T12" fmla="*/ 76 w 122"/>
                      <a:gd name="T13" fmla="*/ 76 h 90"/>
                      <a:gd name="T14" fmla="*/ 87 w 122"/>
                      <a:gd name="T15" fmla="*/ 58 h 90"/>
                      <a:gd name="T16" fmla="*/ 120 w 122"/>
                      <a:gd name="T17" fmla="*/ 45 h 90"/>
                      <a:gd name="T18" fmla="*/ 121 w 122"/>
                      <a:gd name="T19" fmla="*/ 21 h 90"/>
                      <a:gd name="T20" fmla="*/ 116 w 122"/>
                      <a:gd name="T21" fmla="*/ 0 h 90"/>
                      <a:gd name="T22" fmla="*/ 83 w 122"/>
                      <a:gd name="T23" fmla="*/ 16 h 90"/>
                      <a:gd name="T24" fmla="*/ 46 w 122"/>
                      <a:gd name="T25" fmla="*/ 19 h 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2"/>
                      <a:gd name="T40" fmla="*/ 0 h 90"/>
                      <a:gd name="T41" fmla="*/ 122 w 122"/>
                      <a:gd name="T42" fmla="*/ 90 h 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2" h="90">
                        <a:moveTo>
                          <a:pt x="46" y="19"/>
                        </a:moveTo>
                        <a:lnTo>
                          <a:pt x="19" y="43"/>
                        </a:lnTo>
                        <a:lnTo>
                          <a:pt x="0" y="66"/>
                        </a:lnTo>
                        <a:lnTo>
                          <a:pt x="2" y="82"/>
                        </a:lnTo>
                        <a:lnTo>
                          <a:pt x="16" y="89"/>
                        </a:lnTo>
                        <a:lnTo>
                          <a:pt x="54" y="86"/>
                        </a:lnTo>
                        <a:lnTo>
                          <a:pt x="76" y="76"/>
                        </a:lnTo>
                        <a:lnTo>
                          <a:pt x="87" y="58"/>
                        </a:lnTo>
                        <a:lnTo>
                          <a:pt x="120" y="45"/>
                        </a:lnTo>
                        <a:lnTo>
                          <a:pt x="121" y="21"/>
                        </a:lnTo>
                        <a:lnTo>
                          <a:pt x="116" y="0"/>
                        </a:lnTo>
                        <a:lnTo>
                          <a:pt x="83" y="16"/>
                        </a:lnTo>
                        <a:lnTo>
                          <a:pt x="46" y="19"/>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081" name="Freeform 65"/>
                  <p:cNvSpPr/>
                  <p:nvPr/>
                </p:nvSpPr>
                <p:spPr bwMode="auto">
                  <a:xfrm>
                    <a:off x="3083" y="2991"/>
                    <a:ext cx="136" cy="92"/>
                  </a:xfrm>
                  <a:custGeom>
                    <a:avLst/>
                    <a:gdLst>
                      <a:gd name="T0" fmla="*/ 2 w 136"/>
                      <a:gd name="T1" fmla="*/ 6 h 92"/>
                      <a:gd name="T2" fmla="*/ 0 w 136"/>
                      <a:gd name="T3" fmla="*/ 42 h 92"/>
                      <a:gd name="T4" fmla="*/ 18 w 136"/>
                      <a:gd name="T5" fmla="*/ 56 h 92"/>
                      <a:gd name="T6" fmla="*/ 38 w 136"/>
                      <a:gd name="T7" fmla="*/ 61 h 92"/>
                      <a:gd name="T8" fmla="*/ 50 w 136"/>
                      <a:gd name="T9" fmla="*/ 69 h 92"/>
                      <a:gd name="T10" fmla="*/ 72 w 136"/>
                      <a:gd name="T11" fmla="*/ 81 h 92"/>
                      <a:gd name="T12" fmla="*/ 110 w 136"/>
                      <a:gd name="T13" fmla="*/ 91 h 92"/>
                      <a:gd name="T14" fmla="*/ 124 w 136"/>
                      <a:gd name="T15" fmla="*/ 88 h 92"/>
                      <a:gd name="T16" fmla="*/ 135 w 136"/>
                      <a:gd name="T17" fmla="*/ 83 h 92"/>
                      <a:gd name="T18" fmla="*/ 135 w 136"/>
                      <a:gd name="T19" fmla="*/ 74 h 92"/>
                      <a:gd name="T20" fmla="*/ 121 w 136"/>
                      <a:gd name="T21" fmla="*/ 53 h 92"/>
                      <a:gd name="T22" fmla="*/ 90 w 136"/>
                      <a:gd name="T23" fmla="*/ 32 h 92"/>
                      <a:gd name="T24" fmla="*/ 66 w 136"/>
                      <a:gd name="T25" fmla="*/ 13 h 92"/>
                      <a:gd name="T26" fmla="*/ 58 w 136"/>
                      <a:gd name="T27" fmla="*/ 0 h 92"/>
                      <a:gd name="T28" fmla="*/ 2 w 136"/>
                      <a:gd name="T29" fmla="*/ 6 h 9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6"/>
                      <a:gd name="T46" fmla="*/ 0 h 92"/>
                      <a:gd name="T47" fmla="*/ 136 w 136"/>
                      <a:gd name="T48" fmla="*/ 92 h 9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6" h="92">
                        <a:moveTo>
                          <a:pt x="2" y="6"/>
                        </a:moveTo>
                        <a:lnTo>
                          <a:pt x="0" y="42"/>
                        </a:lnTo>
                        <a:lnTo>
                          <a:pt x="18" y="56"/>
                        </a:lnTo>
                        <a:lnTo>
                          <a:pt x="38" y="61"/>
                        </a:lnTo>
                        <a:lnTo>
                          <a:pt x="50" y="69"/>
                        </a:lnTo>
                        <a:lnTo>
                          <a:pt x="72" y="81"/>
                        </a:lnTo>
                        <a:lnTo>
                          <a:pt x="110" y="91"/>
                        </a:lnTo>
                        <a:lnTo>
                          <a:pt x="124" y="88"/>
                        </a:lnTo>
                        <a:lnTo>
                          <a:pt x="135" y="83"/>
                        </a:lnTo>
                        <a:lnTo>
                          <a:pt x="135" y="74"/>
                        </a:lnTo>
                        <a:lnTo>
                          <a:pt x="121" y="53"/>
                        </a:lnTo>
                        <a:lnTo>
                          <a:pt x="90" y="32"/>
                        </a:lnTo>
                        <a:lnTo>
                          <a:pt x="66" y="13"/>
                        </a:lnTo>
                        <a:lnTo>
                          <a:pt x="58" y="0"/>
                        </a:lnTo>
                        <a:lnTo>
                          <a:pt x="2" y="6"/>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nvGrpSpPr>
                <p:cNvPr id="39071" name="Group 66"/>
                <p:cNvGrpSpPr/>
                <p:nvPr/>
              </p:nvGrpSpPr>
              <p:grpSpPr bwMode="auto">
                <a:xfrm>
                  <a:off x="2807" y="1954"/>
                  <a:ext cx="449" cy="1087"/>
                  <a:chOff x="2807" y="1954"/>
                  <a:chExt cx="449" cy="1087"/>
                </a:xfrm>
              </p:grpSpPr>
              <p:grpSp>
                <p:nvGrpSpPr>
                  <p:cNvPr id="39072" name="Group 67"/>
                  <p:cNvGrpSpPr/>
                  <p:nvPr/>
                </p:nvGrpSpPr>
                <p:grpSpPr bwMode="auto">
                  <a:xfrm>
                    <a:off x="2865" y="1954"/>
                    <a:ext cx="282" cy="346"/>
                    <a:chOff x="2865" y="1954"/>
                    <a:chExt cx="282" cy="346"/>
                  </a:xfrm>
                </p:grpSpPr>
                <p:sp>
                  <p:nvSpPr>
                    <p:cNvPr id="39077" name="Freeform 68"/>
                    <p:cNvSpPr/>
                    <p:nvPr/>
                  </p:nvSpPr>
                  <p:spPr bwMode="auto">
                    <a:xfrm>
                      <a:off x="2865" y="1973"/>
                      <a:ext cx="282" cy="327"/>
                    </a:xfrm>
                    <a:custGeom>
                      <a:avLst/>
                      <a:gdLst>
                        <a:gd name="T0" fmla="*/ 0 w 282"/>
                        <a:gd name="T1" fmla="*/ 63 h 327"/>
                        <a:gd name="T2" fmla="*/ 85 w 282"/>
                        <a:gd name="T3" fmla="*/ 0 h 327"/>
                        <a:gd name="T4" fmla="*/ 178 w 282"/>
                        <a:gd name="T5" fmla="*/ 142 h 327"/>
                        <a:gd name="T6" fmla="*/ 194 w 282"/>
                        <a:gd name="T7" fmla="*/ 7 h 327"/>
                        <a:gd name="T8" fmla="*/ 250 w 282"/>
                        <a:gd name="T9" fmla="*/ 25 h 327"/>
                        <a:gd name="T10" fmla="*/ 281 w 282"/>
                        <a:gd name="T11" fmla="*/ 75 h 327"/>
                        <a:gd name="T12" fmla="*/ 275 w 282"/>
                        <a:gd name="T13" fmla="*/ 326 h 327"/>
                        <a:gd name="T14" fmla="*/ 31 w 282"/>
                        <a:gd name="T15" fmla="*/ 326 h 327"/>
                        <a:gd name="T16" fmla="*/ 0 w 282"/>
                        <a:gd name="T17" fmla="*/ 63 h 3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2"/>
                        <a:gd name="T28" fmla="*/ 0 h 327"/>
                        <a:gd name="T29" fmla="*/ 282 w 282"/>
                        <a:gd name="T30" fmla="*/ 327 h 3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2" h="327">
                          <a:moveTo>
                            <a:pt x="0" y="63"/>
                          </a:moveTo>
                          <a:lnTo>
                            <a:pt x="85" y="0"/>
                          </a:lnTo>
                          <a:lnTo>
                            <a:pt x="178" y="142"/>
                          </a:lnTo>
                          <a:lnTo>
                            <a:pt x="194" y="7"/>
                          </a:lnTo>
                          <a:lnTo>
                            <a:pt x="250" y="25"/>
                          </a:lnTo>
                          <a:lnTo>
                            <a:pt x="281" y="75"/>
                          </a:lnTo>
                          <a:lnTo>
                            <a:pt x="275" y="326"/>
                          </a:lnTo>
                          <a:lnTo>
                            <a:pt x="31" y="326"/>
                          </a:lnTo>
                          <a:lnTo>
                            <a:pt x="0" y="63"/>
                          </a:lnTo>
                        </a:path>
                      </a:pathLst>
                    </a:custGeom>
                    <a:solidFill>
                      <a:srgbClr val="8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078" name="Freeform 69"/>
                    <p:cNvSpPr/>
                    <p:nvPr/>
                  </p:nvSpPr>
                  <p:spPr bwMode="auto">
                    <a:xfrm>
                      <a:off x="2948" y="1954"/>
                      <a:ext cx="110" cy="188"/>
                    </a:xfrm>
                    <a:custGeom>
                      <a:avLst/>
                      <a:gdLst>
                        <a:gd name="T0" fmla="*/ 0 w 110"/>
                        <a:gd name="T1" fmla="*/ 19 h 188"/>
                        <a:gd name="T2" fmla="*/ 9 w 110"/>
                        <a:gd name="T3" fmla="*/ 0 h 188"/>
                        <a:gd name="T4" fmla="*/ 76 w 110"/>
                        <a:gd name="T5" fmla="*/ 33 h 188"/>
                        <a:gd name="T6" fmla="*/ 93 w 110"/>
                        <a:gd name="T7" fmla="*/ 11 h 188"/>
                        <a:gd name="T8" fmla="*/ 104 w 110"/>
                        <a:gd name="T9" fmla="*/ 19 h 188"/>
                        <a:gd name="T10" fmla="*/ 109 w 110"/>
                        <a:gd name="T11" fmla="*/ 129 h 188"/>
                        <a:gd name="T12" fmla="*/ 107 w 110"/>
                        <a:gd name="T13" fmla="*/ 187 h 188"/>
                        <a:gd name="T14" fmla="*/ 0 w 110"/>
                        <a:gd name="T15" fmla="*/ 19 h 188"/>
                        <a:gd name="T16" fmla="*/ 0 60000 65536"/>
                        <a:gd name="T17" fmla="*/ 0 60000 65536"/>
                        <a:gd name="T18" fmla="*/ 0 60000 65536"/>
                        <a:gd name="T19" fmla="*/ 0 60000 65536"/>
                        <a:gd name="T20" fmla="*/ 0 60000 65536"/>
                        <a:gd name="T21" fmla="*/ 0 60000 65536"/>
                        <a:gd name="T22" fmla="*/ 0 60000 65536"/>
                        <a:gd name="T23" fmla="*/ 0 60000 65536"/>
                        <a:gd name="T24" fmla="*/ 0 w 110"/>
                        <a:gd name="T25" fmla="*/ 0 h 188"/>
                        <a:gd name="T26" fmla="*/ 110 w 110"/>
                        <a:gd name="T27" fmla="*/ 188 h 18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0" h="188">
                          <a:moveTo>
                            <a:pt x="0" y="19"/>
                          </a:moveTo>
                          <a:lnTo>
                            <a:pt x="9" y="0"/>
                          </a:lnTo>
                          <a:lnTo>
                            <a:pt x="76" y="33"/>
                          </a:lnTo>
                          <a:lnTo>
                            <a:pt x="93" y="11"/>
                          </a:lnTo>
                          <a:lnTo>
                            <a:pt x="104" y="19"/>
                          </a:lnTo>
                          <a:lnTo>
                            <a:pt x="109" y="129"/>
                          </a:lnTo>
                          <a:lnTo>
                            <a:pt x="107" y="187"/>
                          </a:lnTo>
                          <a:lnTo>
                            <a:pt x="0" y="19"/>
                          </a:lnTo>
                        </a:path>
                      </a:pathLst>
                    </a:custGeom>
                    <a:solidFill>
                      <a:srgbClr val="FFE0C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079" name="Freeform 70"/>
                    <p:cNvSpPr/>
                    <p:nvPr/>
                  </p:nvSpPr>
                  <p:spPr bwMode="auto">
                    <a:xfrm>
                      <a:off x="2985" y="1993"/>
                      <a:ext cx="74" cy="40"/>
                    </a:xfrm>
                    <a:custGeom>
                      <a:avLst/>
                      <a:gdLst>
                        <a:gd name="T0" fmla="*/ 0 w 74"/>
                        <a:gd name="T1" fmla="*/ 39 h 40"/>
                        <a:gd name="T2" fmla="*/ 41 w 74"/>
                        <a:gd name="T3" fmla="*/ 0 h 40"/>
                        <a:gd name="T4" fmla="*/ 73 w 74"/>
                        <a:gd name="T5" fmla="*/ 31 h 40"/>
                        <a:gd name="T6" fmla="*/ 0 60000 65536"/>
                        <a:gd name="T7" fmla="*/ 0 60000 65536"/>
                        <a:gd name="T8" fmla="*/ 0 60000 65536"/>
                        <a:gd name="T9" fmla="*/ 0 w 74"/>
                        <a:gd name="T10" fmla="*/ 0 h 40"/>
                        <a:gd name="T11" fmla="*/ 74 w 74"/>
                        <a:gd name="T12" fmla="*/ 40 h 40"/>
                      </a:gdLst>
                      <a:ahLst/>
                      <a:cxnLst>
                        <a:cxn ang="T6">
                          <a:pos x="T0" y="T1"/>
                        </a:cxn>
                        <a:cxn ang="T7">
                          <a:pos x="T2" y="T3"/>
                        </a:cxn>
                        <a:cxn ang="T8">
                          <a:pos x="T4" y="T5"/>
                        </a:cxn>
                      </a:cxnLst>
                      <a:rect l="T9" t="T10" r="T11" b="T12"/>
                      <a:pathLst>
                        <a:path w="74" h="40">
                          <a:moveTo>
                            <a:pt x="0" y="39"/>
                          </a:moveTo>
                          <a:lnTo>
                            <a:pt x="41" y="0"/>
                          </a:lnTo>
                          <a:lnTo>
                            <a:pt x="73" y="31"/>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grpSp>
              <p:grpSp>
                <p:nvGrpSpPr>
                  <p:cNvPr id="39073" name="Group 71"/>
                  <p:cNvGrpSpPr/>
                  <p:nvPr/>
                </p:nvGrpSpPr>
                <p:grpSpPr bwMode="auto">
                  <a:xfrm>
                    <a:off x="2807" y="1971"/>
                    <a:ext cx="449" cy="1070"/>
                    <a:chOff x="2807" y="1971"/>
                    <a:chExt cx="449" cy="1070"/>
                  </a:xfrm>
                </p:grpSpPr>
                <p:sp>
                  <p:nvSpPr>
                    <p:cNvPr id="39074" name="Freeform 72"/>
                    <p:cNvSpPr/>
                    <p:nvPr/>
                  </p:nvSpPr>
                  <p:spPr bwMode="auto">
                    <a:xfrm>
                      <a:off x="2807" y="1971"/>
                      <a:ext cx="449" cy="1070"/>
                    </a:xfrm>
                    <a:custGeom>
                      <a:avLst/>
                      <a:gdLst>
                        <a:gd name="T0" fmla="*/ 142 w 449"/>
                        <a:gd name="T1" fmla="*/ 0 h 1070"/>
                        <a:gd name="T2" fmla="*/ 34 w 449"/>
                        <a:gd name="T3" fmla="*/ 78 h 1070"/>
                        <a:gd name="T4" fmla="*/ 0 w 449"/>
                        <a:gd name="T5" fmla="*/ 331 h 1070"/>
                        <a:gd name="T6" fmla="*/ 84 w 449"/>
                        <a:gd name="T7" fmla="*/ 498 h 1070"/>
                        <a:gd name="T8" fmla="*/ 85 w 449"/>
                        <a:gd name="T9" fmla="*/ 529 h 1070"/>
                        <a:gd name="T10" fmla="*/ 91 w 449"/>
                        <a:gd name="T11" fmla="*/ 569 h 1070"/>
                        <a:gd name="T12" fmla="*/ 101 w 449"/>
                        <a:gd name="T13" fmla="*/ 594 h 1070"/>
                        <a:gd name="T14" fmla="*/ 88 w 449"/>
                        <a:gd name="T15" fmla="*/ 775 h 1070"/>
                        <a:gd name="T16" fmla="*/ 59 w 449"/>
                        <a:gd name="T17" fmla="*/ 1065 h 1070"/>
                        <a:gd name="T18" fmla="*/ 89 w 449"/>
                        <a:gd name="T19" fmla="*/ 1069 h 1070"/>
                        <a:gd name="T20" fmla="*/ 136 w 449"/>
                        <a:gd name="T21" fmla="*/ 1053 h 1070"/>
                        <a:gd name="T22" fmla="*/ 170 w 449"/>
                        <a:gd name="T23" fmla="*/ 857 h 1070"/>
                        <a:gd name="T24" fmla="*/ 187 w 449"/>
                        <a:gd name="T25" fmla="*/ 786 h 1070"/>
                        <a:gd name="T26" fmla="*/ 237 w 449"/>
                        <a:gd name="T27" fmla="*/ 596 h 1070"/>
                        <a:gd name="T28" fmla="*/ 244 w 449"/>
                        <a:gd name="T29" fmla="*/ 796 h 1070"/>
                        <a:gd name="T30" fmla="*/ 270 w 449"/>
                        <a:gd name="T31" fmla="*/ 1036 h 1070"/>
                        <a:gd name="T32" fmla="*/ 341 w 449"/>
                        <a:gd name="T33" fmla="*/ 1039 h 1070"/>
                        <a:gd name="T34" fmla="*/ 349 w 449"/>
                        <a:gd name="T35" fmla="*/ 780 h 1070"/>
                        <a:gd name="T36" fmla="*/ 342 w 449"/>
                        <a:gd name="T37" fmla="*/ 521 h 1070"/>
                        <a:gd name="T38" fmla="*/ 345 w 449"/>
                        <a:gd name="T39" fmla="*/ 390 h 1070"/>
                        <a:gd name="T40" fmla="*/ 359 w 449"/>
                        <a:gd name="T41" fmla="*/ 349 h 1070"/>
                        <a:gd name="T42" fmla="*/ 367 w 449"/>
                        <a:gd name="T43" fmla="*/ 351 h 1070"/>
                        <a:gd name="T44" fmla="*/ 441 w 449"/>
                        <a:gd name="T45" fmla="*/ 308 h 1070"/>
                        <a:gd name="T46" fmla="*/ 448 w 449"/>
                        <a:gd name="T47" fmla="*/ 226 h 1070"/>
                        <a:gd name="T48" fmla="*/ 328 w 449"/>
                        <a:gd name="T49" fmla="*/ 28 h 1070"/>
                        <a:gd name="T50" fmla="*/ 244 w 449"/>
                        <a:gd name="T51" fmla="*/ 0 h 1070"/>
                        <a:gd name="T52" fmla="*/ 262 w 449"/>
                        <a:gd name="T53" fmla="*/ 132 h 1070"/>
                        <a:gd name="T54" fmla="*/ 241 w 449"/>
                        <a:gd name="T55" fmla="*/ 264 h 1070"/>
                        <a:gd name="T56" fmla="*/ 208 w 449"/>
                        <a:gd name="T57" fmla="*/ 141 h 1070"/>
                        <a:gd name="T58" fmla="*/ 142 w 449"/>
                        <a:gd name="T59" fmla="*/ 0 h 107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49"/>
                        <a:gd name="T91" fmla="*/ 0 h 1070"/>
                        <a:gd name="T92" fmla="*/ 449 w 449"/>
                        <a:gd name="T93" fmla="*/ 1070 h 107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49" h="1070">
                          <a:moveTo>
                            <a:pt x="142" y="0"/>
                          </a:moveTo>
                          <a:lnTo>
                            <a:pt x="34" y="78"/>
                          </a:lnTo>
                          <a:lnTo>
                            <a:pt x="0" y="331"/>
                          </a:lnTo>
                          <a:lnTo>
                            <a:pt x="84" y="498"/>
                          </a:lnTo>
                          <a:lnTo>
                            <a:pt x="85" y="529"/>
                          </a:lnTo>
                          <a:lnTo>
                            <a:pt x="91" y="569"/>
                          </a:lnTo>
                          <a:lnTo>
                            <a:pt x="101" y="594"/>
                          </a:lnTo>
                          <a:lnTo>
                            <a:pt x="88" y="775"/>
                          </a:lnTo>
                          <a:lnTo>
                            <a:pt x="59" y="1065"/>
                          </a:lnTo>
                          <a:lnTo>
                            <a:pt x="89" y="1069"/>
                          </a:lnTo>
                          <a:lnTo>
                            <a:pt x="136" y="1053"/>
                          </a:lnTo>
                          <a:lnTo>
                            <a:pt x="170" y="857"/>
                          </a:lnTo>
                          <a:lnTo>
                            <a:pt x="187" y="786"/>
                          </a:lnTo>
                          <a:lnTo>
                            <a:pt x="237" y="596"/>
                          </a:lnTo>
                          <a:lnTo>
                            <a:pt x="244" y="796"/>
                          </a:lnTo>
                          <a:lnTo>
                            <a:pt x="270" y="1036"/>
                          </a:lnTo>
                          <a:lnTo>
                            <a:pt x="341" y="1039"/>
                          </a:lnTo>
                          <a:lnTo>
                            <a:pt x="349" y="780"/>
                          </a:lnTo>
                          <a:lnTo>
                            <a:pt x="342" y="521"/>
                          </a:lnTo>
                          <a:lnTo>
                            <a:pt x="345" y="390"/>
                          </a:lnTo>
                          <a:lnTo>
                            <a:pt x="359" y="349"/>
                          </a:lnTo>
                          <a:lnTo>
                            <a:pt x="367" y="351"/>
                          </a:lnTo>
                          <a:lnTo>
                            <a:pt x="441" y="308"/>
                          </a:lnTo>
                          <a:lnTo>
                            <a:pt x="448" y="226"/>
                          </a:lnTo>
                          <a:lnTo>
                            <a:pt x="328" y="28"/>
                          </a:lnTo>
                          <a:lnTo>
                            <a:pt x="244" y="0"/>
                          </a:lnTo>
                          <a:lnTo>
                            <a:pt x="262" y="132"/>
                          </a:lnTo>
                          <a:lnTo>
                            <a:pt x="241" y="264"/>
                          </a:lnTo>
                          <a:lnTo>
                            <a:pt x="208" y="141"/>
                          </a:lnTo>
                          <a:lnTo>
                            <a:pt x="142" y="0"/>
                          </a:lnTo>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075" name="Freeform 73"/>
                    <p:cNvSpPr/>
                    <p:nvPr/>
                  </p:nvSpPr>
                  <p:spPr bwMode="auto">
                    <a:xfrm>
                      <a:off x="2832" y="2086"/>
                      <a:ext cx="110" cy="276"/>
                    </a:xfrm>
                    <a:custGeom>
                      <a:avLst/>
                      <a:gdLst>
                        <a:gd name="T0" fmla="*/ 55 w 110"/>
                        <a:gd name="T1" fmla="*/ 0 h 276"/>
                        <a:gd name="T2" fmla="*/ 65 w 110"/>
                        <a:gd name="T3" fmla="*/ 66 h 276"/>
                        <a:gd name="T4" fmla="*/ 60 w 110"/>
                        <a:gd name="T5" fmla="*/ 166 h 276"/>
                        <a:gd name="T6" fmla="*/ 0 w 110"/>
                        <a:gd name="T7" fmla="*/ 182 h 276"/>
                        <a:gd name="T8" fmla="*/ 60 w 110"/>
                        <a:gd name="T9" fmla="*/ 188 h 276"/>
                        <a:gd name="T10" fmla="*/ 76 w 110"/>
                        <a:gd name="T11" fmla="*/ 247 h 276"/>
                        <a:gd name="T12" fmla="*/ 109 w 110"/>
                        <a:gd name="T13" fmla="*/ 275 h 276"/>
                        <a:gd name="T14" fmla="*/ 98 w 110"/>
                        <a:gd name="T15" fmla="*/ 226 h 276"/>
                        <a:gd name="T16" fmla="*/ 87 w 110"/>
                        <a:gd name="T17" fmla="*/ 199 h 276"/>
                        <a:gd name="T18" fmla="*/ 82 w 110"/>
                        <a:gd name="T19" fmla="*/ 132 h 276"/>
                        <a:gd name="T20" fmla="*/ 55 w 110"/>
                        <a:gd name="T21" fmla="*/ 0 h 27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0"/>
                        <a:gd name="T34" fmla="*/ 0 h 276"/>
                        <a:gd name="T35" fmla="*/ 110 w 110"/>
                        <a:gd name="T36" fmla="*/ 276 h 27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0" h="276">
                          <a:moveTo>
                            <a:pt x="55" y="0"/>
                          </a:moveTo>
                          <a:lnTo>
                            <a:pt x="65" y="66"/>
                          </a:lnTo>
                          <a:lnTo>
                            <a:pt x="60" y="166"/>
                          </a:lnTo>
                          <a:lnTo>
                            <a:pt x="0" y="182"/>
                          </a:lnTo>
                          <a:lnTo>
                            <a:pt x="60" y="188"/>
                          </a:lnTo>
                          <a:lnTo>
                            <a:pt x="76" y="247"/>
                          </a:lnTo>
                          <a:lnTo>
                            <a:pt x="109" y="275"/>
                          </a:lnTo>
                          <a:lnTo>
                            <a:pt x="98" y="226"/>
                          </a:lnTo>
                          <a:lnTo>
                            <a:pt x="87" y="199"/>
                          </a:lnTo>
                          <a:lnTo>
                            <a:pt x="82" y="132"/>
                          </a:lnTo>
                          <a:lnTo>
                            <a:pt x="55" y="0"/>
                          </a:lnTo>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076" name="Freeform 74"/>
                    <p:cNvSpPr/>
                    <p:nvPr/>
                  </p:nvSpPr>
                  <p:spPr bwMode="auto">
                    <a:xfrm>
                      <a:off x="2936" y="2102"/>
                      <a:ext cx="36" cy="34"/>
                    </a:xfrm>
                    <a:custGeom>
                      <a:avLst/>
                      <a:gdLst>
                        <a:gd name="T0" fmla="*/ 0 w 36"/>
                        <a:gd name="T1" fmla="*/ 33 h 34"/>
                        <a:gd name="T2" fmla="*/ 8 w 36"/>
                        <a:gd name="T3" fmla="*/ 0 h 34"/>
                        <a:gd name="T4" fmla="*/ 35 w 36"/>
                        <a:gd name="T5" fmla="*/ 28 h 34"/>
                        <a:gd name="T6" fmla="*/ 0 w 36"/>
                        <a:gd name="T7" fmla="*/ 33 h 34"/>
                        <a:gd name="T8" fmla="*/ 0 60000 65536"/>
                        <a:gd name="T9" fmla="*/ 0 60000 65536"/>
                        <a:gd name="T10" fmla="*/ 0 60000 65536"/>
                        <a:gd name="T11" fmla="*/ 0 60000 65536"/>
                        <a:gd name="T12" fmla="*/ 0 w 36"/>
                        <a:gd name="T13" fmla="*/ 0 h 34"/>
                        <a:gd name="T14" fmla="*/ 36 w 36"/>
                        <a:gd name="T15" fmla="*/ 34 h 34"/>
                      </a:gdLst>
                      <a:ahLst/>
                      <a:cxnLst>
                        <a:cxn ang="T8">
                          <a:pos x="T0" y="T1"/>
                        </a:cxn>
                        <a:cxn ang="T9">
                          <a:pos x="T2" y="T3"/>
                        </a:cxn>
                        <a:cxn ang="T10">
                          <a:pos x="T4" y="T5"/>
                        </a:cxn>
                        <a:cxn ang="T11">
                          <a:pos x="T6" y="T7"/>
                        </a:cxn>
                      </a:cxnLst>
                      <a:rect l="T12" t="T13" r="T14" b="T15"/>
                      <a:pathLst>
                        <a:path w="36" h="34">
                          <a:moveTo>
                            <a:pt x="0" y="33"/>
                          </a:moveTo>
                          <a:lnTo>
                            <a:pt x="8" y="0"/>
                          </a:lnTo>
                          <a:lnTo>
                            <a:pt x="35" y="28"/>
                          </a:lnTo>
                          <a:lnTo>
                            <a:pt x="0" y="33"/>
                          </a:lnTo>
                        </a:path>
                      </a:pathLst>
                    </a:custGeom>
                    <a:solidFill>
                      <a:srgbClr val="FFE0C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grpSp>
          <p:grpSp>
            <p:nvGrpSpPr>
              <p:cNvPr id="39060" name="Group 75"/>
              <p:cNvGrpSpPr/>
              <p:nvPr/>
            </p:nvGrpSpPr>
            <p:grpSpPr bwMode="auto">
              <a:xfrm>
                <a:off x="2934" y="1783"/>
                <a:ext cx="239" cy="536"/>
                <a:chOff x="2934" y="1783"/>
                <a:chExt cx="239" cy="536"/>
              </a:xfrm>
            </p:grpSpPr>
            <p:grpSp>
              <p:nvGrpSpPr>
                <p:cNvPr id="39061" name="Group 76"/>
                <p:cNvGrpSpPr/>
                <p:nvPr/>
              </p:nvGrpSpPr>
              <p:grpSpPr bwMode="auto">
                <a:xfrm>
                  <a:off x="2934" y="1783"/>
                  <a:ext cx="140" cy="205"/>
                  <a:chOff x="2934" y="1783"/>
                  <a:chExt cx="140" cy="205"/>
                </a:xfrm>
              </p:grpSpPr>
              <p:grpSp>
                <p:nvGrpSpPr>
                  <p:cNvPr id="39063" name="Group 77"/>
                  <p:cNvGrpSpPr/>
                  <p:nvPr/>
                </p:nvGrpSpPr>
                <p:grpSpPr bwMode="auto">
                  <a:xfrm>
                    <a:off x="2939" y="1786"/>
                    <a:ext cx="127" cy="202"/>
                    <a:chOff x="2939" y="1786"/>
                    <a:chExt cx="127" cy="202"/>
                  </a:xfrm>
                </p:grpSpPr>
                <p:sp>
                  <p:nvSpPr>
                    <p:cNvPr id="39065" name="Freeform 78"/>
                    <p:cNvSpPr/>
                    <p:nvPr/>
                  </p:nvSpPr>
                  <p:spPr bwMode="auto">
                    <a:xfrm>
                      <a:off x="2939" y="1786"/>
                      <a:ext cx="123" cy="202"/>
                    </a:xfrm>
                    <a:custGeom>
                      <a:avLst/>
                      <a:gdLst>
                        <a:gd name="T0" fmla="*/ 120 w 123"/>
                        <a:gd name="T1" fmla="*/ 34 h 202"/>
                        <a:gd name="T2" fmla="*/ 122 w 123"/>
                        <a:gd name="T3" fmla="*/ 65 h 202"/>
                        <a:gd name="T4" fmla="*/ 117 w 123"/>
                        <a:gd name="T5" fmla="*/ 77 h 202"/>
                        <a:gd name="T6" fmla="*/ 122 w 123"/>
                        <a:gd name="T7" fmla="*/ 88 h 202"/>
                        <a:gd name="T8" fmla="*/ 121 w 123"/>
                        <a:gd name="T9" fmla="*/ 100 h 202"/>
                        <a:gd name="T10" fmla="*/ 119 w 123"/>
                        <a:gd name="T11" fmla="*/ 116 h 202"/>
                        <a:gd name="T12" fmla="*/ 117 w 123"/>
                        <a:gd name="T13" fmla="*/ 133 h 202"/>
                        <a:gd name="T14" fmla="*/ 118 w 123"/>
                        <a:gd name="T15" fmla="*/ 150 h 202"/>
                        <a:gd name="T16" fmla="*/ 111 w 123"/>
                        <a:gd name="T17" fmla="*/ 161 h 202"/>
                        <a:gd name="T18" fmla="*/ 100 w 123"/>
                        <a:gd name="T19" fmla="*/ 168 h 202"/>
                        <a:gd name="T20" fmla="*/ 104 w 123"/>
                        <a:gd name="T21" fmla="*/ 178 h 202"/>
                        <a:gd name="T22" fmla="*/ 83 w 123"/>
                        <a:gd name="T23" fmla="*/ 201 h 202"/>
                        <a:gd name="T24" fmla="*/ 17 w 123"/>
                        <a:gd name="T25" fmla="*/ 167 h 202"/>
                        <a:gd name="T26" fmla="*/ 15 w 123"/>
                        <a:gd name="T27" fmla="*/ 123 h 202"/>
                        <a:gd name="T28" fmla="*/ 12 w 123"/>
                        <a:gd name="T29" fmla="*/ 117 h 202"/>
                        <a:gd name="T30" fmla="*/ 9 w 123"/>
                        <a:gd name="T31" fmla="*/ 110 h 202"/>
                        <a:gd name="T32" fmla="*/ 4 w 123"/>
                        <a:gd name="T33" fmla="*/ 98 h 202"/>
                        <a:gd name="T34" fmla="*/ 0 w 123"/>
                        <a:gd name="T35" fmla="*/ 75 h 202"/>
                        <a:gd name="T36" fmla="*/ 7 w 123"/>
                        <a:gd name="T37" fmla="*/ 71 h 202"/>
                        <a:gd name="T38" fmla="*/ 6 w 123"/>
                        <a:gd name="T39" fmla="*/ 63 h 202"/>
                        <a:gd name="T40" fmla="*/ 6 w 123"/>
                        <a:gd name="T41" fmla="*/ 47 h 202"/>
                        <a:gd name="T42" fmla="*/ 6 w 123"/>
                        <a:gd name="T43" fmla="*/ 36 h 202"/>
                        <a:gd name="T44" fmla="*/ 12 w 123"/>
                        <a:gd name="T45" fmla="*/ 24 h 202"/>
                        <a:gd name="T46" fmla="*/ 18 w 123"/>
                        <a:gd name="T47" fmla="*/ 15 h 202"/>
                        <a:gd name="T48" fmla="*/ 30 w 123"/>
                        <a:gd name="T49" fmla="*/ 5 h 202"/>
                        <a:gd name="T50" fmla="*/ 43 w 123"/>
                        <a:gd name="T51" fmla="*/ 2 h 202"/>
                        <a:gd name="T52" fmla="*/ 57 w 123"/>
                        <a:gd name="T53" fmla="*/ 0 h 202"/>
                        <a:gd name="T54" fmla="*/ 71 w 123"/>
                        <a:gd name="T55" fmla="*/ 0 h 202"/>
                        <a:gd name="T56" fmla="*/ 84 w 123"/>
                        <a:gd name="T57" fmla="*/ 1 h 202"/>
                        <a:gd name="T58" fmla="*/ 95 w 123"/>
                        <a:gd name="T59" fmla="*/ 3 h 202"/>
                        <a:gd name="T60" fmla="*/ 107 w 123"/>
                        <a:gd name="T61" fmla="*/ 8 h 202"/>
                        <a:gd name="T62" fmla="*/ 114 w 123"/>
                        <a:gd name="T63" fmla="*/ 15 h 202"/>
                        <a:gd name="T64" fmla="*/ 116 w 123"/>
                        <a:gd name="T65" fmla="*/ 22 h 202"/>
                        <a:gd name="T66" fmla="*/ 120 w 123"/>
                        <a:gd name="T67" fmla="*/ 34 h 20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3"/>
                        <a:gd name="T103" fmla="*/ 0 h 202"/>
                        <a:gd name="T104" fmla="*/ 123 w 123"/>
                        <a:gd name="T105" fmla="*/ 202 h 20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3" h="202">
                          <a:moveTo>
                            <a:pt x="120" y="34"/>
                          </a:moveTo>
                          <a:lnTo>
                            <a:pt x="122" y="65"/>
                          </a:lnTo>
                          <a:lnTo>
                            <a:pt x="117" y="77"/>
                          </a:lnTo>
                          <a:lnTo>
                            <a:pt x="122" y="88"/>
                          </a:lnTo>
                          <a:lnTo>
                            <a:pt x="121" y="100"/>
                          </a:lnTo>
                          <a:lnTo>
                            <a:pt x="119" y="116"/>
                          </a:lnTo>
                          <a:lnTo>
                            <a:pt x="117" y="133"/>
                          </a:lnTo>
                          <a:lnTo>
                            <a:pt x="118" y="150"/>
                          </a:lnTo>
                          <a:lnTo>
                            <a:pt x="111" y="161"/>
                          </a:lnTo>
                          <a:lnTo>
                            <a:pt x="100" y="168"/>
                          </a:lnTo>
                          <a:lnTo>
                            <a:pt x="104" y="178"/>
                          </a:lnTo>
                          <a:lnTo>
                            <a:pt x="83" y="201"/>
                          </a:lnTo>
                          <a:lnTo>
                            <a:pt x="17" y="167"/>
                          </a:lnTo>
                          <a:lnTo>
                            <a:pt x="15" y="123"/>
                          </a:lnTo>
                          <a:lnTo>
                            <a:pt x="12" y="117"/>
                          </a:lnTo>
                          <a:lnTo>
                            <a:pt x="9" y="110"/>
                          </a:lnTo>
                          <a:lnTo>
                            <a:pt x="4" y="98"/>
                          </a:lnTo>
                          <a:lnTo>
                            <a:pt x="0" y="75"/>
                          </a:lnTo>
                          <a:lnTo>
                            <a:pt x="7" y="71"/>
                          </a:lnTo>
                          <a:lnTo>
                            <a:pt x="6" y="63"/>
                          </a:lnTo>
                          <a:lnTo>
                            <a:pt x="6" y="47"/>
                          </a:lnTo>
                          <a:lnTo>
                            <a:pt x="6" y="36"/>
                          </a:lnTo>
                          <a:lnTo>
                            <a:pt x="12" y="24"/>
                          </a:lnTo>
                          <a:lnTo>
                            <a:pt x="18" y="15"/>
                          </a:lnTo>
                          <a:lnTo>
                            <a:pt x="30" y="5"/>
                          </a:lnTo>
                          <a:lnTo>
                            <a:pt x="43" y="2"/>
                          </a:lnTo>
                          <a:lnTo>
                            <a:pt x="57" y="0"/>
                          </a:lnTo>
                          <a:lnTo>
                            <a:pt x="71" y="0"/>
                          </a:lnTo>
                          <a:lnTo>
                            <a:pt x="84" y="1"/>
                          </a:lnTo>
                          <a:lnTo>
                            <a:pt x="95" y="3"/>
                          </a:lnTo>
                          <a:lnTo>
                            <a:pt x="107" y="8"/>
                          </a:lnTo>
                          <a:lnTo>
                            <a:pt x="114" y="15"/>
                          </a:lnTo>
                          <a:lnTo>
                            <a:pt x="116" y="22"/>
                          </a:lnTo>
                          <a:lnTo>
                            <a:pt x="120" y="34"/>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39066" name="Group 79"/>
                    <p:cNvGrpSpPr/>
                    <p:nvPr/>
                  </p:nvGrpSpPr>
                  <p:grpSpPr bwMode="auto">
                    <a:xfrm>
                      <a:off x="2952" y="1855"/>
                      <a:ext cx="114" cy="97"/>
                      <a:chOff x="2952" y="1855"/>
                      <a:chExt cx="114" cy="97"/>
                    </a:xfrm>
                  </p:grpSpPr>
                  <p:sp>
                    <p:nvSpPr>
                      <p:cNvPr id="39067" name="Freeform 80"/>
                      <p:cNvSpPr/>
                      <p:nvPr/>
                    </p:nvSpPr>
                    <p:spPr bwMode="auto">
                      <a:xfrm>
                        <a:off x="2992" y="1855"/>
                        <a:ext cx="41" cy="17"/>
                      </a:xfrm>
                      <a:custGeom>
                        <a:avLst/>
                        <a:gdLst>
                          <a:gd name="T0" fmla="*/ 0 w 41"/>
                          <a:gd name="T1" fmla="*/ 2 h 17"/>
                          <a:gd name="T2" fmla="*/ 18 w 41"/>
                          <a:gd name="T3" fmla="*/ 0 h 17"/>
                          <a:gd name="T4" fmla="*/ 31 w 41"/>
                          <a:gd name="T5" fmla="*/ 1 h 17"/>
                          <a:gd name="T6" fmla="*/ 36 w 41"/>
                          <a:gd name="T7" fmla="*/ 3 h 17"/>
                          <a:gd name="T8" fmla="*/ 40 w 41"/>
                          <a:gd name="T9" fmla="*/ 4 h 17"/>
                          <a:gd name="T10" fmla="*/ 38 w 41"/>
                          <a:gd name="T11" fmla="*/ 8 h 17"/>
                          <a:gd name="T12" fmla="*/ 34 w 41"/>
                          <a:gd name="T13" fmla="*/ 12 h 17"/>
                          <a:gd name="T14" fmla="*/ 36 w 41"/>
                          <a:gd name="T15" fmla="*/ 16 h 17"/>
                          <a:gd name="T16" fmla="*/ 23 w 41"/>
                          <a:gd name="T17" fmla="*/ 13 h 17"/>
                          <a:gd name="T18" fmla="*/ 10 w 41"/>
                          <a:gd name="T19" fmla="*/ 14 h 17"/>
                          <a:gd name="T20" fmla="*/ 17 w 41"/>
                          <a:gd name="T21" fmla="*/ 12 h 17"/>
                          <a:gd name="T22" fmla="*/ 9 w 41"/>
                          <a:gd name="T23" fmla="*/ 8 h 17"/>
                          <a:gd name="T24" fmla="*/ 0 w 41"/>
                          <a:gd name="T25" fmla="*/ 2 h 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1"/>
                          <a:gd name="T40" fmla="*/ 0 h 17"/>
                          <a:gd name="T41" fmla="*/ 41 w 41"/>
                          <a:gd name="T42" fmla="*/ 17 h 1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1" h="17">
                            <a:moveTo>
                              <a:pt x="0" y="2"/>
                            </a:moveTo>
                            <a:lnTo>
                              <a:pt x="18" y="0"/>
                            </a:lnTo>
                            <a:lnTo>
                              <a:pt x="31" y="1"/>
                            </a:lnTo>
                            <a:lnTo>
                              <a:pt x="36" y="3"/>
                            </a:lnTo>
                            <a:lnTo>
                              <a:pt x="40" y="4"/>
                            </a:lnTo>
                            <a:lnTo>
                              <a:pt x="38" y="8"/>
                            </a:lnTo>
                            <a:lnTo>
                              <a:pt x="34" y="12"/>
                            </a:lnTo>
                            <a:lnTo>
                              <a:pt x="36" y="16"/>
                            </a:lnTo>
                            <a:lnTo>
                              <a:pt x="23" y="13"/>
                            </a:lnTo>
                            <a:lnTo>
                              <a:pt x="10" y="14"/>
                            </a:lnTo>
                            <a:lnTo>
                              <a:pt x="17" y="12"/>
                            </a:lnTo>
                            <a:lnTo>
                              <a:pt x="9" y="8"/>
                            </a:lnTo>
                            <a:lnTo>
                              <a:pt x="0" y="2"/>
                            </a:lnTo>
                          </a:path>
                        </a:pathLst>
                      </a:custGeom>
                      <a:solidFill>
                        <a:srgbClr val="806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068" name="Freeform 81"/>
                      <p:cNvSpPr/>
                      <p:nvPr/>
                    </p:nvSpPr>
                    <p:spPr bwMode="auto">
                      <a:xfrm>
                        <a:off x="3049" y="1902"/>
                        <a:ext cx="17" cy="17"/>
                      </a:xfrm>
                      <a:custGeom>
                        <a:avLst/>
                        <a:gdLst>
                          <a:gd name="T0" fmla="*/ 0 w 17"/>
                          <a:gd name="T1" fmla="*/ 0 h 17"/>
                          <a:gd name="T2" fmla="*/ 16 w 17"/>
                          <a:gd name="T3" fmla="*/ 0 h 17"/>
                          <a:gd name="T4" fmla="*/ 14 w 17"/>
                          <a:gd name="T5" fmla="*/ 16 h 17"/>
                          <a:gd name="T6" fmla="*/ 0 w 17"/>
                          <a:gd name="T7" fmla="*/ 0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0" y="0"/>
                            </a:moveTo>
                            <a:lnTo>
                              <a:pt x="16" y="0"/>
                            </a:lnTo>
                            <a:lnTo>
                              <a:pt x="14" y="16"/>
                            </a:lnTo>
                            <a:lnTo>
                              <a:pt x="0" y="0"/>
                            </a:lnTo>
                          </a:path>
                        </a:pathLst>
                      </a:custGeom>
                      <a:solidFill>
                        <a:srgbClr val="806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069" name="Freeform 82"/>
                      <p:cNvSpPr/>
                      <p:nvPr/>
                    </p:nvSpPr>
                    <p:spPr bwMode="auto">
                      <a:xfrm>
                        <a:off x="2952" y="1904"/>
                        <a:ext cx="66" cy="48"/>
                      </a:xfrm>
                      <a:custGeom>
                        <a:avLst/>
                        <a:gdLst>
                          <a:gd name="T0" fmla="*/ 5 w 66"/>
                          <a:gd name="T1" fmla="*/ 5 h 48"/>
                          <a:gd name="T2" fmla="*/ 12 w 66"/>
                          <a:gd name="T3" fmla="*/ 4 h 48"/>
                          <a:gd name="T4" fmla="*/ 28 w 66"/>
                          <a:gd name="T5" fmla="*/ 30 h 48"/>
                          <a:gd name="T6" fmla="*/ 65 w 66"/>
                          <a:gd name="T7" fmla="*/ 47 h 48"/>
                          <a:gd name="T8" fmla="*/ 27 w 66"/>
                          <a:gd name="T9" fmla="*/ 35 h 48"/>
                          <a:gd name="T10" fmla="*/ 12 w 66"/>
                          <a:gd name="T11" fmla="*/ 21 h 48"/>
                          <a:gd name="T12" fmla="*/ 4 w 66"/>
                          <a:gd name="T13" fmla="*/ 27 h 48"/>
                          <a:gd name="T14" fmla="*/ 0 w 66"/>
                          <a:gd name="T15" fmla="*/ 0 h 48"/>
                          <a:gd name="T16" fmla="*/ 5 w 66"/>
                          <a:gd name="T17" fmla="*/ 5 h 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6"/>
                          <a:gd name="T28" fmla="*/ 0 h 48"/>
                          <a:gd name="T29" fmla="*/ 66 w 66"/>
                          <a:gd name="T30" fmla="*/ 48 h 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6" h="48">
                            <a:moveTo>
                              <a:pt x="5" y="5"/>
                            </a:moveTo>
                            <a:lnTo>
                              <a:pt x="12" y="4"/>
                            </a:lnTo>
                            <a:lnTo>
                              <a:pt x="28" y="30"/>
                            </a:lnTo>
                            <a:lnTo>
                              <a:pt x="65" y="47"/>
                            </a:lnTo>
                            <a:lnTo>
                              <a:pt x="27" y="35"/>
                            </a:lnTo>
                            <a:lnTo>
                              <a:pt x="12" y="21"/>
                            </a:lnTo>
                            <a:lnTo>
                              <a:pt x="4" y="27"/>
                            </a:lnTo>
                            <a:lnTo>
                              <a:pt x="0" y="0"/>
                            </a:lnTo>
                            <a:lnTo>
                              <a:pt x="5" y="5"/>
                            </a:lnTo>
                          </a:path>
                        </a:pathLst>
                      </a:custGeom>
                      <a:solidFill>
                        <a:srgbClr val="806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sp>
                <p:nvSpPr>
                  <p:cNvPr id="39064" name="Freeform 83"/>
                  <p:cNvSpPr/>
                  <p:nvPr/>
                </p:nvSpPr>
                <p:spPr bwMode="auto">
                  <a:xfrm>
                    <a:off x="2934" y="1783"/>
                    <a:ext cx="140" cy="129"/>
                  </a:xfrm>
                  <a:custGeom>
                    <a:avLst/>
                    <a:gdLst>
                      <a:gd name="T0" fmla="*/ 20 w 140"/>
                      <a:gd name="T1" fmla="*/ 128 h 129"/>
                      <a:gd name="T2" fmla="*/ 9 w 140"/>
                      <a:gd name="T3" fmla="*/ 114 h 129"/>
                      <a:gd name="T4" fmla="*/ 4 w 140"/>
                      <a:gd name="T5" fmla="*/ 95 h 129"/>
                      <a:gd name="T6" fmla="*/ 0 w 140"/>
                      <a:gd name="T7" fmla="*/ 68 h 129"/>
                      <a:gd name="T8" fmla="*/ 0 w 140"/>
                      <a:gd name="T9" fmla="*/ 42 h 129"/>
                      <a:gd name="T10" fmla="*/ 5 w 140"/>
                      <a:gd name="T11" fmla="*/ 23 h 129"/>
                      <a:gd name="T12" fmla="*/ 18 w 140"/>
                      <a:gd name="T13" fmla="*/ 9 h 129"/>
                      <a:gd name="T14" fmla="*/ 33 w 140"/>
                      <a:gd name="T15" fmla="*/ 3 h 129"/>
                      <a:gd name="T16" fmla="*/ 61 w 140"/>
                      <a:gd name="T17" fmla="*/ 0 h 129"/>
                      <a:gd name="T18" fmla="*/ 97 w 140"/>
                      <a:gd name="T19" fmla="*/ 2 h 129"/>
                      <a:gd name="T20" fmla="*/ 119 w 140"/>
                      <a:gd name="T21" fmla="*/ 9 h 129"/>
                      <a:gd name="T22" fmla="*/ 133 w 140"/>
                      <a:gd name="T23" fmla="*/ 12 h 129"/>
                      <a:gd name="T24" fmla="*/ 139 w 140"/>
                      <a:gd name="T25" fmla="*/ 12 h 129"/>
                      <a:gd name="T26" fmla="*/ 131 w 140"/>
                      <a:gd name="T27" fmla="*/ 20 h 129"/>
                      <a:gd name="T28" fmla="*/ 125 w 140"/>
                      <a:gd name="T29" fmla="*/ 33 h 129"/>
                      <a:gd name="T30" fmla="*/ 125 w 140"/>
                      <a:gd name="T31" fmla="*/ 39 h 129"/>
                      <a:gd name="T32" fmla="*/ 113 w 140"/>
                      <a:gd name="T33" fmla="*/ 31 h 129"/>
                      <a:gd name="T34" fmla="*/ 97 w 140"/>
                      <a:gd name="T35" fmla="*/ 30 h 129"/>
                      <a:gd name="T36" fmla="*/ 76 w 140"/>
                      <a:gd name="T37" fmla="*/ 28 h 129"/>
                      <a:gd name="T38" fmla="*/ 63 w 140"/>
                      <a:gd name="T39" fmla="*/ 28 h 129"/>
                      <a:gd name="T40" fmla="*/ 47 w 140"/>
                      <a:gd name="T41" fmla="*/ 28 h 129"/>
                      <a:gd name="T42" fmla="*/ 54 w 140"/>
                      <a:gd name="T43" fmla="*/ 32 h 129"/>
                      <a:gd name="T44" fmla="*/ 54 w 140"/>
                      <a:gd name="T45" fmla="*/ 40 h 129"/>
                      <a:gd name="T46" fmla="*/ 50 w 140"/>
                      <a:gd name="T47" fmla="*/ 49 h 129"/>
                      <a:gd name="T48" fmla="*/ 41 w 140"/>
                      <a:gd name="T49" fmla="*/ 61 h 129"/>
                      <a:gd name="T50" fmla="*/ 37 w 140"/>
                      <a:gd name="T51" fmla="*/ 77 h 129"/>
                      <a:gd name="T52" fmla="*/ 37 w 140"/>
                      <a:gd name="T53" fmla="*/ 95 h 129"/>
                      <a:gd name="T54" fmla="*/ 25 w 140"/>
                      <a:gd name="T55" fmla="*/ 84 h 129"/>
                      <a:gd name="T56" fmla="*/ 24 w 140"/>
                      <a:gd name="T57" fmla="*/ 76 h 129"/>
                      <a:gd name="T58" fmla="*/ 17 w 140"/>
                      <a:gd name="T59" fmla="*/ 73 h 129"/>
                      <a:gd name="T60" fmla="*/ 8 w 140"/>
                      <a:gd name="T61" fmla="*/ 74 h 129"/>
                      <a:gd name="T62" fmla="*/ 6 w 140"/>
                      <a:gd name="T63" fmla="*/ 78 h 129"/>
                      <a:gd name="T64" fmla="*/ 9 w 140"/>
                      <a:gd name="T65" fmla="*/ 103 h 129"/>
                      <a:gd name="T66" fmla="*/ 16 w 140"/>
                      <a:gd name="T67" fmla="*/ 114 h 129"/>
                      <a:gd name="T68" fmla="*/ 20 w 140"/>
                      <a:gd name="T69" fmla="*/ 128 h 12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0"/>
                      <a:gd name="T106" fmla="*/ 0 h 129"/>
                      <a:gd name="T107" fmla="*/ 140 w 140"/>
                      <a:gd name="T108" fmla="*/ 129 h 12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0" h="129">
                        <a:moveTo>
                          <a:pt x="20" y="128"/>
                        </a:moveTo>
                        <a:lnTo>
                          <a:pt x="9" y="114"/>
                        </a:lnTo>
                        <a:lnTo>
                          <a:pt x="4" y="95"/>
                        </a:lnTo>
                        <a:lnTo>
                          <a:pt x="0" y="68"/>
                        </a:lnTo>
                        <a:lnTo>
                          <a:pt x="0" y="42"/>
                        </a:lnTo>
                        <a:lnTo>
                          <a:pt x="5" y="23"/>
                        </a:lnTo>
                        <a:lnTo>
                          <a:pt x="18" y="9"/>
                        </a:lnTo>
                        <a:lnTo>
                          <a:pt x="33" y="3"/>
                        </a:lnTo>
                        <a:lnTo>
                          <a:pt x="61" y="0"/>
                        </a:lnTo>
                        <a:lnTo>
                          <a:pt x="97" y="2"/>
                        </a:lnTo>
                        <a:lnTo>
                          <a:pt x="119" y="9"/>
                        </a:lnTo>
                        <a:lnTo>
                          <a:pt x="133" y="12"/>
                        </a:lnTo>
                        <a:lnTo>
                          <a:pt x="139" y="12"/>
                        </a:lnTo>
                        <a:lnTo>
                          <a:pt x="131" y="20"/>
                        </a:lnTo>
                        <a:lnTo>
                          <a:pt x="125" y="33"/>
                        </a:lnTo>
                        <a:lnTo>
                          <a:pt x="125" y="39"/>
                        </a:lnTo>
                        <a:lnTo>
                          <a:pt x="113" y="31"/>
                        </a:lnTo>
                        <a:lnTo>
                          <a:pt x="97" y="30"/>
                        </a:lnTo>
                        <a:lnTo>
                          <a:pt x="76" y="28"/>
                        </a:lnTo>
                        <a:lnTo>
                          <a:pt x="63" y="28"/>
                        </a:lnTo>
                        <a:lnTo>
                          <a:pt x="47" y="28"/>
                        </a:lnTo>
                        <a:lnTo>
                          <a:pt x="54" y="32"/>
                        </a:lnTo>
                        <a:lnTo>
                          <a:pt x="54" y="40"/>
                        </a:lnTo>
                        <a:lnTo>
                          <a:pt x="50" y="49"/>
                        </a:lnTo>
                        <a:lnTo>
                          <a:pt x="41" y="61"/>
                        </a:lnTo>
                        <a:lnTo>
                          <a:pt x="37" y="77"/>
                        </a:lnTo>
                        <a:lnTo>
                          <a:pt x="37" y="95"/>
                        </a:lnTo>
                        <a:lnTo>
                          <a:pt x="25" y="84"/>
                        </a:lnTo>
                        <a:lnTo>
                          <a:pt x="24" y="76"/>
                        </a:lnTo>
                        <a:lnTo>
                          <a:pt x="17" y="73"/>
                        </a:lnTo>
                        <a:lnTo>
                          <a:pt x="8" y="74"/>
                        </a:lnTo>
                        <a:lnTo>
                          <a:pt x="6" y="78"/>
                        </a:lnTo>
                        <a:lnTo>
                          <a:pt x="9" y="103"/>
                        </a:lnTo>
                        <a:lnTo>
                          <a:pt x="16" y="114"/>
                        </a:lnTo>
                        <a:lnTo>
                          <a:pt x="20" y="128"/>
                        </a:lnTo>
                      </a:path>
                    </a:pathLst>
                  </a:custGeom>
                  <a:solidFill>
                    <a:srgbClr val="C0802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
              <p:nvSpPr>
                <p:cNvPr id="39062" name="Freeform 84"/>
                <p:cNvSpPr/>
                <p:nvPr/>
              </p:nvSpPr>
              <p:spPr bwMode="auto">
                <a:xfrm>
                  <a:off x="3054" y="2257"/>
                  <a:ext cx="119" cy="62"/>
                </a:xfrm>
                <a:custGeom>
                  <a:avLst/>
                  <a:gdLst>
                    <a:gd name="T0" fmla="*/ 118 w 119"/>
                    <a:gd name="T1" fmla="*/ 54 h 62"/>
                    <a:gd name="T2" fmla="*/ 91 w 119"/>
                    <a:gd name="T3" fmla="*/ 61 h 62"/>
                    <a:gd name="T4" fmla="*/ 51 w 119"/>
                    <a:gd name="T5" fmla="*/ 56 h 62"/>
                    <a:gd name="T6" fmla="*/ 19 w 119"/>
                    <a:gd name="T7" fmla="*/ 47 h 62"/>
                    <a:gd name="T8" fmla="*/ 0 w 119"/>
                    <a:gd name="T9" fmla="*/ 11 h 62"/>
                    <a:gd name="T10" fmla="*/ 54 w 119"/>
                    <a:gd name="T11" fmla="*/ 15 h 62"/>
                    <a:gd name="T12" fmla="*/ 49 w 119"/>
                    <a:gd name="T13" fmla="*/ 0 h 62"/>
                    <a:gd name="T14" fmla="*/ 74 w 119"/>
                    <a:gd name="T15" fmla="*/ 3 h 62"/>
                    <a:gd name="T16" fmla="*/ 99 w 119"/>
                    <a:gd name="T17" fmla="*/ 15 h 62"/>
                    <a:gd name="T18" fmla="*/ 109 w 119"/>
                    <a:gd name="T19" fmla="*/ 20 h 62"/>
                    <a:gd name="T20" fmla="*/ 118 w 119"/>
                    <a:gd name="T21" fmla="*/ 54 h 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9"/>
                    <a:gd name="T34" fmla="*/ 0 h 62"/>
                    <a:gd name="T35" fmla="*/ 119 w 119"/>
                    <a:gd name="T36" fmla="*/ 62 h 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9" h="62">
                      <a:moveTo>
                        <a:pt x="118" y="54"/>
                      </a:moveTo>
                      <a:lnTo>
                        <a:pt x="91" y="61"/>
                      </a:lnTo>
                      <a:lnTo>
                        <a:pt x="51" y="56"/>
                      </a:lnTo>
                      <a:lnTo>
                        <a:pt x="19" y="47"/>
                      </a:lnTo>
                      <a:lnTo>
                        <a:pt x="0" y="11"/>
                      </a:lnTo>
                      <a:lnTo>
                        <a:pt x="54" y="15"/>
                      </a:lnTo>
                      <a:lnTo>
                        <a:pt x="49" y="0"/>
                      </a:lnTo>
                      <a:lnTo>
                        <a:pt x="74" y="3"/>
                      </a:lnTo>
                      <a:lnTo>
                        <a:pt x="99" y="15"/>
                      </a:lnTo>
                      <a:lnTo>
                        <a:pt x="109" y="20"/>
                      </a:lnTo>
                      <a:lnTo>
                        <a:pt x="118" y="54"/>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sp>
          <p:nvSpPr>
            <p:cNvPr id="38924" name="Freeform 85"/>
            <p:cNvSpPr/>
            <p:nvPr/>
          </p:nvSpPr>
          <p:spPr bwMode="auto">
            <a:xfrm>
              <a:off x="3627" y="2534"/>
              <a:ext cx="39" cy="102"/>
            </a:xfrm>
            <a:custGeom>
              <a:avLst/>
              <a:gdLst>
                <a:gd name="T0" fmla="*/ 36 w 39"/>
                <a:gd name="T1" fmla="*/ 1 h 102"/>
                <a:gd name="T2" fmla="*/ 38 w 39"/>
                <a:gd name="T3" fmla="*/ 56 h 102"/>
                <a:gd name="T4" fmla="*/ 19 w 39"/>
                <a:gd name="T5" fmla="*/ 90 h 102"/>
                <a:gd name="T6" fmla="*/ 8 w 39"/>
                <a:gd name="T7" fmla="*/ 101 h 102"/>
                <a:gd name="T8" fmla="*/ 10 w 39"/>
                <a:gd name="T9" fmla="*/ 52 h 102"/>
                <a:gd name="T10" fmla="*/ 6 w 39"/>
                <a:gd name="T11" fmla="*/ 58 h 102"/>
                <a:gd name="T12" fmla="*/ 1 w 39"/>
                <a:gd name="T13" fmla="*/ 74 h 102"/>
                <a:gd name="T14" fmla="*/ 0 w 39"/>
                <a:gd name="T15" fmla="*/ 56 h 102"/>
                <a:gd name="T16" fmla="*/ 5 w 39"/>
                <a:gd name="T17" fmla="*/ 27 h 102"/>
                <a:gd name="T18" fmla="*/ 18 w 39"/>
                <a:gd name="T19" fmla="*/ 0 h 102"/>
                <a:gd name="T20" fmla="*/ 36 w 39"/>
                <a:gd name="T21" fmla="*/ 1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
                <a:gd name="T34" fmla="*/ 0 h 102"/>
                <a:gd name="T35" fmla="*/ 39 w 39"/>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 h="102">
                  <a:moveTo>
                    <a:pt x="36" y="1"/>
                  </a:moveTo>
                  <a:lnTo>
                    <a:pt x="38" y="56"/>
                  </a:lnTo>
                  <a:lnTo>
                    <a:pt x="19" y="90"/>
                  </a:lnTo>
                  <a:lnTo>
                    <a:pt x="8" y="101"/>
                  </a:lnTo>
                  <a:lnTo>
                    <a:pt x="10" y="52"/>
                  </a:lnTo>
                  <a:lnTo>
                    <a:pt x="6" y="58"/>
                  </a:lnTo>
                  <a:lnTo>
                    <a:pt x="1" y="74"/>
                  </a:lnTo>
                  <a:lnTo>
                    <a:pt x="0" y="56"/>
                  </a:lnTo>
                  <a:lnTo>
                    <a:pt x="5" y="27"/>
                  </a:lnTo>
                  <a:lnTo>
                    <a:pt x="18" y="0"/>
                  </a:lnTo>
                  <a:lnTo>
                    <a:pt x="36" y="1"/>
                  </a:lnTo>
                </a:path>
              </a:pathLst>
            </a:custGeom>
            <a:solidFill>
              <a:srgbClr val="FF80A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8925" name="Freeform 86"/>
            <p:cNvSpPr/>
            <p:nvPr/>
          </p:nvSpPr>
          <p:spPr bwMode="auto">
            <a:xfrm>
              <a:off x="3413" y="2506"/>
              <a:ext cx="44" cy="97"/>
            </a:xfrm>
            <a:custGeom>
              <a:avLst/>
              <a:gdLst>
                <a:gd name="T0" fmla="*/ 30 w 44"/>
                <a:gd name="T1" fmla="*/ 0 h 97"/>
                <a:gd name="T2" fmla="*/ 43 w 44"/>
                <a:gd name="T3" fmla="*/ 51 h 97"/>
                <a:gd name="T4" fmla="*/ 21 w 44"/>
                <a:gd name="T5" fmla="*/ 96 h 97"/>
                <a:gd name="T6" fmla="*/ 13 w 44"/>
                <a:gd name="T7" fmla="*/ 91 h 97"/>
                <a:gd name="T8" fmla="*/ 0 w 44"/>
                <a:gd name="T9" fmla="*/ 86 h 97"/>
                <a:gd name="T10" fmla="*/ 5 w 44"/>
                <a:gd name="T11" fmla="*/ 71 h 97"/>
                <a:gd name="T12" fmla="*/ 7 w 44"/>
                <a:gd name="T13" fmla="*/ 54 h 97"/>
                <a:gd name="T14" fmla="*/ 0 w 44"/>
                <a:gd name="T15" fmla="*/ 36 h 97"/>
                <a:gd name="T16" fmla="*/ 5 w 44"/>
                <a:gd name="T17" fmla="*/ 4 h 97"/>
                <a:gd name="T18" fmla="*/ 30 w 44"/>
                <a:gd name="T19" fmla="*/ 0 h 9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97"/>
                <a:gd name="T32" fmla="*/ 44 w 44"/>
                <a:gd name="T33" fmla="*/ 97 h 9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97">
                  <a:moveTo>
                    <a:pt x="30" y="0"/>
                  </a:moveTo>
                  <a:lnTo>
                    <a:pt x="43" y="51"/>
                  </a:lnTo>
                  <a:lnTo>
                    <a:pt x="21" y="96"/>
                  </a:lnTo>
                  <a:lnTo>
                    <a:pt x="13" y="91"/>
                  </a:lnTo>
                  <a:lnTo>
                    <a:pt x="0" y="86"/>
                  </a:lnTo>
                  <a:lnTo>
                    <a:pt x="5" y="71"/>
                  </a:lnTo>
                  <a:lnTo>
                    <a:pt x="7" y="54"/>
                  </a:lnTo>
                  <a:lnTo>
                    <a:pt x="0" y="36"/>
                  </a:lnTo>
                  <a:lnTo>
                    <a:pt x="5" y="4"/>
                  </a:lnTo>
                  <a:lnTo>
                    <a:pt x="30" y="0"/>
                  </a:lnTo>
                </a:path>
              </a:pathLst>
            </a:custGeom>
            <a:solidFill>
              <a:srgbClr val="FF80A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38926" name="Group 87"/>
            <p:cNvGrpSpPr/>
            <p:nvPr/>
          </p:nvGrpSpPr>
          <p:grpSpPr bwMode="auto">
            <a:xfrm>
              <a:off x="3807" y="1868"/>
              <a:ext cx="287" cy="1294"/>
              <a:chOff x="3807" y="1868"/>
              <a:chExt cx="287" cy="1294"/>
            </a:xfrm>
          </p:grpSpPr>
          <p:sp>
            <p:nvSpPr>
              <p:cNvPr id="39044" name="Freeform 88"/>
              <p:cNvSpPr/>
              <p:nvPr/>
            </p:nvSpPr>
            <p:spPr bwMode="auto">
              <a:xfrm>
                <a:off x="3867" y="2751"/>
                <a:ext cx="149" cy="373"/>
              </a:xfrm>
              <a:custGeom>
                <a:avLst/>
                <a:gdLst>
                  <a:gd name="T0" fmla="*/ 32 w 149"/>
                  <a:gd name="T1" fmla="*/ 0 h 373"/>
                  <a:gd name="T2" fmla="*/ 28 w 149"/>
                  <a:gd name="T3" fmla="*/ 44 h 373"/>
                  <a:gd name="T4" fmla="*/ 27 w 149"/>
                  <a:gd name="T5" fmla="*/ 93 h 373"/>
                  <a:gd name="T6" fmla="*/ 27 w 149"/>
                  <a:gd name="T7" fmla="*/ 143 h 373"/>
                  <a:gd name="T8" fmla="*/ 28 w 149"/>
                  <a:gd name="T9" fmla="*/ 189 h 373"/>
                  <a:gd name="T10" fmla="*/ 29 w 149"/>
                  <a:gd name="T11" fmla="*/ 226 h 373"/>
                  <a:gd name="T12" fmla="*/ 29 w 149"/>
                  <a:gd name="T13" fmla="*/ 273 h 373"/>
                  <a:gd name="T14" fmla="*/ 27 w 149"/>
                  <a:gd name="T15" fmla="*/ 293 h 373"/>
                  <a:gd name="T16" fmla="*/ 7 w 149"/>
                  <a:gd name="T17" fmla="*/ 350 h 373"/>
                  <a:gd name="T18" fmla="*/ 0 w 149"/>
                  <a:gd name="T19" fmla="*/ 371 h 373"/>
                  <a:gd name="T20" fmla="*/ 31 w 149"/>
                  <a:gd name="T21" fmla="*/ 372 h 373"/>
                  <a:gd name="T22" fmla="*/ 45 w 149"/>
                  <a:gd name="T23" fmla="*/ 346 h 373"/>
                  <a:gd name="T24" fmla="*/ 54 w 149"/>
                  <a:gd name="T25" fmla="*/ 317 h 373"/>
                  <a:gd name="T26" fmla="*/ 60 w 149"/>
                  <a:gd name="T27" fmla="*/ 270 h 373"/>
                  <a:gd name="T28" fmla="*/ 78 w 149"/>
                  <a:gd name="T29" fmla="*/ 143 h 373"/>
                  <a:gd name="T30" fmla="*/ 85 w 149"/>
                  <a:gd name="T31" fmla="*/ 107 h 373"/>
                  <a:gd name="T32" fmla="*/ 80 w 149"/>
                  <a:gd name="T33" fmla="*/ 176 h 373"/>
                  <a:gd name="T34" fmla="*/ 85 w 149"/>
                  <a:gd name="T35" fmla="*/ 219 h 373"/>
                  <a:gd name="T36" fmla="*/ 87 w 149"/>
                  <a:gd name="T37" fmla="*/ 258 h 373"/>
                  <a:gd name="T38" fmla="*/ 84 w 149"/>
                  <a:gd name="T39" fmla="*/ 294 h 373"/>
                  <a:gd name="T40" fmla="*/ 86 w 149"/>
                  <a:gd name="T41" fmla="*/ 312 h 373"/>
                  <a:gd name="T42" fmla="*/ 107 w 149"/>
                  <a:gd name="T43" fmla="*/ 366 h 373"/>
                  <a:gd name="T44" fmla="*/ 125 w 149"/>
                  <a:gd name="T45" fmla="*/ 366 h 373"/>
                  <a:gd name="T46" fmla="*/ 134 w 149"/>
                  <a:gd name="T47" fmla="*/ 366 h 373"/>
                  <a:gd name="T48" fmla="*/ 145 w 149"/>
                  <a:gd name="T49" fmla="*/ 355 h 373"/>
                  <a:gd name="T50" fmla="*/ 118 w 149"/>
                  <a:gd name="T51" fmla="*/ 294 h 373"/>
                  <a:gd name="T52" fmla="*/ 131 w 149"/>
                  <a:gd name="T53" fmla="*/ 165 h 373"/>
                  <a:gd name="T54" fmla="*/ 137 w 149"/>
                  <a:gd name="T55" fmla="*/ 104 h 373"/>
                  <a:gd name="T56" fmla="*/ 148 w 149"/>
                  <a:gd name="T57" fmla="*/ 3 h 373"/>
                  <a:gd name="T58" fmla="*/ 32 w 149"/>
                  <a:gd name="T59" fmla="*/ 0 h 37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9"/>
                  <a:gd name="T91" fmla="*/ 0 h 373"/>
                  <a:gd name="T92" fmla="*/ 149 w 149"/>
                  <a:gd name="T93" fmla="*/ 373 h 37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9" h="373">
                    <a:moveTo>
                      <a:pt x="32" y="0"/>
                    </a:moveTo>
                    <a:lnTo>
                      <a:pt x="28" y="44"/>
                    </a:lnTo>
                    <a:lnTo>
                      <a:pt x="27" y="93"/>
                    </a:lnTo>
                    <a:lnTo>
                      <a:pt x="27" y="143"/>
                    </a:lnTo>
                    <a:lnTo>
                      <a:pt x="28" y="189"/>
                    </a:lnTo>
                    <a:lnTo>
                      <a:pt x="29" y="226"/>
                    </a:lnTo>
                    <a:lnTo>
                      <a:pt x="29" y="273"/>
                    </a:lnTo>
                    <a:lnTo>
                      <a:pt x="27" y="293"/>
                    </a:lnTo>
                    <a:lnTo>
                      <a:pt x="7" y="350"/>
                    </a:lnTo>
                    <a:lnTo>
                      <a:pt x="0" y="371"/>
                    </a:lnTo>
                    <a:lnTo>
                      <a:pt x="31" y="372"/>
                    </a:lnTo>
                    <a:lnTo>
                      <a:pt x="45" y="346"/>
                    </a:lnTo>
                    <a:lnTo>
                      <a:pt x="54" y="317"/>
                    </a:lnTo>
                    <a:lnTo>
                      <a:pt x="60" y="270"/>
                    </a:lnTo>
                    <a:lnTo>
                      <a:pt x="78" y="143"/>
                    </a:lnTo>
                    <a:lnTo>
                      <a:pt x="85" y="107"/>
                    </a:lnTo>
                    <a:lnTo>
                      <a:pt x="80" y="176"/>
                    </a:lnTo>
                    <a:lnTo>
                      <a:pt x="85" y="219"/>
                    </a:lnTo>
                    <a:lnTo>
                      <a:pt x="87" y="258"/>
                    </a:lnTo>
                    <a:lnTo>
                      <a:pt x="84" y="294"/>
                    </a:lnTo>
                    <a:lnTo>
                      <a:pt x="86" y="312"/>
                    </a:lnTo>
                    <a:lnTo>
                      <a:pt x="107" y="366"/>
                    </a:lnTo>
                    <a:lnTo>
                      <a:pt x="125" y="366"/>
                    </a:lnTo>
                    <a:lnTo>
                      <a:pt x="134" y="366"/>
                    </a:lnTo>
                    <a:lnTo>
                      <a:pt x="145" y="355"/>
                    </a:lnTo>
                    <a:lnTo>
                      <a:pt x="118" y="294"/>
                    </a:lnTo>
                    <a:lnTo>
                      <a:pt x="131" y="165"/>
                    </a:lnTo>
                    <a:lnTo>
                      <a:pt x="137" y="104"/>
                    </a:lnTo>
                    <a:lnTo>
                      <a:pt x="148" y="3"/>
                    </a:lnTo>
                    <a:lnTo>
                      <a:pt x="32" y="0"/>
                    </a:lnTo>
                  </a:path>
                </a:pathLst>
              </a:custGeom>
              <a:solidFill>
                <a:srgbClr val="8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39045" name="Group 89"/>
              <p:cNvGrpSpPr/>
              <p:nvPr/>
            </p:nvGrpSpPr>
            <p:grpSpPr bwMode="auto">
              <a:xfrm>
                <a:off x="3811" y="2280"/>
                <a:ext cx="276" cy="372"/>
                <a:chOff x="3811" y="2280"/>
                <a:chExt cx="276" cy="372"/>
              </a:xfrm>
            </p:grpSpPr>
            <p:sp>
              <p:nvSpPr>
                <p:cNvPr id="39057" name="Freeform 90"/>
                <p:cNvSpPr/>
                <p:nvPr/>
              </p:nvSpPr>
              <p:spPr bwMode="auto">
                <a:xfrm>
                  <a:off x="3811" y="2290"/>
                  <a:ext cx="72" cy="362"/>
                </a:xfrm>
                <a:custGeom>
                  <a:avLst/>
                  <a:gdLst>
                    <a:gd name="T0" fmla="*/ 4 w 72"/>
                    <a:gd name="T1" fmla="*/ 0 h 362"/>
                    <a:gd name="T2" fmla="*/ 0 w 72"/>
                    <a:gd name="T3" fmla="*/ 81 h 362"/>
                    <a:gd name="T4" fmla="*/ 12 w 72"/>
                    <a:gd name="T5" fmla="*/ 194 h 362"/>
                    <a:gd name="T6" fmla="*/ 21 w 72"/>
                    <a:gd name="T7" fmla="*/ 291 h 362"/>
                    <a:gd name="T8" fmla="*/ 39 w 72"/>
                    <a:gd name="T9" fmla="*/ 350 h 362"/>
                    <a:gd name="T10" fmla="*/ 47 w 72"/>
                    <a:gd name="T11" fmla="*/ 361 h 362"/>
                    <a:gd name="T12" fmla="*/ 52 w 72"/>
                    <a:gd name="T13" fmla="*/ 344 h 362"/>
                    <a:gd name="T14" fmla="*/ 55 w 72"/>
                    <a:gd name="T15" fmla="*/ 303 h 362"/>
                    <a:gd name="T16" fmla="*/ 71 w 72"/>
                    <a:gd name="T17" fmla="*/ 292 h 362"/>
                    <a:gd name="T18" fmla="*/ 50 w 72"/>
                    <a:gd name="T19" fmla="*/ 259 h 362"/>
                    <a:gd name="T20" fmla="*/ 36 w 72"/>
                    <a:gd name="T21" fmla="*/ 240 h 362"/>
                    <a:gd name="T22" fmla="*/ 37 w 72"/>
                    <a:gd name="T23" fmla="*/ 73 h 362"/>
                    <a:gd name="T24" fmla="*/ 44 w 72"/>
                    <a:gd name="T25" fmla="*/ 6 h 362"/>
                    <a:gd name="T26" fmla="*/ 4 w 72"/>
                    <a:gd name="T27" fmla="*/ 0 h 36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2"/>
                    <a:gd name="T43" fmla="*/ 0 h 362"/>
                    <a:gd name="T44" fmla="*/ 72 w 72"/>
                    <a:gd name="T45" fmla="*/ 362 h 36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2" h="362">
                      <a:moveTo>
                        <a:pt x="4" y="0"/>
                      </a:moveTo>
                      <a:lnTo>
                        <a:pt x="0" y="81"/>
                      </a:lnTo>
                      <a:lnTo>
                        <a:pt x="12" y="194"/>
                      </a:lnTo>
                      <a:lnTo>
                        <a:pt x="21" y="291"/>
                      </a:lnTo>
                      <a:lnTo>
                        <a:pt x="39" y="350"/>
                      </a:lnTo>
                      <a:lnTo>
                        <a:pt x="47" y="361"/>
                      </a:lnTo>
                      <a:lnTo>
                        <a:pt x="52" y="344"/>
                      </a:lnTo>
                      <a:lnTo>
                        <a:pt x="55" y="303"/>
                      </a:lnTo>
                      <a:lnTo>
                        <a:pt x="71" y="292"/>
                      </a:lnTo>
                      <a:lnTo>
                        <a:pt x="50" y="259"/>
                      </a:lnTo>
                      <a:lnTo>
                        <a:pt x="36" y="240"/>
                      </a:lnTo>
                      <a:lnTo>
                        <a:pt x="37" y="73"/>
                      </a:lnTo>
                      <a:lnTo>
                        <a:pt x="44" y="6"/>
                      </a:lnTo>
                      <a:lnTo>
                        <a:pt x="4" y="0"/>
                      </a:lnTo>
                    </a:path>
                  </a:pathLst>
                </a:custGeom>
                <a:solidFill>
                  <a:srgbClr val="8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058" name="Freeform 91"/>
                <p:cNvSpPr/>
                <p:nvPr/>
              </p:nvSpPr>
              <p:spPr bwMode="auto">
                <a:xfrm>
                  <a:off x="4025" y="2280"/>
                  <a:ext cx="62" cy="338"/>
                </a:xfrm>
                <a:custGeom>
                  <a:avLst/>
                  <a:gdLst>
                    <a:gd name="T0" fmla="*/ 17 w 62"/>
                    <a:gd name="T1" fmla="*/ 9 h 338"/>
                    <a:gd name="T2" fmla="*/ 26 w 62"/>
                    <a:gd name="T3" fmla="*/ 69 h 338"/>
                    <a:gd name="T4" fmla="*/ 25 w 62"/>
                    <a:gd name="T5" fmla="*/ 214 h 338"/>
                    <a:gd name="T6" fmla="*/ 0 w 62"/>
                    <a:gd name="T7" fmla="*/ 275 h 338"/>
                    <a:gd name="T8" fmla="*/ 6 w 62"/>
                    <a:gd name="T9" fmla="*/ 281 h 338"/>
                    <a:gd name="T10" fmla="*/ 0 w 62"/>
                    <a:gd name="T11" fmla="*/ 311 h 338"/>
                    <a:gd name="T12" fmla="*/ 5 w 62"/>
                    <a:gd name="T13" fmla="*/ 337 h 338"/>
                    <a:gd name="T14" fmla="*/ 25 w 62"/>
                    <a:gd name="T15" fmla="*/ 295 h 338"/>
                    <a:gd name="T16" fmla="*/ 44 w 62"/>
                    <a:gd name="T17" fmla="*/ 222 h 338"/>
                    <a:gd name="T18" fmla="*/ 61 w 62"/>
                    <a:gd name="T19" fmla="*/ 55 h 338"/>
                    <a:gd name="T20" fmla="*/ 53 w 62"/>
                    <a:gd name="T21" fmla="*/ 0 h 338"/>
                    <a:gd name="T22" fmla="*/ 17 w 62"/>
                    <a:gd name="T23" fmla="*/ 9 h 3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
                    <a:gd name="T37" fmla="*/ 0 h 338"/>
                    <a:gd name="T38" fmla="*/ 62 w 62"/>
                    <a:gd name="T39" fmla="*/ 338 h 3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 h="338">
                      <a:moveTo>
                        <a:pt x="17" y="9"/>
                      </a:moveTo>
                      <a:lnTo>
                        <a:pt x="26" y="69"/>
                      </a:lnTo>
                      <a:lnTo>
                        <a:pt x="25" y="214"/>
                      </a:lnTo>
                      <a:lnTo>
                        <a:pt x="0" y="275"/>
                      </a:lnTo>
                      <a:lnTo>
                        <a:pt x="6" y="281"/>
                      </a:lnTo>
                      <a:lnTo>
                        <a:pt x="0" y="311"/>
                      </a:lnTo>
                      <a:lnTo>
                        <a:pt x="5" y="337"/>
                      </a:lnTo>
                      <a:lnTo>
                        <a:pt x="25" y="295"/>
                      </a:lnTo>
                      <a:lnTo>
                        <a:pt x="44" y="222"/>
                      </a:lnTo>
                      <a:lnTo>
                        <a:pt x="61" y="55"/>
                      </a:lnTo>
                      <a:lnTo>
                        <a:pt x="53" y="0"/>
                      </a:lnTo>
                      <a:lnTo>
                        <a:pt x="17" y="9"/>
                      </a:lnTo>
                    </a:path>
                  </a:pathLst>
                </a:custGeom>
                <a:solidFill>
                  <a:srgbClr val="8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
            <p:nvSpPr>
              <p:cNvPr id="39046" name="Freeform 92"/>
              <p:cNvSpPr/>
              <p:nvPr/>
            </p:nvSpPr>
            <p:spPr bwMode="auto">
              <a:xfrm>
                <a:off x="3913" y="1893"/>
                <a:ext cx="92" cy="169"/>
              </a:xfrm>
              <a:custGeom>
                <a:avLst/>
                <a:gdLst>
                  <a:gd name="T0" fmla="*/ 14 w 92"/>
                  <a:gd name="T1" fmla="*/ 168 h 169"/>
                  <a:gd name="T2" fmla="*/ 14 w 92"/>
                  <a:gd name="T3" fmla="*/ 143 h 169"/>
                  <a:gd name="T4" fmla="*/ 3 w 92"/>
                  <a:gd name="T5" fmla="*/ 113 h 169"/>
                  <a:gd name="T6" fmla="*/ 0 w 92"/>
                  <a:gd name="T7" fmla="*/ 93 h 169"/>
                  <a:gd name="T8" fmla="*/ 0 w 92"/>
                  <a:gd name="T9" fmla="*/ 78 h 169"/>
                  <a:gd name="T10" fmla="*/ 0 w 92"/>
                  <a:gd name="T11" fmla="*/ 56 h 169"/>
                  <a:gd name="T12" fmla="*/ 3 w 92"/>
                  <a:gd name="T13" fmla="*/ 38 h 169"/>
                  <a:gd name="T14" fmla="*/ 7 w 92"/>
                  <a:gd name="T15" fmla="*/ 26 h 169"/>
                  <a:gd name="T16" fmla="*/ 14 w 92"/>
                  <a:gd name="T17" fmla="*/ 15 h 169"/>
                  <a:gd name="T18" fmla="*/ 22 w 92"/>
                  <a:gd name="T19" fmla="*/ 7 h 169"/>
                  <a:gd name="T20" fmla="*/ 34 w 92"/>
                  <a:gd name="T21" fmla="*/ 1 h 169"/>
                  <a:gd name="T22" fmla="*/ 49 w 92"/>
                  <a:gd name="T23" fmla="*/ 0 h 169"/>
                  <a:gd name="T24" fmla="*/ 61 w 92"/>
                  <a:gd name="T25" fmla="*/ 2 h 169"/>
                  <a:gd name="T26" fmla="*/ 72 w 92"/>
                  <a:gd name="T27" fmla="*/ 6 h 169"/>
                  <a:gd name="T28" fmla="*/ 80 w 92"/>
                  <a:gd name="T29" fmla="*/ 15 h 169"/>
                  <a:gd name="T30" fmla="*/ 86 w 92"/>
                  <a:gd name="T31" fmla="*/ 26 h 169"/>
                  <a:gd name="T32" fmla="*/ 91 w 92"/>
                  <a:gd name="T33" fmla="*/ 39 h 169"/>
                  <a:gd name="T34" fmla="*/ 90 w 92"/>
                  <a:gd name="T35" fmla="*/ 68 h 169"/>
                  <a:gd name="T36" fmla="*/ 86 w 92"/>
                  <a:gd name="T37" fmla="*/ 91 h 169"/>
                  <a:gd name="T38" fmla="*/ 83 w 92"/>
                  <a:gd name="T39" fmla="*/ 116 h 169"/>
                  <a:gd name="T40" fmla="*/ 76 w 92"/>
                  <a:gd name="T41" fmla="*/ 129 h 169"/>
                  <a:gd name="T42" fmla="*/ 69 w 92"/>
                  <a:gd name="T43" fmla="*/ 140 h 169"/>
                  <a:gd name="T44" fmla="*/ 66 w 92"/>
                  <a:gd name="T45" fmla="*/ 147 h 169"/>
                  <a:gd name="T46" fmla="*/ 62 w 92"/>
                  <a:gd name="T47" fmla="*/ 168 h 169"/>
                  <a:gd name="T48" fmla="*/ 14 w 92"/>
                  <a:gd name="T49" fmla="*/ 168 h 16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2"/>
                  <a:gd name="T76" fmla="*/ 0 h 169"/>
                  <a:gd name="T77" fmla="*/ 92 w 92"/>
                  <a:gd name="T78" fmla="*/ 169 h 16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2" h="169">
                    <a:moveTo>
                      <a:pt x="14" y="168"/>
                    </a:moveTo>
                    <a:lnTo>
                      <a:pt x="14" y="143"/>
                    </a:lnTo>
                    <a:lnTo>
                      <a:pt x="3" y="113"/>
                    </a:lnTo>
                    <a:lnTo>
                      <a:pt x="0" y="93"/>
                    </a:lnTo>
                    <a:lnTo>
                      <a:pt x="0" y="78"/>
                    </a:lnTo>
                    <a:lnTo>
                      <a:pt x="0" y="56"/>
                    </a:lnTo>
                    <a:lnTo>
                      <a:pt x="3" y="38"/>
                    </a:lnTo>
                    <a:lnTo>
                      <a:pt x="7" y="26"/>
                    </a:lnTo>
                    <a:lnTo>
                      <a:pt x="14" y="15"/>
                    </a:lnTo>
                    <a:lnTo>
                      <a:pt x="22" y="7"/>
                    </a:lnTo>
                    <a:lnTo>
                      <a:pt x="34" y="1"/>
                    </a:lnTo>
                    <a:lnTo>
                      <a:pt x="49" y="0"/>
                    </a:lnTo>
                    <a:lnTo>
                      <a:pt x="61" y="2"/>
                    </a:lnTo>
                    <a:lnTo>
                      <a:pt x="72" y="6"/>
                    </a:lnTo>
                    <a:lnTo>
                      <a:pt x="80" y="15"/>
                    </a:lnTo>
                    <a:lnTo>
                      <a:pt x="86" y="26"/>
                    </a:lnTo>
                    <a:lnTo>
                      <a:pt x="91" y="39"/>
                    </a:lnTo>
                    <a:lnTo>
                      <a:pt x="90" y="68"/>
                    </a:lnTo>
                    <a:lnTo>
                      <a:pt x="86" y="91"/>
                    </a:lnTo>
                    <a:lnTo>
                      <a:pt x="83" y="116"/>
                    </a:lnTo>
                    <a:lnTo>
                      <a:pt x="76" y="129"/>
                    </a:lnTo>
                    <a:lnTo>
                      <a:pt x="69" y="140"/>
                    </a:lnTo>
                    <a:lnTo>
                      <a:pt x="66" y="147"/>
                    </a:lnTo>
                    <a:lnTo>
                      <a:pt x="62" y="168"/>
                    </a:lnTo>
                    <a:lnTo>
                      <a:pt x="14" y="168"/>
                    </a:lnTo>
                  </a:path>
                </a:pathLst>
              </a:custGeom>
              <a:solidFill>
                <a:srgbClr val="8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047" name="Freeform 93"/>
              <p:cNvSpPr/>
              <p:nvPr/>
            </p:nvSpPr>
            <p:spPr bwMode="auto">
              <a:xfrm>
                <a:off x="3872" y="1868"/>
                <a:ext cx="171" cy="139"/>
              </a:xfrm>
              <a:custGeom>
                <a:avLst/>
                <a:gdLst>
                  <a:gd name="T0" fmla="*/ 18 w 171"/>
                  <a:gd name="T1" fmla="*/ 135 h 139"/>
                  <a:gd name="T2" fmla="*/ 10 w 171"/>
                  <a:gd name="T3" fmla="*/ 138 h 139"/>
                  <a:gd name="T4" fmla="*/ 0 w 171"/>
                  <a:gd name="T5" fmla="*/ 133 h 139"/>
                  <a:gd name="T6" fmla="*/ 5 w 171"/>
                  <a:gd name="T7" fmla="*/ 111 h 139"/>
                  <a:gd name="T8" fmla="*/ 10 w 171"/>
                  <a:gd name="T9" fmla="*/ 84 h 139"/>
                  <a:gd name="T10" fmla="*/ 21 w 171"/>
                  <a:gd name="T11" fmla="*/ 53 h 139"/>
                  <a:gd name="T12" fmla="*/ 27 w 171"/>
                  <a:gd name="T13" fmla="*/ 36 h 139"/>
                  <a:gd name="T14" fmla="*/ 33 w 171"/>
                  <a:gd name="T15" fmla="*/ 22 h 139"/>
                  <a:gd name="T16" fmla="*/ 48 w 171"/>
                  <a:gd name="T17" fmla="*/ 8 h 139"/>
                  <a:gd name="T18" fmla="*/ 75 w 171"/>
                  <a:gd name="T19" fmla="*/ 3 h 139"/>
                  <a:gd name="T20" fmla="*/ 97 w 171"/>
                  <a:gd name="T21" fmla="*/ 0 h 139"/>
                  <a:gd name="T22" fmla="*/ 130 w 171"/>
                  <a:gd name="T23" fmla="*/ 14 h 139"/>
                  <a:gd name="T24" fmla="*/ 143 w 171"/>
                  <a:gd name="T25" fmla="*/ 29 h 139"/>
                  <a:gd name="T26" fmla="*/ 154 w 171"/>
                  <a:gd name="T27" fmla="*/ 57 h 139"/>
                  <a:gd name="T28" fmla="*/ 165 w 171"/>
                  <a:gd name="T29" fmla="*/ 89 h 139"/>
                  <a:gd name="T30" fmla="*/ 170 w 171"/>
                  <a:gd name="T31" fmla="*/ 117 h 139"/>
                  <a:gd name="T32" fmla="*/ 168 w 171"/>
                  <a:gd name="T33" fmla="*/ 129 h 139"/>
                  <a:gd name="T34" fmla="*/ 152 w 171"/>
                  <a:gd name="T35" fmla="*/ 131 h 139"/>
                  <a:gd name="T36" fmla="*/ 140 w 171"/>
                  <a:gd name="T37" fmla="*/ 133 h 139"/>
                  <a:gd name="T38" fmla="*/ 124 w 171"/>
                  <a:gd name="T39" fmla="*/ 136 h 139"/>
                  <a:gd name="T40" fmla="*/ 128 w 171"/>
                  <a:gd name="T41" fmla="*/ 108 h 139"/>
                  <a:gd name="T42" fmla="*/ 128 w 171"/>
                  <a:gd name="T43" fmla="*/ 92 h 139"/>
                  <a:gd name="T44" fmla="*/ 128 w 171"/>
                  <a:gd name="T45" fmla="*/ 78 h 139"/>
                  <a:gd name="T46" fmla="*/ 128 w 171"/>
                  <a:gd name="T47" fmla="*/ 58 h 139"/>
                  <a:gd name="T48" fmla="*/ 109 w 171"/>
                  <a:gd name="T49" fmla="*/ 50 h 139"/>
                  <a:gd name="T50" fmla="*/ 103 w 171"/>
                  <a:gd name="T51" fmla="*/ 32 h 139"/>
                  <a:gd name="T52" fmla="*/ 87 w 171"/>
                  <a:gd name="T53" fmla="*/ 44 h 139"/>
                  <a:gd name="T54" fmla="*/ 64 w 171"/>
                  <a:gd name="T55" fmla="*/ 66 h 139"/>
                  <a:gd name="T56" fmla="*/ 73 w 171"/>
                  <a:gd name="T57" fmla="*/ 55 h 139"/>
                  <a:gd name="T58" fmla="*/ 54 w 171"/>
                  <a:gd name="T59" fmla="*/ 71 h 139"/>
                  <a:gd name="T60" fmla="*/ 54 w 171"/>
                  <a:gd name="T61" fmla="*/ 97 h 139"/>
                  <a:gd name="T62" fmla="*/ 58 w 171"/>
                  <a:gd name="T63" fmla="*/ 110 h 139"/>
                  <a:gd name="T64" fmla="*/ 64 w 171"/>
                  <a:gd name="T65" fmla="*/ 121 h 139"/>
                  <a:gd name="T66" fmla="*/ 68 w 171"/>
                  <a:gd name="T67" fmla="*/ 137 h 139"/>
                  <a:gd name="T68" fmla="*/ 48 w 171"/>
                  <a:gd name="T69" fmla="*/ 137 h 139"/>
                  <a:gd name="T70" fmla="*/ 57 w 171"/>
                  <a:gd name="T71" fmla="*/ 137 h 139"/>
                  <a:gd name="T72" fmla="*/ 29 w 171"/>
                  <a:gd name="T73" fmla="*/ 133 h 139"/>
                  <a:gd name="T74" fmla="*/ 27 w 171"/>
                  <a:gd name="T75" fmla="*/ 133 h 139"/>
                  <a:gd name="T76" fmla="*/ 18 w 171"/>
                  <a:gd name="T77" fmla="*/ 135 h 139"/>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71"/>
                  <a:gd name="T118" fmla="*/ 0 h 139"/>
                  <a:gd name="T119" fmla="*/ 171 w 171"/>
                  <a:gd name="T120" fmla="*/ 139 h 139"/>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71" h="139">
                    <a:moveTo>
                      <a:pt x="18" y="135"/>
                    </a:moveTo>
                    <a:lnTo>
                      <a:pt x="10" y="138"/>
                    </a:lnTo>
                    <a:lnTo>
                      <a:pt x="0" y="133"/>
                    </a:lnTo>
                    <a:lnTo>
                      <a:pt x="5" y="111"/>
                    </a:lnTo>
                    <a:lnTo>
                      <a:pt x="10" y="84"/>
                    </a:lnTo>
                    <a:lnTo>
                      <a:pt x="21" y="53"/>
                    </a:lnTo>
                    <a:lnTo>
                      <a:pt x="27" y="36"/>
                    </a:lnTo>
                    <a:lnTo>
                      <a:pt x="33" y="22"/>
                    </a:lnTo>
                    <a:lnTo>
                      <a:pt x="48" y="8"/>
                    </a:lnTo>
                    <a:lnTo>
                      <a:pt x="75" y="3"/>
                    </a:lnTo>
                    <a:lnTo>
                      <a:pt x="97" y="0"/>
                    </a:lnTo>
                    <a:lnTo>
                      <a:pt x="130" y="14"/>
                    </a:lnTo>
                    <a:lnTo>
                      <a:pt x="143" y="29"/>
                    </a:lnTo>
                    <a:lnTo>
                      <a:pt x="154" y="57"/>
                    </a:lnTo>
                    <a:lnTo>
                      <a:pt x="165" y="89"/>
                    </a:lnTo>
                    <a:lnTo>
                      <a:pt x="170" y="117"/>
                    </a:lnTo>
                    <a:lnTo>
                      <a:pt x="168" y="129"/>
                    </a:lnTo>
                    <a:lnTo>
                      <a:pt x="152" y="131"/>
                    </a:lnTo>
                    <a:lnTo>
                      <a:pt x="140" y="133"/>
                    </a:lnTo>
                    <a:lnTo>
                      <a:pt x="124" y="136"/>
                    </a:lnTo>
                    <a:lnTo>
                      <a:pt x="128" y="108"/>
                    </a:lnTo>
                    <a:lnTo>
                      <a:pt x="128" y="92"/>
                    </a:lnTo>
                    <a:lnTo>
                      <a:pt x="128" y="78"/>
                    </a:lnTo>
                    <a:lnTo>
                      <a:pt x="128" y="58"/>
                    </a:lnTo>
                    <a:lnTo>
                      <a:pt x="109" y="50"/>
                    </a:lnTo>
                    <a:lnTo>
                      <a:pt x="103" y="32"/>
                    </a:lnTo>
                    <a:lnTo>
                      <a:pt x="87" y="44"/>
                    </a:lnTo>
                    <a:lnTo>
                      <a:pt x="64" y="66"/>
                    </a:lnTo>
                    <a:lnTo>
                      <a:pt x="73" y="55"/>
                    </a:lnTo>
                    <a:lnTo>
                      <a:pt x="54" y="71"/>
                    </a:lnTo>
                    <a:lnTo>
                      <a:pt x="54" y="97"/>
                    </a:lnTo>
                    <a:lnTo>
                      <a:pt x="58" y="110"/>
                    </a:lnTo>
                    <a:lnTo>
                      <a:pt x="64" y="121"/>
                    </a:lnTo>
                    <a:lnTo>
                      <a:pt x="68" y="137"/>
                    </a:lnTo>
                    <a:lnTo>
                      <a:pt x="48" y="137"/>
                    </a:lnTo>
                    <a:lnTo>
                      <a:pt x="57" y="137"/>
                    </a:lnTo>
                    <a:lnTo>
                      <a:pt x="29" y="133"/>
                    </a:lnTo>
                    <a:lnTo>
                      <a:pt x="27" y="133"/>
                    </a:lnTo>
                    <a:lnTo>
                      <a:pt x="18" y="135"/>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048" name="Freeform 94"/>
              <p:cNvSpPr/>
              <p:nvPr/>
            </p:nvSpPr>
            <p:spPr bwMode="auto">
              <a:xfrm>
                <a:off x="3807" y="2065"/>
                <a:ext cx="287" cy="693"/>
              </a:xfrm>
              <a:custGeom>
                <a:avLst/>
                <a:gdLst>
                  <a:gd name="T0" fmla="*/ 115 w 287"/>
                  <a:gd name="T1" fmla="*/ 0 h 693"/>
                  <a:gd name="T2" fmla="*/ 45 w 287"/>
                  <a:gd name="T3" fmla="*/ 36 h 693"/>
                  <a:gd name="T4" fmla="*/ 37 w 287"/>
                  <a:gd name="T5" fmla="*/ 48 h 693"/>
                  <a:gd name="T6" fmla="*/ 0 w 287"/>
                  <a:gd name="T7" fmla="*/ 225 h 693"/>
                  <a:gd name="T8" fmla="*/ 55 w 287"/>
                  <a:gd name="T9" fmla="*/ 233 h 693"/>
                  <a:gd name="T10" fmla="*/ 62 w 287"/>
                  <a:gd name="T11" fmla="*/ 188 h 693"/>
                  <a:gd name="T12" fmla="*/ 83 w 287"/>
                  <a:gd name="T13" fmla="*/ 281 h 693"/>
                  <a:gd name="T14" fmla="*/ 48 w 287"/>
                  <a:gd name="T15" fmla="*/ 489 h 693"/>
                  <a:gd name="T16" fmla="*/ 66 w 287"/>
                  <a:gd name="T17" fmla="*/ 690 h 693"/>
                  <a:gd name="T18" fmla="*/ 86 w 287"/>
                  <a:gd name="T19" fmla="*/ 692 h 693"/>
                  <a:gd name="T20" fmla="*/ 116 w 287"/>
                  <a:gd name="T21" fmla="*/ 689 h 693"/>
                  <a:gd name="T22" fmla="*/ 159 w 287"/>
                  <a:gd name="T23" fmla="*/ 686 h 693"/>
                  <a:gd name="T24" fmla="*/ 197 w 287"/>
                  <a:gd name="T25" fmla="*/ 686 h 693"/>
                  <a:gd name="T26" fmla="*/ 229 w 287"/>
                  <a:gd name="T27" fmla="*/ 687 h 693"/>
                  <a:gd name="T28" fmla="*/ 241 w 287"/>
                  <a:gd name="T29" fmla="*/ 398 h 693"/>
                  <a:gd name="T30" fmla="*/ 209 w 287"/>
                  <a:gd name="T31" fmla="*/ 271 h 693"/>
                  <a:gd name="T32" fmla="*/ 221 w 287"/>
                  <a:gd name="T33" fmla="*/ 201 h 693"/>
                  <a:gd name="T34" fmla="*/ 229 w 287"/>
                  <a:gd name="T35" fmla="*/ 227 h 693"/>
                  <a:gd name="T36" fmla="*/ 286 w 287"/>
                  <a:gd name="T37" fmla="*/ 212 h 693"/>
                  <a:gd name="T38" fmla="*/ 242 w 287"/>
                  <a:gd name="T39" fmla="*/ 47 h 693"/>
                  <a:gd name="T40" fmla="*/ 169 w 287"/>
                  <a:gd name="T41" fmla="*/ 0 h 693"/>
                  <a:gd name="T42" fmla="*/ 115 w 287"/>
                  <a:gd name="T43" fmla="*/ 0 h 69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7"/>
                  <a:gd name="T67" fmla="*/ 0 h 693"/>
                  <a:gd name="T68" fmla="*/ 287 w 287"/>
                  <a:gd name="T69" fmla="*/ 693 h 69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7" h="693">
                    <a:moveTo>
                      <a:pt x="115" y="0"/>
                    </a:moveTo>
                    <a:lnTo>
                      <a:pt x="45" y="36"/>
                    </a:lnTo>
                    <a:lnTo>
                      <a:pt x="37" y="48"/>
                    </a:lnTo>
                    <a:lnTo>
                      <a:pt x="0" y="225"/>
                    </a:lnTo>
                    <a:lnTo>
                      <a:pt x="55" y="233"/>
                    </a:lnTo>
                    <a:lnTo>
                      <a:pt x="62" y="188"/>
                    </a:lnTo>
                    <a:lnTo>
                      <a:pt x="83" y="281"/>
                    </a:lnTo>
                    <a:lnTo>
                      <a:pt x="48" y="489"/>
                    </a:lnTo>
                    <a:lnTo>
                      <a:pt x="66" y="690"/>
                    </a:lnTo>
                    <a:lnTo>
                      <a:pt x="86" y="692"/>
                    </a:lnTo>
                    <a:lnTo>
                      <a:pt x="116" y="689"/>
                    </a:lnTo>
                    <a:lnTo>
                      <a:pt x="159" y="686"/>
                    </a:lnTo>
                    <a:lnTo>
                      <a:pt x="197" y="686"/>
                    </a:lnTo>
                    <a:lnTo>
                      <a:pt x="229" y="687"/>
                    </a:lnTo>
                    <a:lnTo>
                      <a:pt x="241" y="398"/>
                    </a:lnTo>
                    <a:lnTo>
                      <a:pt x="209" y="271"/>
                    </a:lnTo>
                    <a:lnTo>
                      <a:pt x="221" y="201"/>
                    </a:lnTo>
                    <a:lnTo>
                      <a:pt x="229" y="227"/>
                    </a:lnTo>
                    <a:lnTo>
                      <a:pt x="286" y="212"/>
                    </a:lnTo>
                    <a:lnTo>
                      <a:pt x="242" y="47"/>
                    </a:lnTo>
                    <a:lnTo>
                      <a:pt x="169" y="0"/>
                    </a:lnTo>
                    <a:lnTo>
                      <a:pt x="115" y="0"/>
                    </a:lnTo>
                  </a:path>
                </a:pathLst>
              </a:custGeom>
              <a:solidFill>
                <a:srgbClr val="0020A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39049" name="Group 95"/>
              <p:cNvGrpSpPr/>
              <p:nvPr/>
            </p:nvGrpSpPr>
            <p:grpSpPr bwMode="auto">
              <a:xfrm>
                <a:off x="3893" y="2067"/>
                <a:ext cx="126" cy="294"/>
                <a:chOff x="3893" y="2067"/>
                <a:chExt cx="126" cy="294"/>
              </a:xfrm>
            </p:grpSpPr>
            <p:sp>
              <p:nvSpPr>
                <p:cNvPr id="39054" name="Freeform 96"/>
                <p:cNvSpPr/>
                <p:nvPr/>
              </p:nvSpPr>
              <p:spPr bwMode="auto">
                <a:xfrm>
                  <a:off x="3921" y="2067"/>
                  <a:ext cx="66" cy="33"/>
                </a:xfrm>
                <a:custGeom>
                  <a:avLst/>
                  <a:gdLst>
                    <a:gd name="T0" fmla="*/ 0 w 66"/>
                    <a:gd name="T1" fmla="*/ 3 h 33"/>
                    <a:gd name="T2" fmla="*/ 14 w 66"/>
                    <a:gd name="T3" fmla="*/ 32 h 33"/>
                    <a:gd name="T4" fmla="*/ 33 w 66"/>
                    <a:gd name="T5" fmla="*/ 0 h 33"/>
                    <a:gd name="T6" fmla="*/ 53 w 66"/>
                    <a:gd name="T7" fmla="*/ 32 h 33"/>
                    <a:gd name="T8" fmla="*/ 65 w 66"/>
                    <a:gd name="T9" fmla="*/ 4 h 33"/>
                    <a:gd name="T10" fmla="*/ 0 w 66"/>
                    <a:gd name="T11" fmla="*/ 3 h 33"/>
                    <a:gd name="T12" fmla="*/ 0 60000 65536"/>
                    <a:gd name="T13" fmla="*/ 0 60000 65536"/>
                    <a:gd name="T14" fmla="*/ 0 60000 65536"/>
                    <a:gd name="T15" fmla="*/ 0 60000 65536"/>
                    <a:gd name="T16" fmla="*/ 0 60000 65536"/>
                    <a:gd name="T17" fmla="*/ 0 60000 65536"/>
                    <a:gd name="T18" fmla="*/ 0 w 66"/>
                    <a:gd name="T19" fmla="*/ 0 h 33"/>
                    <a:gd name="T20" fmla="*/ 66 w 66"/>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66" h="33">
                      <a:moveTo>
                        <a:pt x="0" y="3"/>
                      </a:moveTo>
                      <a:lnTo>
                        <a:pt x="14" y="32"/>
                      </a:lnTo>
                      <a:lnTo>
                        <a:pt x="33" y="0"/>
                      </a:lnTo>
                      <a:lnTo>
                        <a:pt x="53" y="32"/>
                      </a:lnTo>
                      <a:lnTo>
                        <a:pt x="65" y="4"/>
                      </a:lnTo>
                      <a:lnTo>
                        <a:pt x="0" y="3"/>
                      </a:lnTo>
                    </a:path>
                  </a:pathLst>
                </a:custGeom>
                <a:solidFill>
                  <a:srgbClr val="000080"/>
                </a:solidFill>
                <a:ln w="12700" cap="rnd">
                  <a:solidFill>
                    <a:srgbClr val="000080"/>
                  </a:solidFill>
                  <a:round/>
                </a:ln>
              </p:spPr>
              <p:txBody>
                <a:bodyPr/>
                <a:p>
                  <a:endParaRPr lang="zh-CN" altLang="en-US"/>
                </a:p>
              </p:txBody>
            </p:sp>
            <p:sp>
              <p:nvSpPr>
                <p:cNvPr id="39055" name="Freeform 97"/>
                <p:cNvSpPr/>
                <p:nvPr/>
              </p:nvSpPr>
              <p:spPr bwMode="auto">
                <a:xfrm>
                  <a:off x="3954" y="2075"/>
                  <a:ext cx="17" cy="272"/>
                </a:xfrm>
                <a:custGeom>
                  <a:avLst/>
                  <a:gdLst>
                    <a:gd name="T0" fmla="*/ 0 w 17"/>
                    <a:gd name="T1" fmla="*/ 0 h 272"/>
                    <a:gd name="T2" fmla="*/ 16 w 17"/>
                    <a:gd name="T3" fmla="*/ 112 h 272"/>
                    <a:gd name="T4" fmla="*/ 16 w 17"/>
                    <a:gd name="T5" fmla="*/ 271 h 272"/>
                    <a:gd name="T6" fmla="*/ 0 w 17"/>
                    <a:gd name="T7" fmla="*/ 0 h 272"/>
                    <a:gd name="T8" fmla="*/ 0 60000 65536"/>
                    <a:gd name="T9" fmla="*/ 0 60000 65536"/>
                    <a:gd name="T10" fmla="*/ 0 60000 65536"/>
                    <a:gd name="T11" fmla="*/ 0 60000 65536"/>
                    <a:gd name="T12" fmla="*/ 0 w 17"/>
                    <a:gd name="T13" fmla="*/ 0 h 272"/>
                    <a:gd name="T14" fmla="*/ 17 w 17"/>
                    <a:gd name="T15" fmla="*/ 272 h 272"/>
                  </a:gdLst>
                  <a:ahLst/>
                  <a:cxnLst>
                    <a:cxn ang="T8">
                      <a:pos x="T0" y="T1"/>
                    </a:cxn>
                    <a:cxn ang="T9">
                      <a:pos x="T2" y="T3"/>
                    </a:cxn>
                    <a:cxn ang="T10">
                      <a:pos x="T4" y="T5"/>
                    </a:cxn>
                    <a:cxn ang="T11">
                      <a:pos x="T6" y="T7"/>
                    </a:cxn>
                  </a:cxnLst>
                  <a:rect l="T12" t="T13" r="T14" b="T15"/>
                  <a:pathLst>
                    <a:path w="17" h="272">
                      <a:moveTo>
                        <a:pt x="0" y="0"/>
                      </a:moveTo>
                      <a:lnTo>
                        <a:pt x="16" y="112"/>
                      </a:lnTo>
                      <a:lnTo>
                        <a:pt x="16" y="271"/>
                      </a:lnTo>
                      <a:lnTo>
                        <a:pt x="0" y="0"/>
                      </a:lnTo>
                    </a:path>
                  </a:pathLst>
                </a:custGeom>
                <a:solidFill>
                  <a:srgbClr val="000080"/>
                </a:solidFill>
                <a:ln w="12700" cap="rnd">
                  <a:solidFill>
                    <a:srgbClr val="000080"/>
                  </a:solidFill>
                  <a:round/>
                </a:ln>
              </p:spPr>
              <p:txBody>
                <a:bodyPr/>
                <a:p>
                  <a:endParaRPr lang="zh-CN" altLang="en-US"/>
                </a:p>
              </p:txBody>
            </p:sp>
            <p:sp>
              <p:nvSpPr>
                <p:cNvPr id="39056" name="Freeform 98"/>
                <p:cNvSpPr/>
                <p:nvPr/>
              </p:nvSpPr>
              <p:spPr bwMode="auto">
                <a:xfrm>
                  <a:off x="3893" y="2344"/>
                  <a:ext cx="126" cy="17"/>
                </a:xfrm>
                <a:custGeom>
                  <a:avLst/>
                  <a:gdLst>
                    <a:gd name="T0" fmla="*/ 0 w 126"/>
                    <a:gd name="T1" fmla="*/ 16 h 17"/>
                    <a:gd name="T2" fmla="*/ 68 w 126"/>
                    <a:gd name="T3" fmla="*/ 0 h 17"/>
                    <a:gd name="T4" fmla="*/ 125 w 126"/>
                    <a:gd name="T5" fmla="*/ 8 h 17"/>
                    <a:gd name="T6" fmla="*/ 0 w 126"/>
                    <a:gd name="T7" fmla="*/ 16 h 17"/>
                    <a:gd name="T8" fmla="*/ 0 60000 65536"/>
                    <a:gd name="T9" fmla="*/ 0 60000 65536"/>
                    <a:gd name="T10" fmla="*/ 0 60000 65536"/>
                    <a:gd name="T11" fmla="*/ 0 60000 65536"/>
                    <a:gd name="T12" fmla="*/ 0 w 126"/>
                    <a:gd name="T13" fmla="*/ 0 h 17"/>
                    <a:gd name="T14" fmla="*/ 126 w 126"/>
                    <a:gd name="T15" fmla="*/ 17 h 17"/>
                  </a:gdLst>
                  <a:ahLst/>
                  <a:cxnLst>
                    <a:cxn ang="T8">
                      <a:pos x="T0" y="T1"/>
                    </a:cxn>
                    <a:cxn ang="T9">
                      <a:pos x="T2" y="T3"/>
                    </a:cxn>
                    <a:cxn ang="T10">
                      <a:pos x="T4" y="T5"/>
                    </a:cxn>
                    <a:cxn ang="T11">
                      <a:pos x="T6" y="T7"/>
                    </a:cxn>
                  </a:cxnLst>
                  <a:rect l="T12" t="T13" r="T14" b="T15"/>
                  <a:pathLst>
                    <a:path w="126" h="17">
                      <a:moveTo>
                        <a:pt x="0" y="16"/>
                      </a:moveTo>
                      <a:lnTo>
                        <a:pt x="68" y="0"/>
                      </a:lnTo>
                      <a:lnTo>
                        <a:pt x="125" y="8"/>
                      </a:lnTo>
                      <a:lnTo>
                        <a:pt x="0" y="16"/>
                      </a:lnTo>
                    </a:path>
                  </a:pathLst>
                </a:custGeom>
                <a:solidFill>
                  <a:srgbClr val="000080"/>
                </a:solidFill>
                <a:ln w="12700" cap="rnd">
                  <a:solidFill>
                    <a:srgbClr val="000080"/>
                  </a:solidFill>
                  <a:round/>
                </a:ln>
              </p:spPr>
              <p:txBody>
                <a:bodyPr/>
                <a:p>
                  <a:endParaRPr lang="zh-CN" altLang="en-US"/>
                </a:p>
              </p:txBody>
            </p:sp>
          </p:grpSp>
          <p:grpSp>
            <p:nvGrpSpPr>
              <p:cNvPr id="39050" name="Group 99"/>
              <p:cNvGrpSpPr/>
              <p:nvPr/>
            </p:nvGrpSpPr>
            <p:grpSpPr bwMode="auto">
              <a:xfrm>
                <a:off x="3859" y="3053"/>
                <a:ext cx="165" cy="109"/>
                <a:chOff x="3859" y="3053"/>
                <a:chExt cx="165" cy="109"/>
              </a:xfrm>
            </p:grpSpPr>
            <p:sp>
              <p:nvSpPr>
                <p:cNvPr id="39052" name="Freeform 100"/>
                <p:cNvSpPr/>
                <p:nvPr/>
              </p:nvSpPr>
              <p:spPr bwMode="auto">
                <a:xfrm>
                  <a:off x="3859" y="3064"/>
                  <a:ext cx="62" cy="98"/>
                </a:xfrm>
                <a:custGeom>
                  <a:avLst/>
                  <a:gdLst>
                    <a:gd name="T0" fmla="*/ 11 w 62"/>
                    <a:gd name="T1" fmla="*/ 48 h 98"/>
                    <a:gd name="T2" fmla="*/ 3 w 62"/>
                    <a:gd name="T3" fmla="*/ 63 h 98"/>
                    <a:gd name="T4" fmla="*/ 0 w 62"/>
                    <a:gd name="T5" fmla="*/ 74 h 98"/>
                    <a:gd name="T6" fmla="*/ 0 w 62"/>
                    <a:gd name="T7" fmla="*/ 83 h 98"/>
                    <a:gd name="T8" fmla="*/ 2 w 62"/>
                    <a:gd name="T9" fmla="*/ 89 h 98"/>
                    <a:gd name="T10" fmla="*/ 6 w 62"/>
                    <a:gd name="T11" fmla="*/ 94 h 98"/>
                    <a:gd name="T12" fmla="*/ 14 w 62"/>
                    <a:gd name="T13" fmla="*/ 97 h 98"/>
                    <a:gd name="T14" fmla="*/ 25 w 62"/>
                    <a:gd name="T15" fmla="*/ 96 h 98"/>
                    <a:gd name="T16" fmla="*/ 34 w 62"/>
                    <a:gd name="T17" fmla="*/ 92 h 98"/>
                    <a:gd name="T18" fmla="*/ 42 w 62"/>
                    <a:gd name="T19" fmla="*/ 82 h 98"/>
                    <a:gd name="T20" fmla="*/ 50 w 62"/>
                    <a:gd name="T21" fmla="*/ 69 h 98"/>
                    <a:gd name="T22" fmla="*/ 54 w 62"/>
                    <a:gd name="T23" fmla="*/ 42 h 98"/>
                    <a:gd name="T24" fmla="*/ 61 w 62"/>
                    <a:gd name="T25" fmla="*/ 16 h 98"/>
                    <a:gd name="T26" fmla="*/ 60 w 62"/>
                    <a:gd name="T27" fmla="*/ 0 h 98"/>
                    <a:gd name="T28" fmla="*/ 48 w 62"/>
                    <a:gd name="T29" fmla="*/ 37 h 98"/>
                    <a:gd name="T30" fmla="*/ 37 w 62"/>
                    <a:gd name="T31" fmla="*/ 61 h 98"/>
                    <a:gd name="T32" fmla="*/ 22 w 62"/>
                    <a:gd name="T33" fmla="*/ 61 h 98"/>
                    <a:gd name="T34" fmla="*/ 9 w 62"/>
                    <a:gd name="T35" fmla="*/ 59 h 98"/>
                    <a:gd name="T36" fmla="*/ 11 w 62"/>
                    <a:gd name="T37" fmla="*/ 48 h 9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2"/>
                    <a:gd name="T58" fmla="*/ 0 h 98"/>
                    <a:gd name="T59" fmla="*/ 62 w 62"/>
                    <a:gd name="T60" fmla="*/ 98 h 9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2" h="98">
                      <a:moveTo>
                        <a:pt x="11" y="48"/>
                      </a:moveTo>
                      <a:lnTo>
                        <a:pt x="3" y="63"/>
                      </a:lnTo>
                      <a:lnTo>
                        <a:pt x="0" y="74"/>
                      </a:lnTo>
                      <a:lnTo>
                        <a:pt x="0" y="83"/>
                      </a:lnTo>
                      <a:lnTo>
                        <a:pt x="2" y="89"/>
                      </a:lnTo>
                      <a:lnTo>
                        <a:pt x="6" y="94"/>
                      </a:lnTo>
                      <a:lnTo>
                        <a:pt x="14" y="97"/>
                      </a:lnTo>
                      <a:lnTo>
                        <a:pt x="25" y="96"/>
                      </a:lnTo>
                      <a:lnTo>
                        <a:pt x="34" y="92"/>
                      </a:lnTo>
                      <a:lnTo>
                        <a:pt x="42" y="82"/>
                      </a:lnTo>
                      <a:lnTo>
                        <a:pt x="50" y="69"/>
                      </a:lnTo>
                      <a:lnTo>
                        <a:pt x="54" y="42"/>
                      </a:lnTo>
                      <a:lnTo>
                        <a:pt x="61" y="16"/>
                      </a:lnTo>
                      <a:lnTo>
                        <a:pt x="60" y="0"/>
                      </a:lnTo>
                      <a:lnTo>
                        <a:pt x="48" y="37"/>
                      </a:lnTo>
                      <a:lnTo>
                        <a:pt x="37" y="61"/>
                      </a:lnTo>
                      <a:lnTo>
                        <a:pt x="22" y="61"/>
                      </a:lnTo>
                      <a:lnTo>
                        <a:pt x="9" y="59"/>
                      </a:lnTo>
                      <a:lnTo>
                        <a:pt x="11" y="48"/>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053" name="Freeform 101"/>
                <p:cNvSpPr/>
                <p:nvPr/>
              </p:nvSpPr>
              <p:spPr bwMode="auto">
                <a:xfrm>
                  <a:off x="3953" y="3053"/>
                  <a:ext cx="71" cy="108"/>
                </a:xfrm>
                <a:custGeom>
                  <a:avLst/>
                  <a:gdLst>
                    <a:gd name="T0" fmla="*/ 1 w 71"/>
                    <a:gd name="T1" fmla="*/ 0 h 108"/>
                    <a:gd name="T2" fmla="*/ 0 w 71"/>
                    <a:gd name="T3" fmla="*/ 11 h 108"/>
                    <a:gd name="T4" fmla="*/ 9 w 71"/>
                    <a:gd name="T5" fmla="*/ 37 h 108"/>
                    <a:gd name="T6" fmla="*/ 15 w 71"/>
                    <a:gd name="T7" fmla="*/ 60 h 108"/>
                    <a:gd name="T8" fmla="*/ 22 w 71"/>
                    <a:gd name="T9" fmla="*/ 81 h 108"/>
                    <a:gd name="T10" fmla="*/ 29 w 71"/>
                    <a:gd name="T11" fmla="*/ 93 h 108"/>
                    <a:gd name="T12" fmla="*/ 36 w 71"/>
                    <a:gd name="T13" fmla="*/ 102 h 108"/>
                    <a:gd name="T14" fmla="*/ 46 w 71"/>
                    <a:gd name="T15" fmla="*/ 105 h 108"/>
                    <a:gd name="T16" fmla="*/ 57 w 71"/>
                    <a:gd name="T17" fmla="*/ 107 h 108"/>
                    <a:gd name="T18" fmla="*/ 62 w 71"/>
                    <a:gd name="T19" fmla="*/ 103 h 108"/>
                    <a:gd name="T20" fmla="*/ 67 w 71"/>
                    <a:gd name="T21" fmla="*/ 101 h 108"/>
                    <a:gd name="T22" fmla="*/ 70 w 71"/>
                    <a:gd name="T23" fmla="*/ 90 h 108"/>
                    <a:gd name="T24" fmla="*/ 68 w 71"/>
                    <a:gd name="T25" fmla="*/ 76 h 108"/>
                    <a:gd name="T26" fmla="*/ 62 w 71"/>
                    <a:gd name="T27" fmla="*/ 59 h 108"/>
                    <a:gd name="T28" fmla="*/ 58 w 71"/>
                    <a:gd name="T29" fmla="*/ 50 h 108"/>
                    <a:gd name="T30" fmla="*/ 56 w 71"/>
                    <a:gd name="T31" fmla="*/ 58 h 108"/>
                    <a:gd name="T32" fmla="*/ 53 w 71"/>
                    <a:gd name="T33" fmla="*/ 62 h 108"/>
                    <a:gd name="T34" fmla="*/ 44 w 71"/>
                    <a:gd name="T35" fmla="*/ 64 h 108"/>
                    <a:gd name="T36" fmla="*/ 37 w 71"/>
                    <a:gd name="T37" fmla="*/ 65 h 108"/>
                    <a:gd name="T38" fmla="*/ 23 w 71"/>
                    <a:gd name="T39" fmla="*/ 62 h 108"/>
                    <a:gd name="T40" fmla="*/ 9 w 71"/>
                    <a:gd name="T41" fmla="*/ 21 h 108"/>
                    <a:gd name="T42" fmla="*/ 1 w 71"/>
                    <a:gd name="T43" fmla="*/ 0 h 1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1"/>
                    <a:gd name="T67" fmla="*/ 0 h 108"/>
                    <a:gd name="T68" fmla="*/ 71 w 71"/>
                    <a:gd name="T69" fmla="*/ 108 h 1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1" h="108">
                      <a:moveTo>
                        <a:pt x="1" y="0"/>
                      </a:moveTo>
                      <a:lnTo>
                        <a:pt x="0" y="11"/>
                      </a:lnTo>
                      <a:lnTo>
                        <a:pt x="9" y="37"/>
                      </a:lnTo>
                      <a:lnTo>
                        <a:pt x="15" y="60"/>
                      </a:lnTo>
                      <a:lnTo>
                        <a:pt x="22" y="81"/>
                      </a:lnTo>
                      <a:lnTo>
                        <a:pt x="29" y="93"/>
                      </a:lnTo>
                      <a:lnTo>
                        <a:pt x="36" y="102"/>
                      </a:lnTo>
                      <a:lnTo>
                        <a:pt x="46" y="105"/>
                      </a:lnTo>
                      <a:lnTo>
                        <a:pt x="57" y="107"/>
                      </a:lnTo>
                      <a:lnTo>
                        <a:pt x="62" y="103"/>
                      </a:lnTo>
                      <a:lnTo>
                        <a:pt x="67" y="101"/>
                      </a:lnTo>
                      <a:lnTo>
                        <a:pt x="70" y="90"/>
                      </a:lnTo>
                      <a:lnTo>
                        <a:pt x="68" y="76"/>
                      </a:lnTo>
                      <a:lnTo>
                        <a:pt x="62" y="59"/>
                      </a:lnTo>
                      <a:lnTo>
                        <a:pt x="58" y="50"/>
                      </a:lnTo>
                      <a:lnTo>
                        <a:pt x="56" y="58"/>
                      </a:lnTo>
                      <a:lnTo>
                        <a:pt x="53" y="62"/>
                      </a:lnTo>
                      <a:lnTo>
                        <a:pt x="44" y="64"/>
                      </a:lnTo>
                      <a:lnTo>
                        <a:pt x="37" y="65"/>
                      </a:lnTo>
                      <a:lnTo>
                        <a:pt x="23" y="62"/>
                      </a:lnTo>
                      <a:lnTo>
                        <a:pt x="9" y="21"/>
                      </a:lnTo>
                      <a:lnTo>
                        <a:pt x="1" y="0"/>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
            <p:nvSpPr>
              <p:cNvPr id="39051" name="Freeform 102"/>
              <p:cNvSpPr/>
              <p:nvPr/>
            </p:nvSpPr>
            <p:spPr bwMode="auto">
              <a:xfrm>
                <a:off x="3952" y="2002"/>
                <a:ext cx="26" cy="17"/>
              </a:xfrm>
              <a:custGeom>
                <a:avLst/>
                <a:gdLst>
                  <a:gd name="T0" fmla="*/ 0 w 26"/>
                  <a:gd name="T1" fmla="*/ 13 h 17"/>
                  <a:gd name="T2" fmla="*/ 8 w 26"/>
                  <a:gd name="T3" fmla="*/ 0 h 17"/>
                  <a:gd name="T4" fmla="*/ 12 w 26"/>
                  <a:gd name="T5" fmla="*/ 8 h 17"/>
                  <a:gd name="T6" fmla="*/ 20 w 26"/>
                  <a:gd name="T7" fmla="*/ 0 h 17"/>
                  <a:gd name="T8" fmla="*/ 25 w 26"/>
                  <a:gd name="T9" fmla="*/ 16 h 17"/>
                  <a:gd name="T10" fmla="*/ 0 60000 65536"/>
                  <a:gd name="T11" fmla="*/ 0 60000 65536"/>
                  <a:gd name="T12" fmla="*/ 0 60000 65536"/>
                  <a:gd name="T13" fmla="*/ 0 60000 65536"/>
                  <a:gd name="T14" fmla="*/ 0 60000 65536"/>
                  <a:gd name="T15" fmla="*/ 0 w 26"/>
                  <a:gd name="T16" fmla="*/ 0 h 17"/>
                  <a:gd name="T17" fmla="*/ 26 w 26"/>
                  <a:gd name="T18" fmla="*/ 17 h 17"/>
                </a:gdLst>
                <a:ahLst/>
                <a:cxnLst>
                  <a:cxn ang="T10">
                    <a:pos x="T0" y="T1"/>
                  </a:cxn>
                  <a:cxn ang="T11">
                    <a:pos x="T2" y="T3"/>
                  </a:cxn>
                  <a:cxn ang="T12">
                    <a:pos x="T4" y="T5"/>
                  </a:cxn>
                  <a:cxn ang="T13">
                    <a:pos x="T6" y="T7"/>
                  </a:cxn>
                  <a:cxn ang="T14">
                    <a:pos x="T8" y="T9"/>
                  </a:cxn>
                </a:cxnLst>
                <a:rect l="T15" t="T16" r="T17" b="T18"/>
                <a:pathLst>
                  <a:path w="26" h="17">
                    <a:moveTo>
                      <a:pt x="0" y="13"/>
                    </a:moveTo>
                    <a:lnTo>
                      <a:pt x="8" y="0"/>
                    </a:lnTo>
                    <a:lnTo>
                      <a:pt x="12" y="8"/>
                    </a:lnTo>
                    <a:lnTo>
                      <a:pt x="20" y="0"/>
                    </a:lnTo>
                    <a:lnTo>
                      <a:pt x="25" y="16"/>
                    </a:lnTo>
                  </a:path>
                </a:pathLst>
              </a:custGeom>
              <a:noFill/>
              <a:ln w="12700" cap="rnd">
                <a:solidFill>
                  <a:srgbClr val="FF00A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grpSp>
        <p:grpSp>
          <p:nvGrpSpPr>
            <p:cNvPr id="38927" name="Group 103"/>
            <p:cNvGrpSpPr/>
            <p:nvPr/>
          </p:nvGrpSpPr>
          <p:grpSpPr bwMode="auto">
            <a:xfrm>
              <a:off x="1667" y="1840"/>
              <a:ext cx="291" cy="1283"/>
              <a:chOff x="1667" y="1840"/>
              <a:chExt cx="291" cy="1283"/>
            </a:xfrm>
          </p:grpSpPr>
          <p:grpSp>
            <p:nvGrpSpPr>
              <p:cNvPr id="39025" name="Group 104"/>
              <p:cNvGrpSpPr/>
              <p:nvPr/>
            </p:nvGrpSpPr>
            <p:grpSpPr bwMode="auto">
              <a:xfrm>
                <a:off x="1671" y="2241"/>
                <a:ext cx="276" cy="372"/>
                <a:chOff x="1671" y="2241"/>
                <a:chExt cx="276" cy="372"/>
              </a:xfrm>
            </p:grpSpPr>
            <p:sp>
              <p:nvSpPr>
                <p:cNvPr id="39042" name="Freeform 105"/>
                <p:cNvSpPr/>
                <p:nvPr/>
              </p:nvSpPr>
              <p:spPr bwMode="auto">
                <a:xfrm>
                  <a:off x="1671" y="2251"/>
                  <a:ext cx="72" cy="362"/>
                </a:xfrm>
                <a:custGeom>
                  <a:avLst/>
                  <a:gdLst>
                    <a:gd name="T0" fmla="*/ 4 w 72"/>
                    <a:gd name="T1" fmla="*/ 0 h 362"/>
                    <a:gd name="T2" fmla="*/ 0 w 72"/>
                    <a:gd name="T3" fmla="*/ 81 h 362"/>
                    <a:gd name="T4" fmla="*/ 12 w 72"/>
                    <a:gd name="T5" fmla="*/ 194 h 362"/>
                    <a:gd name="T6" fmla="*/ 21 w 72"/>
                    <a:gd name="T7" fmla="*/ 292 h 362"/>
                    <a:gd name="T8" fmla="*/ 39 w 72"/>
                    <a:gd name="T9" fmla="*/ 350 h 362"/>
                    <a:gd name="T10" fmla="*/ 47 w 72"/>
                    <a:gd name="T11" fmla="*/ 361 h 362"/>
                    <a:gd name="T12" fmla="*/ 52 w 72"/>
                    <a:gd name="T13" fmla="*/ 344 h 362"/>
                    <a:gd name="T14" fmla="*/ 55 w 72"/>
                    <a:gd name="T15" fmla="*/ 304 h 362"/>
                    <a:gd name="T16" fmla="*/ 71 w 72"/>
                    <a:gd name="T17" fmla="*/ 293 h 362"/>
                    <a:gd name="T18" fmla="*/ 50 w 72"/>
                    <a:gd name="T19" fmla="*/ 259 h 362"/>
                    <a:gd name="T20" fmla="*/ 36 w 72"/>
                    <a:gd name="T21" fmla="*/ 240 h 362"/>
                    <a:gd name="T22" fmla="*/ 37 w 72"/>
                    <a:gd name="T23" fmla="*/ 73 h 362"/>
                    <a:gd name="T24" fmla="*/ 44 w 72"/>
                    <a:gd name="T25" fmla="*/ 6 h 362"/>
                    <a:gd name="T26" fmla="*/ 4 w 72"/>
                    <a:gd name="T27" fmla="*/ 0 h 36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2"/>
                    <a:gd name="T43" fmla="*/ 0 h 362"/>
                    <a:gd name="T44" fmla="*/ 72 w 72"/>
                    <a:gd name="T45" fmla="*/ 362 h 36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2" h="362">
                      <a:moveTo>
                        <a:pt x="4" y="0"/>
                      </a:moveTo>
                      <a:lnTo>
                        <a:pt x="0" y="81"/>
                      </a:lnTo>
                      <a:lnTo>
                        <a:pt x="12" y="194"/>
                      </a:lnTo>
                      <a:lnTo>
                        <a:pt x="21" y="292"/>
                      </a:lnTo>
                      <a:lnTo>
                        <a:pt x="39" y="350"/>
                      </a:lnTo>
                      <a:lnTo>
                        <a:pt x="47" y="361"/>
                      </a:lnTo>
                      <a:lnTo>
                        <a:pt x="52" y="344"/>
                      </a:lnTo>
                      <a:lnTo>
                        <a:pt x="55" y="304"/>
                      </a:lnTo>
                      <a:lnTo>
                        <a:pt x="71" y="293"/>
                      </a:lnTo>
                      <a:lnTo>
                        <a:pt x="50" y="259"/>
                      </a:lnTo>
                      <a:lnTo>
                        <a:pt x="36" y="240"/>
                      </a:lnTo>
                      <a:lnTo>
                        <a:pt x="37" y="73"/>
                      </a:lnTo>
                      <a:lnTo>
                        <a:pt x="44" y="6"/>
                      </a:lnTo>
                      <a:lnTo>
                        <a:pt x="4" y="0"/>
                      </a:lnTo>
                    </a:path>
                  </a:pathLst>
                </a:custGeom>
                <a:solidFill>
                  <a:srgbClr val="FFC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043" name="Freeform 106"/>
                <p:cNvSpPr/>
                <p:nvPr/>
              </p:nvSpPr>
              <p:spPr bwMode="auto">
                <a:xfrm>
                  <a:off x="1885" y="2241"/>
                  <a:ext cx="62" cy="337"/>
                </a:xfrm>
                <a:custGeom>
                  <a:avLst/>
                  <a:gdLst>
                    <a:gd name="T0" fmla="*/ 17 w 62"/>
                    <a:gd name="T1" fmla="*/ 9 h 337"/>
                    <a:gd name="T2" fmla="*/ 26 w 62"/>
                    <a:gd name="T3" fmla="*/ 70 h 337"/>
                    <a:gd name="T4" fmla="*/ 25 w 62"/>
                    <a:gd name="T5" fmla="*/ 214 h 337"/>
                    <a:gd name="T6" fmla="*/ 0 w 62"/>
                    <a:gd name="T7" fmla="*/ 274 h 337"/>
                    <a:gd name="T8" fmla="*/ 6 w 62"/>
                    <a:gd name="T9" fmla="*/ 280 h 337"/>
                    <a:gd name="T10" fmla="*/ 0 w 62"/>
                    <a:gd name="T11" fmla="*/ 311 h 337"/>
                    <a:gd name="T12" fmla="*/ 5 w 62"/>
                    <a:gd name="T13" fmla="*/ 336 h 337"/>
                    <a:gd name="T14" fmla="*/ 25 w 62"/>
                    <a:gd name="T15" fmla="*/ 295 h 337"/>
                    <a:gd name="T16" fmla="*/ 44 w 62"/>
                    <a:gd name="T17" fmla="*/ 221 h 337"/>
                    <a:gd name="T18" fmla="*/ 61 w 62"/>
                    <a:gd name="T19" fmla="*/ 56 h 337"/>
                    <a:gd name="T20" fmla="*/ 53 w 62"/>
                    <a:gd name="T21" fmla="*/ 0 h 337"/>
                    <a:gd name="T22" fmla="*/ 17 w 62"/>
                    <a:gd name="T23" fmla="*/ 9 h 3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
                    <a:gd name="T37" fmla="*/ 0 h 337"/>
                    <a:gd name="T38" fmla="*/ 62 w 62"/>
                    <a:gd name="T39" fmla="*/ 337 h 3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 h="337">
                      <a:moveTo>
                        <a:pt x="17" y="9"/>
                      </a:moveTo>
                      <a:lnTo>
                        <a:pt x="26" y="70"/>
                      </a:lnTo>
                      <a:lnTo>
                        <a:pt x="25" y="214"/>
                      </a:lnTo>
                      <a:lnTo>
                        <a:pt x="0" y="274"/>
                      </a:lnTo>
                      <a:lnTo>
                        <a:pt x="6" y="280"/>
                      </a:lnTo>
                      <a:lnTo>
                        <a:pt x="0" y="311"/>
                      </a:lnTo>
                      <a:lnTo>
                        <a:pt x="5" y="336"/>
                      </a:lnTo>
                      <a:lnTo>
                        <a:pt x="25" y="295"/>
                      </a:lnTo>
                      <a:lnTo>
                        <a:pt x="44" y="221"/>
                      </a:lnTo>
                      <a:lnTo>
                        <a:pt x="61" y="56"/>
                      </a:lnTo>
                      <a:lnTo>
                        <a:pt x="53" y="0"/>
                      </a:lnTo>
                      <a:lnTo>
                        <a:pt x="17" y="9"/>
                      </a:lnTo>
                    </a:path>
                  </a:pathLst>
                </a:custGeom>
                <a:solidFill>
                  <a:srgbClr val="FFC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
            <p:nvSpPr>
              <p:cNvPr id="39026" name="Freeform 107"/>
              <p:cNvSpPr/>
              <p:nvPr/>
            </p:nvSpPr>
            <p:spPr bwMode="auto">
              <a:xfrm>
                <a:off x="1667" y="2026"/>
                <a:ext cx="291" cy="555"/>
              </a:xfrm>
              <a:custGeom>
                <a:avLst/>
                <a:gdLst>
                  <a:gd name="T0" fmla="*/ 118 w 291"/>
                  <a:gd name="T1" fmla="*/ 0 h 555"/>
                  <a:gd name="T2" fmla="*/ 46 w 291"/>
                  <a:gd name="T3" fmla="*/ 37 h 555"/>
                  <a:gd name="T4" fmla="*/ 37 w 291"/>
                  <a:gd name="T5" fmla="*/ 50 h 555"/>
                  <a:gd name="T6" fmla="*/ 0 w 291"/>
                  <a:gd name="T7" fmla="*/ 227 h 555"/>
                  <a:gd name="T8" fmla="*/ 6 w 291"/>
                  <a:gd name="T9" fmla="*/ 415 h 555"/>
                  <a:gd name="T10" fmla="*/ 52 w 291"/>
                  <a:gd name="T11" fmla="*/ 401 h 555"/>
                  <a:gd name="T12" fmla="*/ 56 w 291"/>
                  <a:gd name="T13" fmla="*/ 234 h 555"/>
                  <a:gd name="T14" fmla="*/ 63 w 291"/>
                  <a:gd name="T15" fmla="*/ 189 h 555"/>
                  <a:gd name="T16" fmla="*/ 64 w 291"/>
                  <a:gd name="T17" fmla="*/ 287 h 555"/>
                  <a:gd name="T18" fmla="*/ 52 w 291"/>
                  <a:gd name="T19" fmla="*/ 457 h 555"/>
                  <a:gd name="T20" fmla="*/ 73 w 291"/>
                  <a:gd name="T21" fmla="*/ 457 h 555"/>
                  <a:gd name="T22" fmla="*/ 71 w 291"/>
                  <a:gd name="T23" fmla="*/ 516 h 555"/>
                  <a:gd name="T24" fmla="*/ 73 w 291"/>
                  <a:gd name="T25" fmla="*/ 548 h 555"/>
                  <a:gd name="T26" fmla="*/ 148 w 291"/>
                  <a:gd name="T27" fmla="*/ 554 h 555"/>
                  <a:gd name="T28" fmla="*/ 209 w 291"/>
                  <a:gd name="T29" fmla="*/ 541 h 555"/>
                  <a:gd name="T30" fmla="*/ 244 w 291"/>
                  <a:gd name="T31" fmla="*/ 539 h 555"/>
                  <a:gd name="T32" fmla="*/ 240 w 291"/>
                  <a:gd name="T33" fmla="*/ 446 h 555"/>
                  <a:gd name="T34" fmla="*/ 245 w 291"/>
                  <a:gd name="T35" fmla="*/ 401 h 555"/>
                  <a:gd name="T36" fmla="*/ 227 w 291"/>
                  <a:gd name="T37" fmla="*/ 271 h 555"/>
                  <a:gd name="T38" fmla="*/ 225 w 291"/>
                  <a:gd name="T39" fmla="*/ 202 h 555"/>
                  <a:gd name="T40" fmla="*/ 233 w 291"/>
                  <a:gd name="T41" fmla="*/ 229 h 555"/>
                  <a:gd name="T42" fmla="*/ 240 w 291"/>
                  <a:gd name="T43" fmla="*/ 379 h 555"/>
                  <a:gd name="T44" fmla="*/ 278 w 291"/>
                  <a:gd name="T45" fmla="*/ 387 h 555"/>
                  <a:gd name="T46" fmla="*/ 290 w 291"/>
                  <a:gd name="T47" fmla="*/ 214 h 555"/>
                  <a:gd name="T48" fmla="*/ 246 w 291"/>
                  <a:gd name="T49" fmla="*/ 48 h 555"/>
                  <a:gd name="T50" fmla="*/ 173 w 291"/>
                  <a:gd name="T51" fmla="*/ 0 h 555"/>
                  <a:gd name="T52" fmla="*/ 118 w 291"/>
                  <a:gd name="T53" fmla="*/ 0 h 55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91"/>
                  <a:gd name="T82" fmla="*/ 0 h 555"/>
                  <a:gd name="T83" fmla="*/ 291 w 291"/>
                  <a:gd name="T84" fmla="*/ 555 h 55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91" h="555">
                    <a:moveTo>
                      <a:pt x="118" y="0"/>
                    </a:moveTo>
                    <a:lnTo>
                      <a:pt x="46" y="37"/>
                    </a:lnTo>
                    <a:lnTo>
                      <a:pt x="37" y="50"/>
                    </a:lnTo>
                    <a:lnTo>
                      <a:pt x="0" y="227"/>
                    </a:lnTo>
                    <a:lnTo>
                      <a:pt x="6" y="415"/>
                    </a:lnTo>
                    <a:lnTo>
                      <a:pt x="52" y="401"/>
                    </a:lnTo>
                    <a:lnTo>
                      <a:pt x="56" y="234"/>
                    </a:lnTo>
                    <a:lnTo>
                      <a:pt x="63" y="189"/>
                    </a:lnTo>
                    <a:lnTo>
                      <a:pt x="64" y="287"/>
                    </a:lnTo>
                    <a:lnTo>
                      <a:pt x="52" y="457"/>
                    </a:lnTo>
                    <a:lnTo>
                      <a:pt x="73" y="457"/>
                    </a:lnTo>
                    <a:lnTo>
                      <a:pt x="71" y="516"/>
                    </a:lnTo>
                    <a:lnTo>
                      <a:pt x="73" y="548"/>
                    </a:lnTo>
                    <a:lnTo>
                      <a:pt x="148" y="554"/>
                    </a:lnTo>
                    <a:lnTo>
                      <a:pt x="209" y="541"/>
                    </a:lnTo>
                    <a:lnTo>
                      <a:pt x="244" y="539"/>
                    </a:lnTo>
                    <a:lnTo>
                      <a:pt x="240" y="446"/>
                    </a:lnTo>
                    <a:lnTo>
                      <a:pt x="245" y="401"/>
                    </a:lnTo>
                    <a:lnTo>
                      <a:pt x="227" y="271"/>
                    </a:lnTo>
                    <a:lnTo>
                      <a:pt x="225" y="202"/>
                    </a:lnTo>
                    <a:lnTo>
                      <a:pt x="233" y="229"/>
                    </a:lnTo>
                    <a:lnTo>
                      <a:pt x="240" y="379"/>
                    </a:lnTo>
                    <a:lnTo>
                      <a:pt x="278" y="387"/>
                    </a:lnTo>
                    <a:lnTo>
                      <a:pt x="290" y="214"/>
                    </a:lnTo>
                    <a:lnTo>
                      <a:pt x="246" y="48"/>
                    </a:lnTo>
                    <a:lnTo>
                      <a:pt x="173" y="0"/>
                    </a:lnTo>
                    <a:lnTo>
                      <a:pt x="118" y="0"/>
                    </a:lnTo>
                  </a:path>
                </a:pathLst>
              </a:custGeom>
              <a:solidFill>
                <a:srgbClr val="A0C0FF"/>
              </a:solidFill>
              <a:ln w="12700" cap="rnd">
                <a:solidFill>
                  <a:srgbClr val="A0C0FF"/>
                </a:solidFill>
                <a:round/>
              </a:ln>
            </p:spPr>
            <p:txBody>
              <a:bodyPr/>
              <a:p>
                <a:endParaRPr lang="zh-CN" altLang="en-US"/>
              </a:p>
            </p:txBody>
          </p:sp>
          <p:grpSp>
            <p:nvGrpSpPr>
              <p:cNvPr id="39027" name="Group 108"/>
              <p:cNvGrpSpPr/>
              <p:nvPr/>
            </p:nvGrpSpPr>
            <p:grpSpPr bwMode="auto">
              <a:xfrm>
                <a:off x="1719" y="1840"/>
                <a:ext cx="174" cy="1283"/>
                <a:chOff x="1719" y="1840"/>
                <a:chExt cx="174" cy="1283"/>
              </a:xfrm>
            </p:grpSpPr>
            <p:sp>
              <p:nvSpPr>
                <p:cNvPr id="39028" name="Freeform 109"/>
                <p:cNvSpPr/>
                <p:nvPr/>
              </p:nvSpPr>
              <p:spPr bwMode="auto">
                <a:xfrm>
                  <a:off x="1726" y="2563"/>
                  <a:ext cx="164" cy="521"/>
                </a:xfrm>
                <a:custGeom>
                  <a:avLst/>
                  <a:gdLst>
                    <a:gd name="T0" fmla="*/ 22 w 164"/>
                    <a:gd name="T1" fmla="*/ 8 h 521"/>
                    <a:gd name="T2" fmla="*/ 30 w 164"/>
                    <a:gd name="T3" fmla="*/ 191 h 521"/>
                    <a:gd name="T4" fmla="*/ 27 w 164"/>
                    <a:gd name="T5" fmla="*/ 241 h 521"/>
                    <a:gd name="T6" fmla="*/ 27 w 164"/>
                    <a:gd name="T7" fmla="*/ 290 h 521"/>
                    <a:gd name="T8" fmla="*/ 30 w 164"/>
                    <a:gd name="T9" fmla="*/ 336 h 521"/>
                    <a:gd name="T10" fmla="*/ 31 w 164"/>
                    <a:gd name="T11" fmla="*/ 374 h 521"/>
                    <a:gd name="T12" fmla="*/ 31 w 164"/>
                    <a:gd name="T13" fmla="*/ 421 h 521"/>
                    <a:gd name="T14" fmla="*/ 28 w 164"/>
                    <a:gd name="T15" fmla="*/ 440 h 521"/>
                    <a:gd name="T16" fmla="*/ 7 w 164"/>
                    <a:gd name="T17" fmla="*/ 499 h 521"/>
                    <a:gd name="T18" fmla="*/ 0 w 164"/>
                    <a:gd name="T19" fmla="*/ 519 h 521"/>
                    <a:gd name="T20" fmla="*/ 32 w 164"/>
                    <a:gd name="T21" fmla="*/ 520 h 521"/>
                    <a:gd name="T22" fmla="*/ 46 w 164"/>
                    <a:gd name="T23" fmla="*/ 495 h 521"/>
                    <a:gd name="T24" fmla="*/ 56 w 164"/>
                    <a:gd name="T25" fmla="*/ 465 h 521"/>
                    <a:gd name="T26" fmla="*/ 61 w 164"/>
                    <a:gd name="T27" fmla="*/ 418 h 521"/>
                    <a:gd name="T28" fmla="*/ 80 w 164"/>
                    <a:gd name="T29" fmla="*/ 290 h 521"/>
                    <a:gd name="T30" fmla="*/ 86 w 164"/>
                    <a:gd name="T31" fmla="*/ 255 h 521"/>
                    <a:gd name="T32" fmla="*/ 82 w 164"/>
                    <a:gd name="T33" fmla="*/ 323 h 521"/>
                    <a:gd name="T34" fmla="*/ 87 w 164"/>
                    <a:gd name="T35" fmla="*/ 366 h 521"/>
                    <a:gd name="T36" fmla="*/ 89 w 164"/>
                    <a:gd name="T37" fmla="*/ 406 h 521"/>
                    <a:gd name="T38" fmla="*/ 85 w 164"/>
                    <a:gd name="T39" fmla="*/ 442 h 521"/>
                    <a:gd name="T40" fmla="*/ 88 w 164"/>
                    <a:gd name="T41" fmla="*/ 460 h 521"/>
                    <a:gd name="T42" fmla="*/ 108 w 164"/>
                    <a:gd name="T43" fmla="*/ 514 h 521"/>
                    <a:gd name="T44" fmla="*/ 127 w 164"/>
                    <a:gd name="T45" fmla="*/ 514 h 521"/>
                    <a:gd name="T46" fmla="*/ 135 w 164"/>
                    <a:gd name="T47" fmla="*/ 514 h 521"/>
                    <a:gd name="T48" fmla="*/ 146 w 164"/>
                    <a:gd name="T49" fmla="*/ 503 h 521"/>
                    <a:gd name="T50" fmla="*/ 119 w 164"/>
                    <a:gd name="T51" fmla="*/ 442 h 521"/>
                    <a:gd name="T52" fmla="*/ 132 w 164"/>
                    <a:gd name="T53" fmla="*/ 312 h 521"/>
                    <a:gd name="T54" fmla="*/ 138 w 164"/>
                    <a:gd name="T55" fmla="*/ 252 h 521"/>
                    <a:gd name="T56" fmla="*/ 163 w 164"/>
                    <a:gd name="T57" fmla="*/ 0 h 521"/>
                    <a:gd name="T58" fmla="*/ 22 w 164"/>
                    <a:gd name="T59" fmla="*/ 8 h 52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64"/>
                    <a:gd name="T91" fmla="*/ 0 h 521"/>
                    <a:gd name="T92" fmla="*/ 164 w 164"/>
                    <a:gd name="T93" fmla="*/ 521 h 52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64" h="521">
                      <a:moveTo>
                        <a:pt x="22" y="8"/>
                      </a:moveTo>
                      <a:lnTo>
                        <a:pt x="30" y="191"/>
                      </a:lnTo>
                      <a:lnTo>
                        <a:pt x="27" y="241"/>
                      </a:lnTo>
                      <a:lnTo>
                        <a:pt x="27" y="290"/>
                      </a:lnTo>
                      <a:lnTo>
                        <a:pt x="30" y="336"/>
                      </a:lnTo>
                      <a:lnTo>
                        <a:pt x="31" y="374"/>
                      </a:lnTo>
                      <a:lnTo>
                        <a:pt x="31" y="421"/>
                      </a:lnTo>
                      <a:lnTo>
                        <a:pt x="28" y="440"/>
                      </a:lnTo>
                      <a:lnTo>
                        <a:pt x="7" y="499"/>
                      </a:lnTo>
                      <a:lnTo>
                        <a:pt x="0" y="519"/>
                      </a:lnTo>
                      <a:lnTo>
                        <a:pt x="32" y="520"/>
                      </a:lnTo>
                      <a:lnTo>
                        <a:pt x="46" y="495"/>
                      </a:lnTo>
                      <a:lnTo>
                        <a:pt x="56" y="465"/>
                      </a:lnTo>
                      <a:lnTo>
                        <a:pt x="61" y="418"/>
                      </a:lnTo>
                      <a:lnTo>
                        <a:pt x="80" y="290"/>
                      </a:lnTo>
                      <a:lnTo>
                        <a:pt x="86" y="255"/>
                      </a:lnTo>
                      <a:lnTo>
                        <a:pt x="82" y="323"/>
                      </a:lnTo>
                      <a:lnTo>
                        <a:pt x="87" y="366"/>
                      </a:lnTo>
                      <a:lnTo>
                        <a:pt x="89" y="406"/>
                      </a:lnTo>
                      <a:lnTo>
                        <a:pt x="85" y="442"/>
                      </a:lnTo>
                      <a:lnTo>
                        <a:pt x="88" y="460"/>
                      </a:lnTo>
                      <a:lnTo>
                        <a:pt x="108" y="514"/>
                      </a:lnTo>
                      <a:lnTo>
                        <a:pt x="127" y="514"/>
                      </a:lnTo>
                      <a:lnTo>
                        <a:pt x="135" y="514"/>
                      </a:lnTo>
                      <a:lnTo>
                        <a:pt x="146" y="503"/>
                      </a:lnTo>
                      <a:lnTo>
                        <a:pt x="119" y="442"/>
                      </a:lnTo>
                      <a:lnTo>
                        <a:pt x="132" y="312"/>
                      </a:lnTo>
                      <a:lnTo>
                        <a:pt x="138" y="252"/>
                      </a:lnTo>
                      <a:lnTo>
                        <a:pt x="163" y="0"/>
                      </a:lnTo>
                      <a:lnTo>
                        <a:pt x="22" y="8"/>
                      </a:lnTo>
                    </a:path>
                  </a:pathLst>
                </a:custGeom>
                <a:solidFill>
                  <a:srgbClr val="FFC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39029" name="Group 110"/>
                <p:cNvGrpSpPr/>
                <p:nvPr/>
              </p:nvGrpSpPr>
              <p:grpSpPr bwMode="auto">
                <a:xfrm>
                  <a:off x="1752" y="2028"/>
                  <a:ext cx="127" cy="294"/>
                  <a:chOff x="1752" y="2028"/>
                  <a:chExt cx="127" cy="294"/>
                </a:xfrm>
              </p:grpSpPr>
              <p:sp>
                <p:nvSpPr>
                  <p:cNvPr id="39039" name="Freeform 111"/>
                  <p:cNvSpPr/>
                  <p:nvPr/>
                </p:nvSpPr>
                <p:spPr bwMode="auto">
                  <a:xfrm>
                    <a:off x="1781" y="2028"/>
                    <a:ext cx="66" cy="34"/>
                  </a:xfrm>
                  <a:custGeom>
                    <a:avLst/>
                    <a:gdLst>
                      <a:gd name="T0" fmla="*/ 0 w 66"/>
                      <a:gd name="T1" fmla="*/ 3 h 34"/>
                      <a:gd name="T2" fmla="*/ 14 w 66"/>
                      <a:gd name="T3" fmla="*/ 33 h 34"/>
                      <a:gd name="T4" fmla="*/ 33 w 66"/>
                      <a:gd name="T5" fmla="*/ 0 h 34"/>
                      <a:gd name="T6" fmla="*/ 53 w 66"/>
                      <a:gd name="T7" fmla="*/ 33 h 34"/>
                      <a:gd name="T8" fmla="*/ 65 w 66"/>
                      <a:gd name="T9" fmla="*/ 4 h 34"/>
                      <a:gd name="T10" fmla="*/ 0 60000 65536"/>
                      <a:gd name="T11" fmla="*/ 0 60000 65536"/>
                      <a:gd name="T12" fmla="*/ 0 60000 65536"/>
                      <a:gd name="T13" fmla="*/ 0 60000 65536"/>
                      <a:gd name="T14" fmla="*/ 0 60000 65536"/>
                      <a:gd name="T15" fmla="*/ 0 w 66"/>
                      <a:gd name="T16" fmla="*/ 0 h 34"/>
                      <a:gd name="T17" fmla="*/ 66 w 66"/>
                      <a:gd name="T18" fmla="*/ 34 h 34"/>
                    </a:gdLst>
                    <a:ahLst/>
                    <a:cxnLst>
                      <a:cxn ang="T10">
                        <a:pos x="T0" y="T1"/>
                      </a:cxn>
                      <a:cxn ang="T11">
                        <a:pos x="T2" y="T3"/>
                      </a:cxn>
                      <a:cxn ang="T12">
                        <a:pos x="T4" y="T5"/>
                      </a:cxn>
                      <a:cxn ang="T13">
                        <a:pos x="T6" y="T7"/>
                      </a:cxn>
                      <a:cxn ang="T14">
                        <a:pos x="T8" y="T9"/>
                      </a:cxn>
                    </a:cxnLst>
                    <a:rect l="T15" t="T16" r="T17" b="T18"/>
                    <a:pathLst>
                      <a:path w="66" h="34">
                        <a:moveTo>
                          <a:pt x="0" y="3"/>
                        </a:moveTo>
                        <a:lnTo>
                          <a:pt x="14" y="33"/>
                        </a:lnTo>
                        <a:lnTo>
                          <a:pt x="33" y="0"/>
                        </a:lnTo>
                        <a:lnTo>
                          <a:pt x="53" y="33"/>
                        </a:lnTo>
                        <a:lnTo>
                          <a:pt x="65" y="4"/>
                        </a:lnTo>
                      </a:path>
                    </a:pathLst>
                  </a:custGeom>
                  <a:noFill/>
                  <a:ln w="12700" cap="rnd">
                    <a:solidFill>
                      <a:srgbClr val="408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sp>
                <p:nvSpPr>
                  <p:cNvPr id="39040" name="Freeform 112"/>
                  <p:cNvSpPr/>
                  <p:nvPr/>
                </p:nvSpPr>
                <p:spPr bwMode="auto">
                  <a:xfrm>
                    <a:off x="1815" y="2035"/>
                    <a:ext cx="17" cy="273"/>
                  </a:xfrm>
                  <a:custGeom>
                    <a:avLst/>
                    <a:gdLst>
                      <a:gd name="T0" fmla="*/ 0 w 17"/>
                      <a:gd name="T1" fmla="*/ 0 h 273"/>
                      <a:gd name="T2" fmla="*/ 16 w 17"/>
                      <a:gd name="T3" fmla="*/ 112 h 273"/>
                      <a:gd name="T4" fmla="*/ 16 w 17"/>
                      <a:gd name="T5" fmla="*/ 272 h 273"/>
                      <a:gd name="T6" fmla="*/ 0 60000 65536"/>
                      <a:gd name="T7" fmla="*/ 0 60000 65536"/>
                      <a:gd name="T8" fmla="*/ 0 60000 65536"/>
                      <a:gd name="T9" fmla="*/ 0 w 17"/>
                      <a:gd name="T10" fmla="*/ 0 h 273"/>
                      <a:gd name="T11" fmla="*/ 17 w 17"/>
                      <a:gd name="T12" fmla="*/ 273 h 273"/>
                    </a:gdLst>
                    <a:ahLst/>
                    <a:cxnLst>
                      <a:cxn ang="T6">
                        <a:pos x="T0" y="T1"/>
                      </a:cxn>
                      <a:cxn ang="T7">
                        <a:pos x="T2" y="T3"/>
                      </a:cxn>
                      <a:cxn ang="T8">
                        <a:pos x="T4" y="T5"/>
                      </a:cxn>
                    </a:cxnLst>
                    <a:rect l="T9" t="T10" r="T11" b="T12"/>
                    <a:pathLst>
                      <a:path w="17" h="273">
                        <a:moveTo>
                          <a:pt x="0" y="0"/>
                        </a:moveTo>
                        <a:lnTo>
                          <a:pt x="16" y="112"/>
                        </a:lnTo>
                        <a:lnTo>
                          <a:pt x="16" y="272"/>
                        </a:lnTo>
                      </a:path>
                    </a:pathLst>
                  </a:custGeom>
                  <a:noFill/>
                  <a:ln w="12700" cap="rnd">
                    <a:solidFill>
                      <a:srgbClr val="408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sp>
                <p:nvSpPr>
                  <p:cNvPr id="39041" name="Freeform 113"/>
                  <p:cNvSpPr/>
                  <p:nvPr/>
                </p:nvSpPr>
                <p:spPr bwMode="auto">
                  <a:xfrm>
                    <a:off x="1752" y="2305"/>
                    <a:ext cx="127" cy="17"/>
                  </a:xfrm>
                  <a:custGeom>
                    <a:avLst/>
                    <a:gdLst>
                      <a:gd name="T0" fmla="*/ 0 w 127"/>
                      <a:gd name="T1" fmla="*/ 16 h 17"/>
                      <a:gd name="T2" fmla="*/ 69 w 127"/>
                      <a:gd name="T3" fmla="*/ 0 h 17"/>
                      <a:gd name="T4" fmla="*/ 126 w 127"/>
                      <a:gd name="T5" fmla="*/ 6 h 17"/>
                      <a:gd name="T6" fmla="*/ 0 60000 65536"/>
                      <a:gd name="T7" fmla="*/ 0 60000 65536"/>
                      <a:gd name="T8" fmla="*/ 0 60000 65536"/>
                      <a:gd name="T9" fmla="*/ 0 w 127"/>
                      <a:gd name="T10" fmla="*/ 0 h 17"/>
                      <a:gd name="T11" fmla="*/ 127 w 127"/>
                      <a:gd name="T12" fmla="*/ 17 h 17"/>
                    </a:gdLst>
                    <a:ahLst/>
                    <a:cxnLst>
                      <a:cxn ang="T6">
                        <a:pos x="T0" y="T1"/>
                      </a:cxn>
                      <a:cxn ang="T7">
                        <a:pos x="T2" y="T3"/>
                      </a:cxn>
                      <a:cxn ang="T8">
                        <a:pos x="T4" y="T5"/>
                      </a:cxn>
                    </a:cxnLst>
                    <a:rect l="T9" t="T10" r="T11" b="T12"/>
                    <a:pathLst>
                      <a:path w="127" h="17">
                        <a:moveTo>
                          <a:pt x="0" y="16"/>
                        </a:moveTo>
                        <a:lnTo>
                          <a:pt x="69" y="0"/>
                        </a:lnTo>
                        <a:lnTo>
                          <a:pt x="126" y="6"/>
                        </a:lnTo>
                      </a:path>
                    </a:pathLst>
                  </a:custGeom>
                  <a:noFill/>
                  <a:ln w="12700" cap="rnd">
                    <a:solidFill>
                      <a:srgbClr val="408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grpSp>
            <p:grpSp>
              <p:nvGrpSpPr>
                <p:cNvPr id="39030" name="Group 114"/>
                <p:cNvGrpSpPr/>
                <p:nvPr/>
              </p:nvGrpSpPr>
              <p:grpSpPr bwMode="auto">
                <a:xfrm>
                  <a:off x="1719" y="3014"/>
                  <a:ext cx="165" cy="109"/>
                  <a:chOff x="1719" y="3014"/>
                  <a:chExt cx="165" cy="109"/>
                </a:xfrm>
              </p:grpSpPr>
              <p:sp>
                <p:nvSpPr>
                  <p:cNvPr id="39037" name="Freeform 115"/>
                  <p:cNvSpPr/>
                  <p:nvPr/>
                </p:nvSpPr>
                <p:spPr bwMode="auto">
                  <a:xfrm>
                    <a:off x="1719" y="3024"/>
                    <a:ext cx="62" cy="99"/>
                  </a:xfrm>
                  <a:custGeom>
                    <a:avLst/>
                    <a:gdLst>
                      <a:gd name="T0" fmla="*/ 11 w 62"/>
                      <a:gd name="T1" fmla="*/ 48 h 99"/>
                      <a:gd name="T2" fmla="*/ 3 w 62"/>
                      <a:gd name="T3" fmla="*/ 63 h 99"/>
                      <a:gd name="T4" fmla="*/ 0 w 62"/>
                      <a:gd name="T5" fmla="*/ 75 h 99"/>
                      <a:gd name="T6" fmla="*/ 0 w 62"/>
                      <a:gd name="T7" fmla="*/ 84 h 99"/>
                      <a:gd name="T8" fmla="*/ 2 w 62"/>
                      <a:gd name="T9" fmla="*/ 90 h 99"/>
                      <a:gd name="T10" fmla="*/ 6 w 62"/>
                      <a:gd name="T11" fmla="*/ 95 h 99"/>
                      <a:gd name="T12" fmla="*/ 14 w 62"/>
                      <a:gd name="T13" fmla="*/ 98 h 99"/>
                      <a:gd name="T14" fmla="*/ 24 w 62"/>
                      <a:gd name="T15" fmla="*/ 97 h 99"/>
                      <a:gd name="T16" fmla="*/ 35 w 62"/>
                      <a:gd name="T17" fmla="*/ 93 h 99"/>
                      <a:gd name="T18" fmla="*/ 43 w 62"/>
                      <a:gd name="T19" fmla="*/ 83 h 99"/>
                      <a:gd name="T20" fmla="*/ 50 w 62"/>
                      <a:gd name="T21" fmla="*/ 69 h 99"/>
                      <a:gd name="T22" fmla="*/ 54 w 62"/>
                      <a:gd name="T23" fmla="*/ 43 h 99"/>
                      <a:gd name="T24" fmla="*/ 61 w 62"/>
                      <a:gd name="T25" fmla="*/ 17 h 99"/>
                      <a:gd name="T26" fmla="*/ 60 w 62"/>
                      <a:gd name="T27" fmla="*/ 0 h 99"/>
                      <a:gd name="T28" fmla="*/ 48 w 62"/>
                      <a:gd name="T29" fmla="*/ 38 h 99"/>
                      <a:gd name="T30" fmla="*/ 37 w 62"/>
                      <a:gd name="T31" fmla="*/ 61 h 99"/>
                      <a:gd name="T32" fmla="*/ 22 w 62"/>
                      <a:gd name="T33" fmla="*/ 61 h 99"/>
                      <a:gd name="T34" fmla="*/ 9 w 62"/>
                      <a:gd name="T35" fmla="*/ 60 h 99"/>
                      <a:gd name="T36" fmla="*/ 11 w 62"/>
                      <a:gd name="T37" fmla="*/ 48 h 9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2"/>
                      <a:gd name="T58" fmla="*/ 0 h 99"/>
                      <a:gd name="T59" fmla="*/ 62 w 62"/>
                      <a:gd name="T60" fmla="*/ 99 h 9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2" h="99">
                        <a:moveTo>
                          <a:pt x="11" y="48"/>
                        </a:moveTo>
                        <a:lnTo>
                          <a:pt x="3" y="63"/>
                        </a:lnTo>
                        <a:lnTo>
                          <a:pt x="0" y="75"/>
                        </a:lnTo>
                        <a:lnTo>
                          <a:pt x="0" y="84"/>
                        </a:lnTo>
                        <a:lnTo>
                          <a:pt x="2" y="90"/>
                        </a:lnTo>
                        <a:lnTo>
                          <a:pt x="6" y="95"/>
                        </a:lnTo>
                        <a:lnTo>
                          <a:pt x="14" y="98"/>
                        </a:lnTo>
                        <a:lnTo>
                          <a:pt x="24" y="97"/>
                        </a:lnTo>
                        <a:lnTo>
                          <a:pt x="35" y="93"/>
                        </a:lnTo>
                        <a:lnTo>
                          <a:pt x="43" y="83"/>
                        </a:lnTo>
                        <a:lnTo>
                          <a:pt x="50" y="69"/>
                        </a:lnTo>
                        <a:lnTo>
                          <a:pt x="54" y="43"/>
                        </a:lnTo>
                        <a:lnTo>
                          <a:pt x="61" y="17"/>
                        </a:lnTo>
                        <a:lnTo>
                          <a:pt x="60" y="0"/>
                        </a:lnTo>
                        <a:lnTo>
                          <a:pt x="48" y="38"/>
                        </a:lnTo>
                        <a:lnTo>
                          <a:pt x="37" y="61"/>
                        </a:lnTo>
                        <a:lnTo>
                          <a:pt x="22" y="61"/>
                        </a:lnTo>
                        <a:lnTo>
                          <a:pt x="9" y="60"/>
                        </a:lnTo>
                        <a:lnTo>
                          <a:pt x="11" y="48"/>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038" name="Freeform 116"/>
                  <p:cNvSpPr/>
                  <p:nvPr/>
                </p:nvSpPr>
                <p:spPr bwMode="auto">
                  <a:xfrm>
                    <a:off x="1814" y="3014"/>
                    <a:ext cx="70" cy="108"/>
                  </a:xfrm>
                  <a:custGeom>
                    <a:avLst/>
                    <a:gdLst>
                      <a:gd name="T0" fmla="*/ 1 w 70"/>
                      <a:gd name="T1" fmla="*/ 0 h 108"/>
                      <a:gd name="T2" fmla="*/ 0 w 70"/>
                      <a:gd name="T3" fmla="*/ 11 h 108"/>
                      <a:gd name="T4" fmla="*/ 9 w 70"/>
                      <a:gd name="T5" fmla="*/ 38 h 108"/>
                      <a:gd name="T6" fmla="*/ 15 w 70"/>
                      <a:gd name="T7" fmla="*/ 60 h 108"/>
                      <a:gd name="T8" fmla="*/ 22 w 70"/>
                      <a:gd name="T9" fmla="*/ 81 h 108"/>
                      <a:gd name="T10" fmla="*/ 29 w 70"/>
                      <a:gd name="T11" fmla="*/ 93 h 108"/>
                      <a:gd name="T12" fmla="*/ 36 w 70"/>
                      <a:gd name="T13" fmla="*/ 102 h 108"/>
                      <a:gd name="T14" fmla="*/ 45 w 70"/>
                      <a:gd name="T15" fmla="*/ 105 h 108"/>
                      <a:gd name="T16" fmla="*/ 56 w 70"/>
                      <a:gd name="T17" fmla="*/ 107 h 108"/>
                      <a:gd name="T18" fmla="*/ 61 w 70"/>
                      <a:gd name="T19" fmla="*/ 103 h 108"/>
                      <a:gd name="T20" fmla="*/ 66 w 70"/>
                      <a:gd name="T21" fmla="*/ 101 h 108"/>
                      <a:gd name="T22" fmla="*/ 69 w 70"/>
                      <a:gd name="T23" fmla="*/ 90 h 108"/>
                      <a:gd name="T24" fmla="*/ 67 w 70"/>
                      <a:gd name="T25" fmla="*/ 76 h 108"/>
                      <a:gd name="T26" fmla="*/ 61 w 70"/>
                      <a:gd name="T27" fmla="*/ 59 h 108"/>
                      <a:gd name="T28" fmla="*/ 57 w 70"/>
                      <a:gd name="T29" fmla="*/ 51 h 108"/>
                      <a:gd name="T30" fmla="*/ 55 w 70"/>
                      <a:gd name="T31" fmla="*/ 58 h 108"/>
                      <a:gd name="T32" fmla="*/ 52 w 70"/>
                      <a:gd name="T33" fmla="*/ 62 h 108"/>
                      <a:gd name="T34" fmla="*/ 44 w 70"/>
                      <a:gd name="T35" fmla="*/ 64 h 108"/>
                      <a:gd name="T36" fmla="*/ 37 w 70"/>
                      <a:gd name="T37" fmla="*/ 65 h 108"/>
                      <a:gd name="T38" fmla="*/ 23 w 70"/>
                      <a:gd name="T39" fmla="*/ 62 h 108"/>
                      <a:gd name="T40" fmla="*/ 9 w 70"/>
                      <a:gd name="T41" fmla="*/ 21 h 108"/>
                      <a:gd name="T42" fmla="*/ 1 w 70"/>
                      <a:gd name="T43" fmla="*/ 0 h 1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0"/>
                      <a:gd name="T67" fmla="*/ 0 h 108"/>
                      <a:gd name="T68" fmla="*/ 70 w 70"/>
                      <a:gd name="T69" fmla="*/ 108 h 1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0" h="108">
                        <a:moveTo>
                          <a:pt x="1" y="0"/>
                        </a:moveTo>
                        <a:lnTo>
                          <a:pt x="0" y="11"/>
                        </a:lnTo>
                        <a:lnTo>
                          <a:pt x="9" y="38"/>
                        </a:lnTo>
                        <a:lnTo>
                          <a:pt x="15" y="60"/>
                        </a:lnTo>
                        <a:lnTo>
                          <a:pt x="22" y="81"/>
                        </a:lnTo>
                        <a:lnTo>
                          <a:pt x="29" y="93"/>
                        </a:lnTo>
                        <a:lnTo>
                          <a:pt x="36" y="102"/>
                        </a:lnTo>
                        <a:lnTo>
                          <a:pt x="45" y="105"/>
                        </a:lnTo>
                        <a:lnTo>
                          <a:pt x="56" y="107"/>
                        </a:lnTo>
                        <a:lnTo>
                          <a:pt x="61" y="103"/>
                        </a:lnTo>
                        <a:lnTo>
                          <a:pt x="66" y="101"/>
                        </a:lnTo>
                        <a:lnTo>
                          <a:pt x="69" y="90"/>
                        </a:lnTo>
                        <a:lnTo>
                          <a:pt x="67" y="76"/>
                        </a:lnTo>
                        <a:lnTo>
                          <a:pt x="61" y="59"/>
                        </a:lnTo>
                        <a:lnTo>
                          <a:pt x="57" y="51"/>
                        </a:lnTo>
                        <a:lnTo>
                          <a:pt x="55" y="58"/>
                        </a:lnTo>
                        <a:lnTo>
                          <a:pt x="52" y="62"/>
                        </a:lnTo>
                        <a:lnTo>
                          <a:pt x="44" y="64"/>
                        </a:lnTo>
                        <a:lnTo>
                          <a:pt x="37" y="65"/>
                        </a:lnTo>
                        <a:lnTo>
                          <a:pt x="23" y="62"/>
                        </a:lnTo>
                        <a:lnTo>
                          <a:pt x="9" y="21"/>
                        </a:lnTo>
                        <a:lnTo>
                          <a:pt x="1" y="0"/>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nvGrpSpPr>
                <p:cNvPr id="39031" name="Group 117"/>
                <p:cNvGrpSpPr/>
                <p:nvPr/>
              </p:nvGrpSpPr>
              <p:grpSpPr bwMode="auto">
                <a:xfrm>
                  <a:off x="1740" y="1840"/>
                  <a:ext cx="153" cy="183"/>
                  <a:chOff x="1740" y="1840"/>
                  <a:chExt cx="153" cy="183"/>
                </a:xfrm>
              </p:grpSpPr>
              <p:sp>
                <p:nvSpPr>
                  <p:cNvPr id="39032" name="Freeform 118"/>
                  <p:cNvSpPr/>
                  <p:nvPr/>
                </p:nvSpPr>
                <p:spPr bwMode="auto">
                  <a:xfrm>
                    <a:off x="1759" y="1853"/>
                    <a:ext cx="111" cy="170"/>
                  </a:xfrm>
                  <a:custGeom>
                    <a:avLst/>
                    <a:gdLst>
                      <a:gd name="T0" fmla="*/ 27 w 111"/>
                      <a:gd name="T1" fmla="*/ 168 h 170"/>
                      <a:gd name="T2" fmla="*/ 27 w 111"/>
                      <a:gd name="T3" fmla="*/ 143 h 170"/>
                      <a:gd name="T4" fmla="*/ 18 w 111"/>
                      <a:gd name="T5" fmla="*/ 124 h 170"/>
                      <a:gd name="T6" fmla="*/ 9 w 111"/>
                      <a:gd name="T7" fmla="*/ 110 h 170"/>
                      <a:gd name="T8" fmla="*/ 5 w 111"/>
                      <a:gd name="T9" fmla="*/ 88 h 170"/>
                      <a:gd name="T10" fmla="*/ 1 w 111"/>
                      <a:gd name="T11" fmla="*/ 78 h 170"/>
                      <a:gd name="T12" fmla="*/ 0 w 111"/>
                      <a:gd name="T13" fmla="*/ 53 h 170"/>
                      <a:gd name="T14" fmla="*/ 9 w 111"/>
                      <a:gd name="T15" fmla="*/ 24 h 170"/>
                      <a:gd name="T16" fmla="*/ 26 w 111"/>
                      <a:gd name="T17" fmla="*/ 8 h 170"/>
                      <a:gd name="T18" fmla="*/ 45 w 111"/>
                      <a:gd name="T19" fmla="*/ 0 h 170"/>
                      <a:gd name="T20" fmla="*/ 68 w 111"/>
                      <a:gd name="T21" fmla="*/ 0 h 170"/>
                      <a:gd name="T22" fmla="*/ 89 w 111"/>
                      <a:gd name="T23" fmla="*/ 7 h 170"/>
                      <a:gd name="T24" fmla="*/ 104 w 111"/>
                      <a:gd name="T25" fmla="*/ 22 h 170"/>
                      <a:gd name="T26" fmla="*/ 110 w 111"/>
                      <a:gd name="T27" fmla="*/ 43 h 170"/>
                      <a:gd name="T28" fmla="*/ 110 w 111"/>
                      <a:gd name="T29" fmla="*/ 65 h 170"/>
                      <a:gd name="T30" fmla="*/ 107 w 111"/>
                      <a:gd name="T31" fmla="*/ 85 h 170"/>
                      <a:gd name="T32" fmla="*/ 97 w 111"/>
                      <a:gd name="T33" fmla="*/ 111 h 170"/>
                      <a:gd name="T34" fmla="*/ 92 w 111"/>
                      <a:gd name="T35" fmla="*/ 121 h 170"/>
                      <a:gd name="T36" fmla="*/ 87 w 111"/>
                      <a:gd name="T37" fmla="*/ 132 h 170"/>
                      <a:gd name="T38" fmla="*/ 85 w 111"/>
                      <a:gd name="T39" fmla="*/ 144 h 170"/>
                      <a:gd name="T40" fmla="*/ 81 w 111"/>
                      <a:gd name="T41" fmla="*/ 169 h 170"/>
                      <a:gd name="T42" fmla="*/ 27 w 111"/>
                      <a:gd name="T43" fmla="*/ 168 h 17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1"/>
                      <a:gd name="T67" fmla="*/ 0 h 170"/>
                      <a:gd name="T68" fmla="*/ 111 w 111"/>
                      <a:gd name="T69" fmla="*/ 170 h 17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1" h="170">
                        <a:moveTo>
                          <a:pt x="27" y="168"/>
                        </a:moveTo>
                        <a:lnTo>
                          <a:pt x="27" y="143"/>
                        </a:lnTo>
                        <a:lnTo>
                          <a:pt x="18" y="124"/>
                        </a:lnTo>
                        <a:lnTo>
                          <a:pt x="9" y="110"/>
                        </a:lnTo>
                        <a:lnTo>
                          <a:pt x="5" y="88"/>
                        </a:lnTo>
                        <a:lnTo>
                          <a:pt x="1" y="78"/>
                        </a:lnTo>
                        <a:lnTo>
                          <a:pt x="0" y="53"/>
                        </a:lnTo>
                        <a:lnTo>
                          <a:pt x="9" y="24"/>
                        </a:lnTo>
                        <a:lnTo>
                          <a:pt x="26" y="8"/>
                        </a:lnTo>
                        <a:lnTo>
                          <a:pt x="45" y="0"/>
                        </a:lnTo>
                        <a:lnTo>
                          <a:pt x="68" y="0"/>
                        </a:lnTo>
                        <a:lnTo>
                          <a:pt x="89" y="7"/>
                        </a:lnTo>
                        <a:lnTo>
                          <a:pt x="104" y="22"/>
                        </a:lnTo>
                        <a:lnTo>
                          <a:pt x="110" y="43"/>
                        </a:lnTo>
                        <a:lnTo>
                          <a:pt x="110" y="65"/>
                        </a:lnTo>
                        <a:lnTo>
                          <a:pt x="107" y="85"/>
                        </a:lnTo>
                        <a:lnTo>
                          <a:pt x="97" y="111"/>
                        </a:lnTo>
                        <a:lnTo>
                          <a:pt x="92" y="121"/>
                        </a:lnTo>
                        <a:lnTo>
                          <a:pt x="87" y="132"/>
                        </a:lnTo>
                        <a:lnTo>
                          <a:pt x="85" y="144"/>
                        </a:lnTo>
                        <a:lnTo>
                          <a:pt x="81" y="169"/>
                        </a:lnTo>
                        <a:lnTo>
                          <a:pt x="27" y="168"/>
                        </a:lnTo>
                      </a:path>
                    </a:pathLst>
                  </a:custGeom>
                  <a:solidFill>
                    <a:srgbClr val="FFC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033" name="Freeform 119"/>
                  <p:cNvSpPr/>
                  <p:nvPr/>
                </p:nvSpPr>
                <p:spPr bwMode="auto">
                  <a:xfrm>
                    <a:off x="1740" y="1840"/>
                    <a:ext cx="153" cy="132"/>
                  </a:xfrm>
                  <a:custGeom>
                    <a:avLst/>
                    <a:gdLst>
                      <a:gd name="T0" fmla="*/ 11 w 153"/>
                      <a:gd name="T1" fmla="*/ 113 h 132"/>
                      <a:gd name="T2" fmla="*/ 2 w 153"/>
                      <a:gd name="T3" fmla="*/ 100 h 132"/>
                      <a:gd name="T4" fmla="*/ 0 w 153"/>
                      <a:gd name="T5" fmla="*/ 86 h 132"/>
                      <a:gd name="T6" fmla="*/ 1 w 153"/>
                      <a:gd name="T7" fmla="*/ 68 h 132"/>
                      <a:gd name="T8" fmla="*/ 6 w 153"/>
                      <a:gd name="T9" fmla="*/ 53 h 132"/>
                      <a:gd name="T10" fmla="*/ 11 w 153"/>
                      <a:gd name="T11" fmla="*/ 37 h 132"/>
                      <a:gd name="T12" fmla="*/ 19 w 153"/>
                      <a:gd name="T13" fmla="*/ 29 h 132"/>
                      <a:gd name="T14" fmla="*/ 26 w 153"/>
                      <a:gd name="T15" fmla="*/ 16 h 132"/>
                      <a:gd name="T16" fmla="*/ 41 w 153"/>
                      <a:gd name="T17" fmla="*/ 5 h 132"/>
                      <a:gd name="T18" fmla="*/ 52 w 153"/>
                      <a:gd name="T19" fmla="*/ 2 h 132"/>
                      <a:gd name="T20" fmla="*/ 76 w 153"/>
                      <a:gd name="T21" fmla="*/ 0 h 132"/>
                      <a:gd name="T22" fmla="*/ 96 w 153"/>
                      <a:gd name="T23" fmla="*/ 1 h 132"/>
                      <a:gd name="T24" fmla="*/ 111 w 153"/>
                      <a:gd name="T25" fmla="*/ 5 h 132"/>
                      <a:gd name="T26" fmla="*/ 122 w 153"/>
                      <a:gd name="T27" fmla="*/ 10 h 132"/>
                      <a:gd name="T28" fmla="*/ 133 w 153"/>
                      <a:gd name="T29" fmla="*/ 22 h 132"/>
                      <a:gd name="T30" fmla="*/ 141 w 153"/>
                      <a:gd name="T31" fmla="*/ 33 h 132"/>
                      <a:gd name="T32" fmla="*/ 148 w 153"/>
                      <a:gd name="T33" fmla="*/ 43 h 132"/>
                      <a:gd name="T34" fmla="*/ 152 w 153"/>
                      <a:gd name="T35" fmla="*/ 57 h 132"/>
                      <a:gd name="T36" fmla="*/ 152 w 153"/>
                      <a:gd name="T37" fmla="*/ 80 h 132"/>
                      <a:gd name="T38" fmla="*/ 152 w 153"/>
                      <a:gd name="T39" fmla="*/ 97 h 132"/>
                      <a:gd name="T40" fmla="*/ 146 w 153"/>
                      <a:gd name="T41" fmla="*/ 104 h 132"/>
                      <a:gd name="T42" fmla="*/ 138 w 153"/>
                      <a:gd name="T43" fmla="*/ 115 h 132"/>
                      <a:gd name="T44" fmla="*/ 133 w 153"/>
                      <a:gd name="T45" fmla="*/ 123 h 132"/>
                      <a:gd name="T46" fmla="*/ 118 w 153"/>
                      <a:gd name="T47" fmla="*/ 127 h 132"/>
                      <a:gd name="T48" fmla="*/ 105 w 153"/>
                      <a:gd name="T49" fmla="*/ 131 h 132"/>
                      <a:gd name="T50" fmla="*/ 116 w 153"/>
                      <a:gd name="T51" fmla="*/ 115 h 132"/>
                      <a:gd name="T52" fmla="*/ 126 w 153"/>
                      <a:gd name="T53" fmla="*/ 87 h 132"/>
                      <a:gd name="T54" fmla="*/ 122 w 153"/>
                      <a:gd name="T55" fmla="*/ 54 h 132"/>
                      <a:gd name="T56" fmla="*/ 99 w 153"/>
                      <a:gd name="T57" fmla="*/ 61 h 132"/>
                      <a:gd name="T58" fmla="*/ 70 w 153"/>
                      <a:gd name="T59" fmla="*/ 61 h 132"/>
                      <a:gd name="T60" fmla="*/ 50 w 153"/>
                      <a:gd name="T61" fmla="*/ 60 h 132"/>
                      <a:gd name="T62" fmla="*/ 34 w 153"/>
                      <a:gd name="T63" fmla="*/ 56 h 132"/>
                      <a:gd name="T64" fmla="*/ 32 w 153"/>
                      <a:gd name="T65" fmla="*/ 65 h 132"/>
                      <a:gd name="T66" fmla="*/ 25 w 153"/>
                      <a:gd name="T67" fmla="*/ 89 h 132"/>
                      <a:gd name="T68" fmla="*/ 36 w 153"/>
                      <a:gd name="T69" fmla="*/ 116 h 132"/>
                      <a:gd name="T70" fmla="*/ 42 w 153"/>
                      <a:gd name="T71" fmla="*/ 131 h 132"/>
                      <a:gd name="T72" fmla="*/ 25 w 153"/>
                      <a:gd name="T73" fmla="*/ 122 h 132"/>
                      <a:gd name="T74" fmla="*/ 11 w 153"/>
                      <a:gd name="T75" fmla="*/ 113 h 13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53"/>
                      <a:gd name="T115" fmla="*/ 0 h 132"/>
                      <a:gd name="T116" fmla="*/ 153 w 153"/>
                      <a:gd name="T117" fmla="*/ 132 h 13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53" h="132">
                        <a:moveTo>
                          <a:pt x="11" y="113"/>
                        </a:moveTo>
                        <a:lnTo>
                          <a:pt x="2" y="100"/>
                        </a:lnTo>
                        <a:lnTo>
                          <a:pt x="0" y="86"/>
                        </a:lnTo>
                        <a:lnTo>
                          <a:pt x="1" y="68"/>
                        </a:lnTo>
                        <a:lnTo>
                          <a:pt x="6" y="53"/>
                        </a:lnTo>
                        <a:lnTo>
                          <a:pt x="11" y="37"/>
                        </a:lnTo>
                        <a:lnTo>
                          <a:pt x="19" y="29"/>
                        </a:lnTo>
                        <a:lnTo>
                          <a:pt x="26" y="16"/>
                        </a:lnTo>
                        <a:lnTo>
                          <a:pt x="41" y="5"/>
                        </a:lnTo>
                        <a:lnTo>
                          <a:pt x="52" y="2"/>
                        </a:lnTo>
                        <a:lnTo>
                          <a:pt x="76" y="0"/>
                        </a:lnTo>
                        <a:lnTo>
                          <a:pt x="96" y="1"/>
                        </a:lnTo>
                        <a:lnTo>
                          <a:pt x="111" y="5"/>
                        </a:lnTo>
                        <a:lnTo>
                          <a:pt x="122" y="10"/>
                        </a:lnTo>
                        <a:lnTo>
                          <a:pt x="133" y="22"/>
                        </a:lnTo>
                        <a:lnTo>
                          <a:pt x="141" y="33"/>
                        </a:lnTo>
                        <a:lnTo>
                          <a:pt x="148" y="43"/>
                        </a:lnTo>
                        <a:lnTo>
                          <a:pt x="152" y="57"/>
                        </a:lnTo>
                        <a:lnTo>
                          <a:pt x="152" y="80"/>
                        </a:lnTo>
                        <a:lnTo>
                          <a:pt x="152" y="97"/>
                        </a:lnTo>
                        <a:lnTo>
                          <a:pt x="146" y="104"/>
                        </a:lnTo>
                        <a:lnTo>
                          <a:pt x="138" y="115"/>
                        </a:lnTo>
                        <a:lnTo>
                          <a:pt x="133" y="123"/>
                        </a:lnTo>
                        <a:lnTo>
                          <a:pt x="118" y="127"/>
                        </a:lnTo>
                        <a:lnTo>
                          <a:pt x="105" y="131"/>
                        </a:lnTo>
                        <a:lnTo>
                          <a:pt x="116" y="115"/>
                        </a:lnTo>
                        <a:lnTo>
                          <a:pt x="126" y="87"/>
                        </a:lnTo>
                        <a:lnTo>
                          <a:pt x="122" y="54"/>
                        </a:lnTo>
                        <a:lnTo>
                          <a:pt x="99" y="61"/>
                        </a:lnTo>
                        <a:lnTo>
                          <a:pt x="70" y="61"/>
                        </a:lnTo>
                        <a:lnTo>
                          <a:pt x="50" y="60"/>
                        </a:lnTo>
                        <a:lnTo>
                          <a:pt x="34" y="56"/>
                        </a:lnTo>
                        <a:lnTo>
                          <a:pt x="32" y="65"/>
                        </a:lnTo>
                        <a:lnTo>
                          <a:pt x="25" y="89"/>
                        </a:lnTo>
                        <a:lnTo>
                          <a:pt x="36" y="116"/>
                        </a:lnTo>
                        <a:lnTo>
                          <a:pt x="42" y="131"/>
                        </a:lnTo>
                        <a:lnTo>
                          <a:pt x="25" y="122"/>
                        </a:lnTo>
                        <a:lnTo>
                          <a:pt x="11" y="113"/>
                        </a:lnTo>
                      </a:path>
                    </a:pathLst>
                  </a:custGeom>
                  <a:solidFill>
                    <a:srgbClr val="8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39034" name="Group 120"/>
                  <p:cNvGrpSpPr/>
                  <p:nvPr/>
                </p:nvGrpSpPr>
                <p:grpSpPr bwMode="auto">
                  <a:xfrm>
                    <a:off x="1757" y="1938"/>
                    <a:ext cx="125" cy="19"/>
                    <a:chOff x="1757" y="1938"/>
                    <a:chExt cx="125" cy="19"/>
                  </a:xfrm>
                </p:grpSpPr>
                <p:sp>
                  <p:nvSpPr>
                    <p:cNvPr id="39035" name="Oval 121"/>
                    <p:cNvSpPr>
                      <a:spLocks noChangeArrowheads="1"/>
                    </p:cNvSpPr>
                    <p:nvPr/>
                  </p:nvSpPr>
                  <p:spPr bwMode="auto">
                    <a:xfrm>
                      <a:off x="1757" y="1938"/>
                      <a:ext cx="16" cy="16"/>
                    </a:xfrm>
                    <a:prstGeom prst="ellipse">
                      <a:avLst/>
                    </a:prstGeom>
                    <a:solidFill>
                      <a:srgbClr val="6080FF"/>
                    </a:solidFill>
                    <a:ln>
                      <a:noFill/>
                    </a:ln>
                    <a:extLst>
                      <a:ext uri="{91240B29-F687-4F45-9708-019B960494DF}">
                        <a14:hiddenLine xmlns:a14="http://schemas.microsoft.com/office/drawing/2010/main" w="9525">
                          <a:solidFill>
                            <a:srgbClr val="000000"/>
                          </a:solidFill>
                          <a:round/>
                        </a14:hiddenLine>
                      </a:ext>
                    </a:extLst>
                  </p:spPr>
                  <p:txBody>
                    <a:bodyPr wrap="none" anchor="ctr"/>
                    <a:p>
                      <a:endParaRPr lang="zh-CN" altLang="en-US"/>
                    </a:p>
                  </p:txBody>
                </p:sp>
                <p:sp>
                  <p:nvSpPr>
                    <p:cNvPr id="39036" name="Oval 122"/>
                    <p:cNvSpPr>
                      <a:spLocks noChangeArrowheads="1"/>
                    </p:cNvSpPr>
                    <p:nvPr/>
                  </p:nvSpPr>
                  <p:spPr bwMode="auto">
                    <a:xfrm>
                      <a:off x="1866" y="1941"/>
                      <a:ext cx="16" cy="16"/>
                    </a:xfrm>
                    <a:prstGeom prst="ellipse">
                      <a:avLst/>
                    </a:prstGeom>
                    <a:solidFill>
                      <a:srgbClr val="6080FF"/>
                    </a:solidFill>
                    <a:ln>
                      <a:noFill/>
                    </a:ln>
                    <a:extLst>
                      <a:ext uri="{91240B29-F687-4F45-9708-019B960494DF}">
                        <a14:hiddenLine xmlns:a14="http://schemas.microsoft.com/office/drawing/2010/main" w="9525">
                          <a:solidFill>
                            <a:srgbClr val="000000"/>
                          </a:solidFill>
                          <a:round/>
                        </a14:hiddenLine>
                      </a:ext>
                    </a:extLst>
                  </p:spPr>
                  <p:txBody>
                    <a:bodyPr wrap="none" anchor="ctr"/>
                    <a:p>
                      <a:endParaRPr lang="zh-CN" altLang="en-US"/>
                    </a:p>
                  </p:txBody>
                </p:sp>
              </p:grpSp>
            </p:grpSp>
          </p:grpSp>
        </p:grpSp>
        <p:grpSp>
          <p:nvGrpSpPr>
            <p:cNvPr id="38928" name="Group 123"/>
            <p:cNvGrpSpPr/>
            <p:nvPr/>
          </p:nvGrpSpPr>
          <p:grpSpPr bwMode="auto">
            <a:xfrm>
              <a:off x="2111" y="1732"/>
              <a:ext cx="349" cy="1427"/>
              <a:chOff x="2111" y="1732"/>
              <a:chExt cx="349" cy="1427"/>
            </a:xfrm>
          </p:grpSpPr>
          <p:grpSp>
            <p:nvGrpSpPr>
              <p:cNvPr id="39003" name="Group 124"/>
              <p:cNvGrpSpPr/>
              <p:nvPr/>
            </p:nvGrpSpPr>
            <p:grpSpPr bwMode="auto">
              <a:xfrm>
                <a:off x="2111" y="3024"/>
                <a:ext cx="342" cy="135"/>
                <a:chOff x="2111" y="3024"/>
                <a:chExt cx="342" cy="135"/>
              </a:xfrm>
            </p:grpSpPr>
            <p:sp>
              <p:nvSpPr>
                <p:cNvPr id="39023" name="Freeform 125"/>
                <p:cNvSpPr/>
                <p:nvPr/>
              </p:nvSpPr>
              <p:spPr bwMode="auto">
                <a:xfrm>
                  <a:off x="2111" y="3024"/>
                  <a:ext cx="140" cy="82"/>
                </a:xfrm>
                <a:custGeom>
                  <a:avLst/>
                  <a:gdLst>
                    <a:gd name="T0" fmla="*/ 70 w 140"/>
                    <a:gd name="T1" fmla="*/ 0 h 82"/>
                    <a:gd name="T2" fmla="*/ 48 w 140"/>
                    <a:gd name="T3" fmla="*/ 21 h 82"/>
                    <a:gd name="T4" fmla="*/ 29 w 140"/>
                    <a:gd name="T5" fmla="*/ 44 h 82"/>
                    <a:gd name="T6" fmla="*/ 3 w 140"/>
                    <a:gd name="T7" fmla="*/ 64 h 82"/>
                    <a:gd name="T8" fmla="*/ 0 w 140"/>
                    <a:gd name="T9" fmla="*/ 75 h 82"/>
                    <a:gd name="T10" fmla="*/ 25 w 140"/>
                    <a:gd name="T11" fmla="*/ 81 h 82"/>
                    <a:gd name="T12" fmla="*/ 51 w 140"/>
                    <a:gd name="T13" fmla="*/ 78 h 82"/>
                    <a:gd name="T14" fmla="*/ 83 w 140"/>
                    <a:gd name="T15" fmla="*/ 64 h 82"/>
                    <a:gd name="T16" fmla="*/ 106 w 140"/>
                    <a:gd name="T17" fmla="*/ 51 h 82"/>
                    <a:gd name="T18" fmla="*/ 131 w 140"/>
                    <a:gd name="T19" fmla="*/ 48 h 82"/>
                    <a:gd name="T20" fmla="*/ 139 w 140"/>
                    <a:gd name="T21" fmla="*/ 42 h 82"/>
                    <a:gd name="T22" fmla="*/ 136 w 140"/>
                    <a:gd name="T23" fmla="*/ 4 h 82"/>
                    <a:gd name="T24" fmla="*/ 70 w 140"/>
                    <a:gd name="T25" fmla="*/ 0 h 8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0"/>
                    <a:gd name="T40" fmla="*/ 0 h 82"/>
                    <a:gd name="T41" fmla="*/ 140 w 140"/>
                    <a:gd name="T42" fmla="*/ 82 h 8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0" h="82">
                      <a:moveTo>
                        <a:pt x="70" y="0"/>
                      </a:moveTo>
                      <a:lnTo>
                        <a:pt x="48" y="21"/>
                      </a:lnTo>
                      <a:lnTo>
                        <a:pt x="29" y="44"/>
                      </a:lnTo>
                      <a:lnTo>
                        <a:pt x="3" y="64"/>
                      </a:lnTo>
                      <a:lnTo>
                        <a:pt x="0" y="75"/>
                      </a:lnTo>
                      <a:lnTo>
                        <a:pt x="25" y="81"/>
                      </a:lnTo>
                      <a:lnTo>
                        <a:pt x="51" y="78"/>
                      </a:lnTo>
                      <a:lnTo>
                        <a:pt x="83" y="64"/>
                      </a:lnTo>
                      <a:lnTo>
                        <a:pt x="106" y="51"/>
                      </a:lnTo>
                      <a:lnTo>
                        <a:pt x="131" y="48"/>
                      </a:lnTo>
                      <a:lnTo>
                        <a:pt x="139" y="42"/>
                      </a:lnTo>
                      <a:lnTo>
                        <a:pt x="136" y="4"/>
                      </a:lnTo>
                      <a:lnTo>
                        <a:pt x="70" y="0"/>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024" name="Freeform 126"/>
                <p:cNvSpPr/>
                <p:nvPr/>
              </p:nvSpPr>
              <p:spPr bwMode="auto">
                <a:xfrm>
                  <a:off x="2368" y="3068"/>
                  <a:ext cx="85" cy="91"/>
                </a:xfrm>
                <a:custGeom>
                  <a:avLst/>
                  <a:gdLst>
                    <a:gd name="T0" fmla="*/ 1 w 85"/>
                    <a:gd name="T1" fmla="*/ 1 h 91"/>
                    <a:gd name="T2" fmla="*/ 0 w 85"/>
                    <a:gd name="T3" fmla="*/ 25 h 91"/>
                    <a:gd name="T4" fmla="*/ 12 w 85"/>
                    <a:gd name="T5" fmla="*/ 37 h 91"/>
                    <a:gd name="T6" fmla="*/ 14 w 85"/>
                    <a:gd name="T7" fmla="*/ 57 h 91"/>
                    <a:gd name="T8" fmla="*/ 33 w 85"/>
                    <a:gd name="T9" fmla="*/ 77 h 91"/>
                    <a:gd name="T10" fmla="*/ 49 w 85"/>
                    <a:gd name="T11" fmla="*/ 87 h 91"/>
                    <a:gd name="T12" fmla="*/ 63 w 85"/>
                    <a:gd name="T13" fmla="*/ 90 h 91"/>
                    <a:gd name="T14" fmla="*/ 77 w 85"/>
                    <a:gd name="T15" fmla="*/ 89 h 91"/>
                    <a:gd name="T16" fmla="*/ 84 w 85"/>
                    <a:gd name="T17" fmla="*/ 75 h 91"/>
                    <a:gd name="T18" fmla="*/ 82 w 85"/>
                    <a:gd name="T19" fmla="*/ 55 h 91"/>
                    <a:gd name="T20" fmla="*/ 68 w 85"/>
                    <a:gd name="T21" fmla="*/ 32 h 91"/>
                    <a:gd name="T22" fmla="*/ 47 w 85"/>
                    <a:gd name="T23" fmla="*/ 7 h 91"/>
                    <a:gd name="T24" fmla="*/ 46 w 85"/>
                    <a:gd name="T25" fmla="*/ 0 h 91"/>
                    <a:gd name="T26" fmla="*/ 1 w 85"/>
                    <a:gd name="T27" fmla="*/ 1 h 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5"/>
                    <a:gd name="T43" fmla="*/ 0 h 91"/>
                    <a:gd name="T44" fmla="*/ 85 w 85"/>
                    <a:gd name="T45" fmla="*/ 91 h 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5" h="91">
                      <a:moveTo>
                        <a:pt x="1" y="1"/>
                      </a:moveTo>
                      <a:lnTo>
                        <a:pt x="0" y="25"/>
                      </a:lnTo>
                      <a:lnTo>
                        <a:pt x="12" y="37"/>
                      </a:lnTo>
                      <a:lnTo>
                        <a:pt x="14" y="57"/>
                      </a:lnTo>
                      <a:lnTo>
                        <a:pt x="33" y="77"/>
                      </a:lnTo>
                      <a:lnTo>
                        <a:pt x="49" y="87"/>
                      </a:lnTo>
                      <a:lnTo>
                        <a:pt x="63" y="90"/>
                      </a:lnTo>
                      <a:lnTo>
                        <a:pt x="77" y="89"/>
                      </a:lnTo>
                      <a:lnTo>
                        <a:pt x="84" y="75"/>
                      </a:lnTo>
                      <a:lnTo>
                        <a:pt x="82" y="55"/>
                      </a:lnTo>
                      <a:lnTo>
                        <a:pt x="68" y="32"/>
                      </a:lnTo>
                      <a:lnTo>
                        <a:pt x="47" y="7"/>
                      </a:lnTo>
                      <a:lnTo>
                        <a:pt x="46" y="0"/>
                      </a:lnTo>
                      <a:lnTo>
                        <a:pt x="1" y="1"/>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nvGrpSpPr>
              <p:cNvPr id="39004" name="Group 127"/>
              <p:cNvGrpSpPr/>
              <p:nvPr/>
            </p:nvGrpSpPr>
            <p:grpSpPr bwMode="auto">
              <a:xfrm>
                <a:off x="2146" y="1912"/>
                <a:ext cx="314" cy="1153"/>
                <a:chOff x="2146" y="1912"/>
                <a:chExt cx="314" cy="1153"/>
              </a:xfrm>
            </p:grpSpPr>
            <p:sp>
              <p:nvSpPr>
                <p:cNvPr id="39012" name="Freeform 128"/>
                <p:cNvSpPr/>
                <p:nvPr/>
              </p:nvSpPr>
              <p:spPr bwMode="auto">
                <a:xfrm>
                  <a:off x="2154" y="2512"/>
                  <a:ext cx="38" cy="102"/>
                </a:xfrm>
                <a:custGeom>
                  <a:avLst/>
                  <a:gdLst>
                    <a:gd name="T0" fmla="*/ 2 w 38"/>
                    <a:gd name="T1" fmla="*/ 1 h 102"/>
                    <a:gd name="T2" fmla="*/ 0 w 38"/>
                    <a:gd name="T3" fmla="*/ 57 h 102"/>
                    <a:gd name="T4" fmla="*/ 19 w 38"/>
                    <a:gd name="T5" fmla="*/ 90 h 102"/>
                    <a:gd name="T6" fmla="*/ 29 w 38"/>
                    <a:gd name="T7" fmla="*/ 101 h 102"/>
                    <a:gd name="T8" fmla="*/ 27 w 38"/>
                    <a:gd name="T9" fmla="*/ 53 h 102"/>
                    <a:gd name="T10" fmla="*/ 31 w 38"/>
                    <a:gd name="T11" fmla="*/ 58 h 102"/>
                    <a:gd name="T12" fmla="*/ 36 w 38"/>
                    <a:gd name="T13" fmla="*/ 74 h 102"/>
                    <a:gd name="T14" fmla="*/ 37 w 38"/>
                    <a:gd name="T15" fmla="*/ 57 h 102"/>
                    <a:gd name="T16" fmla="*/ 32 w 38"/>
                    <a:gd name="T17" fmla="*/ 27 h 102"/>
                    <a:gd name="T18" fmla="*/ 20 w 38"/>
                    <a:gd name="T19" fmla="*/ 0 h 102"/>
                    <a:gd name="T20" fmla="*/ 2 w 38"/>
                    <a:gd name="T21" fmla="*/ 1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
                    <a:gd name="T34" fmla="*/ 0 h 102"/>
                    <a:gd name="T35" fmla="*/ 38 w 38"/>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 h="102">
                      <a:moveTo>
                        <a:pt x="2" y="1"/>
                      </a:moveTo>
                      <a:lnTo>
                        <a:pt x="0" y="57"/>
                      </a:lnTo>
                      <a:lnTo>
                        <a:pt x="19" y="90"/>
                      </a:lnTo>
                      <a:lnTo>
                        <a:pt x="29" y="101"/>
                      </a:lnTo>
                      <a:lnTo>
                        <a:pt x="27" y="53"/>
                      </a:lnTo>
                      <a:lnTo>
                        <a:pt x="31" y="58"/>
                      </a:lnTo>
                      <a:lnTo>
                        <a:pt x="36" y="74"/>
                      </a:lnTo>
                      <a:lnTo>
                        <a:pt x="37" y="57"/>
                      </a:lnTo>
                      <a:lnTo>
                        <a:pt x="32" y="27"/>
                      </a:lnTo>
                      <a:lnTo>
                        <a:pt x="20" y="0"/>
                      </a:lnTo>
                      <a:lnTo>
                        <a:pt x="2" y="1"/>
                      </a:lnTo>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013" name="Freeform 129"/>
                <p:cNvSpPr/>
                <p:nvPr/>
              </p:nvSpPr>
              <p:spPr bwMode="auto">
                <a:xfrm>
                  <a:off x="2175" y="2277"/>
                  <a:ext cx="244" cy="788"/>
                </a:xfrm>
                <a:custGeom>
                  <a:avLst/>
                  <a:gdLst>
                    <a:gd name="T0" fmla="*/ 3 w 244"/>
                    <a:gd name="T1" fmla="*/ 0 h 788"/>
                    <a:gd name="T2" fmla="*/ 0 w 244"/>
                    <a:gd name="T3" fmla="*/ 428 h 788"/>
                    <a:gd name="T4" fmla="*/ 3 w 244"/>
                    <a:gd name="T5" fmla="*/ 746 h 788"/>
                    <a:gd name="T6" fmla="*/ 76 w 244"/>
                    <a:gd name="T7" fmla="*/ 760 h 788"/>
                    <a:gd name="T8" fmla="*/ 87 w 244"/>
                    <a:gd name="T9" fmla="*/ 501 h 788"/>
                    <a:gd name="T10" fmla="*/ 79 w 244"/>
                    <a:gd name="T11" fmla="*/ 476 h 788"/>
                    <a:gd name="T12" fmla="*/ 87 w 244"/>
                    <a:gd name="T13" fmla="*/ 462 h 788"/>
                    <a:gd name="T14" fmla="*/ 87 w 244"/>
                    <a:gd name="T15" fmla="*/ 303 h 788"/>
                    <a:gd name="T16" fmla="*/ 103 w 244"/>
                    <a:gd name="T17" fmla="*/ 353 h 788"/>
                    <a:gd name="T18" fmla="*/ 145 w 244"/>
                    <a:gd name="T19" fmla="*/ 567 h 788"/>
                    <a:gd name="T20" fmla="*/ 181 w 244"/>
                    <a:gd name="T21" fmla="*/ 787 h 788"/>
                    <a:gd name="T22" fmla="*/ 243 w 244"/>
                    <a:gd name="T23" fmla="*/ 787 h 788"/>
                    <a:gd name="T24" fmla="*/ 215 w 244"/>
                    <a:gd name="T25" fmla="*/ 493 h 788"/>
                    <a:gd name="T26" fmla="*/ 204 w 244"/>
                    <a:gd name="T27" fmla="*/ 242 h 788"/>
                    <a:gd name="T28" fmla="*/ 209 w 244"/>
                    <a:gd name="T29" fmla="*/ 6 h 788"/>
                    <a:gd name="T30" fmla="*/ 3 w 244"/>
                    <a:gd name="T31" fmla="*/ 0 h 78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4"/>
                    <a:gd name="T49" fmla="*/ 0 h 788"/>
                    <a:gd name="T50" fmla="*/ 244 w 244"/>
                    <a:gd name="T51" fmla="*/ 788 h 78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4" h="788">
                      <a:moveTo>
                        <a:pt x="3" y="0"/>
                      </a:moveTo>
                      <a:lnTo>
                        <a:pt x="0" y="428"/>
                      </a:lnTo>
                      <a:lnTo>
                        <a:pt x="3" y="746"/>
                      </a:lnTo>
                      <a:lnTo>
                        <a:pt x="76" y="760"/>
                      </a:lnTo>
                      <a:lnTo>
                        <a:pt x="87" y="501"/>
                      </a:lnTo>
                      <a:lnTo>
                        <a:pt x="79" y="476"/>
                      </a:lnTo>
                      <a:lnTo>
                        <a:pt x="87" y="462"/>
                      </a:lnTo>
                      <a:lnTo>
                        <a:pt x="87" y="303"/>
                      </a:lnTo>
                      <a:lnTo>
                        <a:pt x="103" y="353"/>
                      </a:lnTo>
                      <a:lnTo>
                        <a:pt x="145" y="567"/>
                      </a:lnTo>
                      <a:lnTo>
                        <a:pt x="181" y="787"/>
                      </a:lnTo>
                      <a:lnTo>
                        <a:pt x="243" y="787"/>
                      </a:lnTo>
                      <a:lnTo>
                        <a:pt x="215" y="493"/>
                      </a:lnTo>
                      <a:lnTo>
                        <a:pt x="204" y="242"/>
                      </a:lnTo>
                      <a:lnTo>
                        <a:pt x="209" y="6"/>
                      </a:lnTo>
                      <a:lnTo>
                        <a:pt x="3" y="0"/>
                      </a:lnTo>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014" name="Freeform 130"/>
                <p:cNvSpPr/>
                <p:nvPr/>
              </p:nvSpPr>
              <p:spPr bwMode="auto">
                <a:xfrm>
                  <a:off x="2146" y="1912"/>
                  <a:ext cx="314" cy="601"/>
                </a:xfrm>
                <a:custGeom>
                  <a:avLst/>
                  <a:gdLst>
                    <a:gd name="T0" fmla="*/ 104 w 314"/>
                    <a:gd name="T1" fmla="*/ 7 h 601"/>
                    <a:gd name="T2" fmla="*/ 8 w 314"/>
                    <a:gd name="T3" fmla="*/ 81 h 601"/>
                    <a:gd name="T4" fmla="*/ 2 w 314"/>
                    <a:gd name="T5" fmla="*/ 272 h 601"/>
                    <a:gd name="T6" fmla="*/ 0 w 314"/>
                    <a:gd name="T7" fmla="*/ 370 h 601"/>
                    <a:gd name="T8" fmla="*/ 6 w 314"/>
                    <a:gd name="T9" fmla="*/ 600 h 601"/>
                    <a:gd name="T10" fmla="*/ 27 w 314"/>
                    <a:gd name="T11" fmla="*/ 600 h 601"/>
                    <a:gd name="T12" fmla="*/ 38 w 314"/>
                    <a:gd name="T13" fmla="*/ 364 h 601"/>
                    <a:gd name="T14" fmla="*/ 238 w 314"/>
                    <a:gd name="T15" fmla="*/ 364 h 601"/>
                    <a:gd name="T16" fmla="*/ 243 w 314"/>
                    <a:gd name="T17" fmla="*/ 305 h 601"/>
                    <a:gd name="T18" fmla="*/ 250 w 314"/>
                    <a:gd name="T19" fmla="*/ 346 h 601"/>
                    <a:gd name="T20" fmla="*/ 236 w 314"/>
                    <a:gd name="T21" fmla="*/ 436 h 601"/>
                    <a:gd name="T22" fmla="*/ 222 w 314"/>
                    <a:gd name="T23" fmla="*/ 569 h 601"/>
                    <a:gd name="T24" fmla="*/ 256 w 314"/>
                    <a:gd name="T25" fmla="*/ 578 h 601"/>
                    <a:gd name="T26" fmla="*/ 313 w 314"/>
                    <a:gd name="T27" fmla="*/ 343 h 601"/>
                    <a:gd name="T28" fmla="*/ 277 w 314"/>
                    <a:gd name="T29" fmla="*/ 68 h 601"/>
                    <a:gd name="T30" fmla="*/ 170 w 314"/>
                    <a:gd name="T31" fmla="*/ 0 h 601"/>
                    <a:gd name="T32" fmla="*/ 123 w 314"/>
                    <a:gd name="T33" fmla="*/ 31 h 601"/>
                    <a:gd name="T34" fmla="*/ 104 w 314"/>
                    <a:gd name="T35" fmla="*/ 7 h 6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14"/>
                    <a:gd name="T55" fmla="*/ 0 h 601"/>
                    <a:gd name="T56" fmla="*/ 314 w 314"/>
                    <a:gd name="T57" fmla="*/ 601 h 6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14" h="601">
                      <a:moveTo>
                        <a:pt x="104" y="7"/>
                      </a:moveTo>
                      <a:lnTo>
                        <a:pt x="8" y="81"/>
                      </a:lnTo>
                      <a:lnTo>
                        <a:pt x="2" y="272"/>
                      </a:lnTo>
                      <a:lnTo>
                        <a:pt x="0" y="370"/>
                      </a:lnTo>
                      <a:lnTo>
                        <a:pt x="6" y="600"/>
                      </a:lnTo>
                      <a:lnTo>
                        <a:pt x="27" y="600"/>
                      </a:lnTo>
                      <a:lnTo>
                        <a:pt x="38" y="364"/>
                      </a:lnTo>
                      <a:lnTo>
                        <a:pt x="238" y="364"/>
                      </a:lnTo>
                      <a:lnTo>
                        <a:pt x="243" y="305"/>
                      </a:lnTo>
                      <a:lnTo>
                        <a:pt x="250" y="346"/>
                      </a:lnTo>
                      <a:lnTo>
                        <a:pt x="236" y="436"/>
                      </a:lnTo>
                      <a:lnTo>
                        <a:pt x="222" y="569"/>
                      </a:lnTo>
                      <a:lnTo>
                        <a:pt x="256" y="578"/>
                      </a:lnTo>
                      <a:lnTo>
                        <a:pt x="313" y="343"/>
                      </a:lnTo>
                      <a:lnTo>
                        <a:pt x="277" y="68"/>
                      </a:lnTo>
                      <a:lnTo>
                        <a:pt x="170" y="0"/>
                      </a:lnTo>
                      <a:lnTo>
                        <a:pt x="123" y="31"/>
                      </a:lnTo>
                      <a:lnTo>
                        <a:pt x="104" y="7"/>
                      </a:lnTo>
                    </a:path>
                  </a:pathLst>
                </a:custGeom>
                <a:solidFill>
                  <a:srgbClr val="4080FF"/>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015" name="Freeform 131"/>
                <p:cNvSpPr/>
                <p:nvPr/>
              </p:nvSpPr>
              <p:spPr bwMode="auto">
                <a:xfrm>
                  <a:off x="2363" y="2483"/>
                  <a:ext cx="43" cy="97"/>
                </a:xfrm>
                <a:custGeom>
                  <a:avLst/>
                  <a:gdLst>
                    <a:gd name="T0" fmla="*/ 13 w 43"/>
                    <a:gd name="T1" fmla="*/ 0 h 97"/>
                    <a:gd name="T2" fmla="*/ 0 w 43"/>
                    <a:gd name="T3" fmla="*/ 51 h 97"/>
                    <a:gd name="T4" fmla="*/ 22 w 43"/>
                    <a:gd name="T5" fmla="*/ 96 h 97"/>
                    <a:gd name="T6" fmla="*/ 29 w 43"/>
                    <a:gd name="T7" fmla="*/ 91 h 97"/>
                    <a:gd name="T8" fmla="*/ 42 w 43"/>
                    <a:gd name="T9" fmla="*/ 86 h 97"/>
                    <a:gd name="T10" fmla="*/ 37 w 43"/>
                    <a:gd name="T11" fmla="*/ 72 h 97"/>
                    <a:gd name="T12" fmla="*/ 35 w 43"/>
                    <a:gd name="T13" fmla="*/ 54 h 97"/>
                    <a:gd name="T14" fmla="*/ 42 w 43"/>
                    <a:gd name="T15" fmla="*/ 36 h 97"/>
                    <a:gd name="T16" fmla="*/ 37 w 43"/>
                    <a:gd name="T17" fmla="*/ 4 h 97"/>
                    <a:gd name="T18" fmla="*/ 13 w 43"/>
                    <a:gd name="T19" fmla="*/ 0 h 9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
                    <a:gd name="T31" fmla="*/ 0 h 97"/>
                    <a:gd name="T32" fmla="*/ 43 w 43"/>
                    <a:gd name="T33" fmla="*/ 97 h 9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 h="97">
                      <a:moveTo>
                        <a:pt x="13" y="0"/>
                      </a:moveTo>
                      <a:lnTo>
                        <a:pt x="0" y="51"/>
                      </a:lnTo>
                      <a:lnTo>
                        <a:pt x="22" y="96"/>
                      </a:lnTo>
                      <a:lnTo>
                        <a:pt x="29" y="91"/>
                      </a:lnTo>
                      <a:lnTo>
                        <a:pt x="42" y="86"/>
                      </a:lnTo>
                      <a:lnTo>
                        <a:pt x="37" y="72"/>
                      </a:lnTo>
                      <a:lnTo>
                        <a:pt x="35" y="54"/>
                      </a:lnTo>
                      <a:lnTo>
                        <a:pt x="42" y="36"/>
                      </a:lnTo>
                      <a:lnTo>
                        <a:pt x="37" y="4"/>
                      </a:lnTo>
                      <a:lnTo>
                        <a:pt x="13" y="0"/>
                      </a:lnTo>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39016" name="Group 132"/>
                <p:cNvGrpSpPr/>
                <p:nvPr/>
              </p:nvGrpSpPr>
              <p:grpSpPr bwMode="auto">
                <a:xfrm>
                  <a:off x="2185" y="1925"/>
                  <a:ext cx="203" cy="375"/>
                  <a:chOff x="2185" y="1925"/>
                  <a:chExt cx="203" cy="375"/>
                </a:xfrm>
              </p:grpSpPr>
              <p:grpSp>
                <p:nvGrpSpPr>
                  <p:cNvPr id="39017" name="Group 133"/>
                  <p:cNvGrpSpPr/>
                  <p:nvPr/>
                </p:nvGrpSpPr>
                <p:grpSpPr bwMode="auto">
                  <a:xfrm>
                    <a:off x="2185" y="1925"/>
                    <a:ext cx="203" cy="375"/>
                    <a:chOff x="2185" y="1925"/>
                    <a:chExt cx="203" cy="375"/>
                  </a:xfrm>
                </p:grpSpPr>
                <p:grpSp>
                  <p:nvGrpSpPr>
                    <p:cNvPr id="39019" name="Group 134"/>
                    <p:cNvGrpSpPr/>
                    <p:nvPr/>
                  </p:nvGrpSpPr>
                  <p:grpSpPr bwMode="auto">
                    <a:xfrm>
                      <a:off x="2185" y="2282"/>
                      <a:ext cx="203" cy="18"/>
                      <a:chOff x="2185" y="2282"/>
                      <a:chExt cx="203" cy="18"/>
                    </a:xfrm>
                  </p:grpSpPr>
                  <p:sp>
                    <p:nvSpPr>
                      <p:cNvPr id="39021" name="Line 135"/>
                      <p:cNvSpPr>
                        <a:spLocks noChangeShapeType="1"/>
                      </p:cNvSpPr>
                      <p:nvPr/>
                    </p:nvSpPr>
                    <p:spPr bwMode="auto">
                      <a:xfrm>
                        <a:off x="2185" y="2300"/>
                        <a:ext cx="20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p>
                        <a:endParaRPr lang="zh-CN" altLang="en-US"/>
                      </a:p>
                    </p:txBody>
                  </p:sp>
                  <p:sp>
                    <p:nvSpPr>
                      <p:cNvPr id="39022" name="Line 136"/>
                      <p:cNvSpPr>
                        <a:spLocks noChangeShapeType="1"/>
                      </p:cNvSpPr>
                      <p:nvPr/>
                    </p:nvSpPr>
                    <p:spPr bwMode="auto">
                      <a:xfrm>
                        <a:off x="2185" y="2282"/>
                        <a:ext cx="20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p>
                        <a:endParaRPr lang="zh-CN" altLang="en-US"/>
                      </a:p>
                    </p:txBody>
                  </p:sp>
                </p:grpSp>
                <p:sp>
                  <p:nvSpPr>
                    <p:cNvPr id="39020" name="Freeform 137"/>
                    <p:cNvSpPr/>
                    <p:nvPr/>
                  </p:nvSpPr>
                  <p:spPr bwMode="auto">
                    <a:xfrm>
                      <a:off x="2241" y="1925"/>
                      <a:ext cx="94" cy="55"/>
                    </a:xfrm>
                    <a:custGeom>
                      <a:avLst/>
                      <a:gdLst>
                        <a:gd name="T0" fmla="*/ 0 w 94"/>
                        <a:gd name="T1" fmla="*/ 7 h 55"/>
                        <a:gd name="T2" fmla="*/ 4 w 94"/>
                        <a:gd name="T3" fmla="*/ 54 h 55"/>
                        <a:gd name="T4" fmla="*/ 29 w 94"/>
                        <a:gd name="T5" fmla="*/ 20 h 55"/>
                        <a:gd name="T6" fmla="*/ 47 w 94"/>
                        <a:gd name="T7" fmla="*/ 53 h 55"/>
                        <a:gd name="T8" fmla="*/ 93 w 94"/>
                        <a:gd name="T9" fmla="*/ 0 h 55"/>
                        <a:gd name="T10" fmla="*/ 0 60000 65536"/>
                        <a:gd name="T11" fmla="*/ 0 60000 65536"/>
                        <a:gd name="T12" fmla="*/ 0 60000 65536"/>
                        <a:gd name="T13" fmla="*/ 0 60000 65536"/>
                        <a:gd name="T14" fmla="*/ 0 60000 65536"/>
                        <a:gd name="T15" fmla="*/ 0 w 94"/>
                        <a:gd name="T16" fmla="*/ 0 h 55"/>
                        <a:gd name="T17" fmla="*/ 94 w 94"/>
                        <a:gd name="T18" fmla="*/ 55 h 55"/>
                      </a:gdLst>
                      <a:ahLst/>
                      <a:cxnLst>
                        <a:cxn ang="T10">
                          <a:pos x="T0" y="T1"/>
                        </a:cxn>
                        <a:cxn ang="T11">
                          <a:pos x="T2" y="T3"/>
                        </a:cxn>
                        <a:cxn ang="T12">
                          <a:pos x="T4" y="T5"/>
                        </a:cxn>
                        <a:cxn ang="T13">
                          <a:pos x="T6" y="T7"/>
                        </a:cxn>
                        <a:cxn ang="T14">
                          <a:pos x="T8" y="T9"/>
                        </a:cxn>
                      </a:cxnLst>
                      <a:rect l="T15" t="T16" r="T17" b="T18"/>
                      <a:pathLst>
                        <a:path w="94" h="55">
                          <a:moveTo>
                            <a:pt x="0" y="7"/>
                          </a:moveTo>
                          <a:lnTo>
                            <a:pt x="4" y="54"/>
                          </a:lnTo>
                          <a:lnTo>
                            <a:pt x="29" y="20"/>
                          </a:lnTo>
                          <a:lnTo>
                            <a:pt x="47" y="53"/>
                          </a:lnTo>
                          <a:lnTo>
                            <a:pt x="93" y="0"/>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grpSp>
              <p:sp>
                <p:nvSpPr>
                  <p:cNvPr id="39018" name="Line 138"/>
                  <p:cNvSpPr>
                    <a:spLocks noChangeShapeType="1"/>
                  </p:cNvSpPr>
                  <p:nvPr/>
                </p:nvSpPr>
                <p:spPr bwMode="auto">
                  <a:xfrm>
                    <a:off x="2269" y="1951"/>
                    <a:ext cx="0" cy="34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p>
                    <a:endParaRPr lang="zh-CN" altLang="en-US"/>
                  </a:p>
                </p:txBody>
              </p:sp>
            </p:grpSp>
          </p:grpSp>
          <p:grpSp>
            <p:nvGrpSpPr>
              <p:cNvPr id="39005" name="Group 139"/>
              <p:cNvGrpSpPr/>
              <p:nvPr/>
            </p:nvGrpSpPr>
            <p:grpSpPr bwMode="auto">
              <a:xfrm>
                <a:off x="2211" y="1732"/>
                <a:ext cx="128" cy="208"/>
                <a:chOff x="2211" y="1732"/>
                <a:chExt cx="128" cy="208"/>
              </a:xfrm>
            </p:grpSpPr>
            <p:grpSp>
              <p:nvGrpSpPr>
                <p:cNvPr id="39006" name="Group 140"/>
                <p:cNvGrpSpPr/>
                <p:nvPr/>
              </p:nvGrpSpPr>
              <p:grpSpPr bwMode="auto">
                <a:xfrm>
                  <a:off x="2215" y="1742"/>
                  <a:ext cx="118" cy="198"/>
                  <a:chOff x="2215" y="1742"/>
                  <a:chExt cx="118" cy="198"/>
                </a:xfrm>
              </p:grpSpPr>
              <p:sp>
                <p:nvSpPr>
                  <p:cNvPr id="39008" name="Freeform 141"/>
                  <p:cNvSpPr/>
                  <p:nvPr/>
                </p:nvSpPr>
                <p:spPr bwMode="auto">
                  <a:xfrm>
                    <a:off x="2215" y="1742"/>
                    <a:ext cx="118" cy="198"/>
                  </a:xfrm>
                  <a:custGeom>
                    <a:avLst/>
                    <a:gdLst>
                      <a:gd name="T0" fmla="*/ 5 w 118"/>
                      <a:gd name="T1" fmla="*/ 36 h 198"/>
                      <a:gd name="T2" fmla="*/ 2 w 118"/>
                      <a:gd name="T3" fmla="*/ 56 h 198"/>
                      <a:gd name="T4" fmla="*/ 1 w 118"/>
                      <a:gd name="T5" fmla="*/ 63 h 198"/>
                      <a:gd name="T6" fmla="*/ 5 w 118"/>
                      <a:gd name="T7" fmla="*/ 70 h 198"/>
                      <a:gd name="T8" fmla="*/ 0 w 118"/>
                      <a:gd name="T9" fmla="*/ 85 h 198"/>
                      <a:gd name="T10" fmla="*/ 3 w 118"/>
                      <a:gd name="T11" fmla="*/ 108 h 198"/>
                      <a:gd name="T12" fmla="*/ 5 w 118"/>
                      <a:gd name="T13" fmla="*/ 119 h 198"/>
                      <a:gd name="T14" fmla="*/ 8 w 118"/>
                      <a:gd name="T15" fmla="*/ 130 h 198"/>
                      <a:gd name="T16" fmla="*/ 12 w 118"/>
                      <a:gd name="T17" fmla="*/ 141 h 198"/>
                      <a:gd name="T18" fmla="*/ 16 w 118"/>
                      <a:gd name="T19" fmla="*/ 153 h 198"/>
                      <a:gd name="T20" fmla="*/ 26 w 118"/>
                      <a:gd name="T21" fmla="*/ 156 h 198"/>
                      <a:gd name="T22" fmla="*/ 35 w 118"/>
                      <a:gd name="T23" fmla="*/ 159 h 198"/>
                      <a:gd name="T24" fmla="*/ 35 w 118"/>
                      <a:gd name="T25" fmla="*/ 168 h 198"/>
                      <a:gd name="T26" fmla="*/ 34 w 118"/>
                      <a:gd name="T27" fmla="*/ 174 h 198"/>
                      <a:gd name="T28" fmla="*/ 51 w 118"/>
                      <a:gd name="T29" fmla="*/ 197 h 198"/>
                      <a:gd name="T30" fmla="*/ 100 w 118"/>
                      <a:gd name="T31" fmla="*/ 168 h 198"/>
                      <a:gd name="T32" fmla="*/ 101 w 118"/>
                      <a:gd name="T33" fmla="*/ 113 h 198"/>
                      <a:gd name="T34" fmla="*/ 108 w 118"/>
                      <a:gd name="T35" fmla="*/ 98 h 198"/>
                      <a:gd name="T36" fmla="*/ 112 w 118"/>
                      <a:gd name="T37" fmla="*/ 86 h 198"/>
                      <a:gd name="T38" fmla="*/ 115 w 118"/>
                      <a:gd name="T39" fmla="*/ 71 h 198"/>
                      <a:gd name="T40" fmla="*/ 117 w 118"/>
                      <a:gd name="T41" fmla="*/ 58 h 198"/>
                      <a:gd name="T42" fmla="*/ 116 w 118"/>
                      <a:gd name="T43" fmla="*/ 47 h 198"/>
                      <a:gd name="T44" fmla="*/ 114 w 118"/>
                      <a:gd name="T45" fmla="*/ 34 h 198"/>
                      <a:gd name="T46" fmla="*/ 112 w 118"/>
                      <a:gd name="T47" fmla="*/ 24 h 198"/>
                      <a:gd name="T48" fmla="*/ 107 w 118"/>
                      <a:gd name="T49" fmla="*/ 16 h 198"/>
                      <a:gd name="T50" fmla="*/ 100 w 118"/>
                      <a:gd name="T51" fmla="*/ 9 h 198"/>
                      <a:gd name="T52" fmla="*/ 91 w 118"/>
                      <a:gd name="T53" fmla="*/ 5 h 198"/>
                      <a:gd name="T54" fmla="*/ 81 w 118"/>
                      <a:gd name="T55" fmla="*/ 3 h 198"/>
                      <a:gd name="T56" fmla="*/ 70 w 118"/>
                      <a:gd name="T57" fmla="*/ 1 h 198"/>
                      <a:gd name="T58" fmla="*/ 57 w 118"/>
                      <a:gd name="T59" fmla="*/ 0 h 198"/>
                      <a:gd name="T60" fmla="*/ 45 w 118"/>
                      <a:gd name="T61" fmla="*/ 1 h 198"/>
                      <a:gd name="T62" fmla="*/ 30 w 118"/>
                      <a:gd name="T63" fmla="*/ 5 h 198"/>
                      <a:gd name="T64" fmla="*/ 22 w 118"/>
                      <a:gd name="T65" fmla="*/ 10 h 198"/>
                      <a:gd name="T66" fmla="*/ 14 w 118"/>
                      <a:gd name="T67" fmla="*/ 16 h 198"/>
                      <a:gd name="T68" fmla="*/ 8 w 118"/>
                      <a:gd name="T69" fmla="*/ 25 h 198"/>
                      <a:gd name="T70" fmla="*/ 5 w 118"/>
                      <a:gd name="T71" fmla="*/ 36 h 19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8"/>
                      <a:gd name="T109" fmla="*/ 0 h 198"/>
                      <a:gd name="T110" fmla="*/ 118 w 118"/>
                      <a:gd name="T111" fmla="*/ 198 h 19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8" h="198">
                        <a:moveTo>
                          <a:pt x="5" y="36"/>
                        </a:moveTo>
                        <a:lnTo>
                          <a:pt x="2" y="56"/>
                        </a:lnTo>
                        <a:lnTo>
                          <a:pt x="1" y="63"/>
                        </a:lnTo>
                        <a:lnTo>
                          <a:pt x="5" y="70"/>
                        </a:lnTo>
                        <a:lnTo>
                          <a:pt x="0" y="85"/>
                        </a:lnTo>
                        <a:lnTo>
                          <a:pt x="3" y="108"/>
                        </a:lnTo>
                        <a:lnTo>
                          <a:pt x="5" y="119"/>
                        </a:lnTo>
                        <a:lnTo>
                          <a:pt x="8" y="130"/>
                        </a:lnTo>
                        <a:lnTo>
                          <a:pt x="12" y="141"/>
                        </a:lnTo>
                        <a:lnTo>
                          <a:pt x="16" y="153"/>
                        </a:lnTo>
                        <a:lnTo>
                          <a:pt x="26" y="156"/>
                        </a:lnTo>
                        <a:lnTo>
                          <a:pt x="35" y="159"/>
                        </a:lnTo>
                        <a:lnTo>
                          <a:pt x="35" y="168"/>
                        </a:lnTo>
                        <a:lnTo>
                          <a:pt x="34" y="174"/>
                        </a:lnTo>
                        <a:lnTo>
                          <a:pt x="51" y="197"/>
                        </a:lnTo>
                        <a:lnTo>
                          <a:pt x="100" y="168"/>
                        </a:lnTo>
                        <a:lnTo>
                          <a:pt x="101" y="113"/>
                        </a:lnTo>
                        <a:lnTo>
                          <a:pt x="108" y="98"/>
                        </a:lnTo>
                        <a:lnTo>
                          <a:pt x="112" y="86"/>
                        </a:lnTo>
                        <a:lnTo>
                          <a:pt x="115" y="71"/>
                        </a:lnTo>
                        <a:lnTo>
                          <a:pt x="117" y="58"/>
                        </a:lnTo>
                        <a:lnTo>
                          <a:pt x="116" y="47"/>
                        </a:lnTo>
                        <a:lnTo>
                          <a:pt x="114" y="34"/>
                        </a:lnTo>
                        <a:lnTo>
                          <a:pt x="112" y="24"/>
                        </a:lnTo>
                        <a:lnTo>
                          <a:pt x="107" y="16"/>
                        </a:lnTo>
                        <a:lnTo>
                          <a:pt x="100" y="9"/>
                        </a:lnTo>
                        <a:lnTo>
                          <a:pt x="91" y="5"/>
                        </a:lnTo>
                        <a:lnTo>
                          <a:pt x="81" y="3"/>
                        </a:lnTo>
                        <a:lnTo>
                          <a:pt x="70" y="1"/>
                        </a:lnTo>
                        <a:lnTo>
                          <a:pt x="57" y="0"/>
                        </a:lnTo>
                        <a:lnTo>
                          <a:pt x="45" y="1"/>
                        </a:lnTo>
                        <a:lnTo>
                          <a:pt x="30" y="5"/>
                        </a:lnTo>
                        <a:lnTo>
                          <a:pt x="22" y="10"/>
                        </a:lnTo>
                        <a:lnTo>
                          <a:pt x="14" y="16"/>
                        </a:lnTo>
                        <a:lnTo>
                          <a:pt x="8" y="25"/>
                        </a:lnTo>
                        <a:lnTo>
                          <a:pt x="5" y="36"/>
                        </a:lnTo>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009" name="Freeform 142"/>
                  <p:cNvSpPr/>
                  <p:nvPr/>
                </p:nvSpPr>
                <p:spPr bwMode="auto">
                  <a:xfrm>
                    <a:off x="2249" y="1810"/>
                    <a:ext cx="39" cy="43"/>
                  </a:xfrm>
                  <a:custGeom>
                    <a:avLst/>
                    <a:gdLst>
                      <a:gd name="T0" fmla="*/ 5 w 39"/>
                      <a:gd name="T1" fmla="*/ 2 h 43"/>
                      <a:gd name="T2" fmla="*/ 13 w 39"/>
                      <a:gd name="T3" fmla="*/ 1 h 43"/>
                      <a:gd name="T4" fmla="*/ 24 w 39"/>
                      <a:gd name="T5" fmla="*/ 0 h 43"/>
                      <a:gd name="T6" fmla="*/ 32 w 39"/>
                      <a:gd name="T7" fmla="*/ 2 h 43"/>
                      <a:gd name="T8" fmla="*/ 35 w 39"/>
                      <a:gd name="T9" fmla="*/ 4 h 43"/>
                      <a:gd name="T10" fmla="*/ 36 w 39"/>
                      <a:gd name="T11" fmla="*/ 7 h 43"/>
                      <a:gd name="T12" fmla="*/ 38 w 39"/>
                      <a:gd name="T13" fmla="*/ 9 h 43"/>
                      <a:gd name="T14" fmla="*/ 21 w 39"/>
                      <a:gd name="T15" fmla="*/ 10 h 43"/>
                      <a:gd name="T16" fmla="*/ 23 w 39"/>
                      <a:gd name="T17" fmla="*/ 12 h 43"/>
                      <a:gd name="T18" fmla="*/ 32 w 39"/>
                      <a:gd name="T19" fmla="*/ 12 h 43"/>
                      <a:gd name="T20" fmla="*/ 13 w 39"/>
                      <a:gd name="T21" fmla="*/ 12 h 43"/>
                      <a:gd name="T22" fmla="*/ 7 w 39"/>
                      <a:gd name="T23" fmla="*/ 12 h 43"/>
                      <a:gd name="T24" fmla="*/ 3 w 39"/>
                      <a:gd name="T25" fmla="*/ 34 h 43"/>
                      <a:gd name="T26" fmla="*/ 6 w 39"/>
                      <a:gd name="T27" fmla="*/ 39 h 43"/>
                      <a:gd name="T28" fmla="*/ 7 w 39"/>
                      <a:gd name="T29" fmla="*/ 42 h 43"/>
                      <a:gd name="T30" fmla="*/ 0 w 39"/>
                      <a:gd name="T31" fmla="*/ 36 h 43"/>
                      <a:gd name="T32" fmla="*/ 4 w 39"/>
                      <a:gd name="T33" fmla="*/ 10 h 43"/>
                      <a:gd name="T34" fmla="*/ 5 w 39"/>
                      <a:gd name="T35" fmla="*/ 2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9"/>
                      <a:gd name="T55" fmla="*/ 0 h 43"/>
                      <a:gd name="T56" fmla="*/ 39 w 39"/>
                      <a:gd name="T57" fmla="*/ 43 h 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9" h="43">
                        <a:moveTo>
                          <a:pt x="5" y="2"/>
                        </a:moveTo>
                        <a:lnTo>
                          <a:pt x="13" y="1"/>
                        </a:lnTo>
                        <a:lnTo>
                          <a:pt x="24" y="0"/>
                        </a:lnTo>
                        <a:lnTo>
                          <a:pt x="32" y="2"/>
                        </a:lnTo>
                        <a:lnTo>
                          <a:pt x="35" y="4"/>
                        </a:lnTo>
                        <a:lnTo>
                          <a:pt x="36" y="7"/>
                        </a:lnTo>
                        <a:lnTo>
                          <a:pt x="38" y="9"/>
                        </a:lnTo>
                        <a:lnTo>
                          <a:pt x="21" y="10"/>
                        </a:lnTo>
                        <a:lnTo>
                          <a:pt x="23" y="12"/>
                        </a:lnTo>
                        <a:lnTo>
                          <a:pt x="32" y="12"/>
                        </a:lnTo>
                        <a:lnTo>
                          <a:pt x="13" y="12"/>
                        </a:lnTo>
                        <a:lnTo>
                          <a:pt x="7" y="12"/>
                        </a:lnTo>
                        <a:lnTo>
                          <a:pt x="3" y="34"/>
                        </a:lnTo>
                        <a:lnTo>
                          <a:pt x="6" y="39"/>
                        </a:lnTo>
                        <a:lnTo>
                          <a:pt x="7" y="42"/>
                        </a:lnTo>
                        <a:lnTo>
                          <a:pt x="0" y="36"/>
                        </a:lnTo>
                        <a:lnTo>
                          <a:pt x="4" y="10"/>
                        </a:lnTo>
                        <a:lnTo>
                          <a:pt x="5" y="2"/>
                        </a:lnTo>
                      </a:path>
                    </a:pathLst>
                  </a:custGeom>
                  <a:solidFill>
                    <a:srgbClr val="8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010" name="Freeform 143"/>
                  <p:cNvSpPr/>
                  <p:nvPr/>
                </p:nvSpPr>
                <p:spPr bwMode="auto">
                  <a:xfrm>
                    <a:off x="2217" y="1811"/>
                    <a:ext cx="20" cy="17"/>
                  </a:xfrm>
                  <a:custGeom>
                    <a:avLst/>
                    <a:gdLst>
                      <a:gd name="T0" fmla="*/ 17 w 20"/>
                      <a:gd name="T1" fmla="*/ 2 h 17"/>
                      <a:gd name="T2" fmla="*/ 7 w 20"/>
                      <a:gd name="T3" fmla="*/ 0 h 17"/>
                      <a:gd name="T4" fmla="*/ 1 w 20"/>
                      <a:gd name="T5" fmla="*/ 0 h 17"/>
                      <a:gd name="T6" fmla="*/ 1 w 20"/>
                      <a:gd name="T7" fmla="*/ 7 h 17"/>
                      <a:gd name="T8" fmla="*/ 0 w 20"/>
                      <a:gd name="T9" fmla="*/ 11 h 17"/>
                      <a:gd name="T10" fmla="*/ 8 w 20"/>
                      <a:gd name="T11" fmla="*/ 11 h 17"/>
                      <a:gd name="T12" fmla="*/ 13 w 20"/>
                      <a:gd name="T13" fmla="*/ 11 h 17"/>
                      <a:gd name="T14" fmla="*/ 6 w 20"/>
                      <a:gd name="T15" fmla="*/ 14 h 17"/>
                      <a:gd name="T16" fmla="*/ 1 w 20"/>
                      <a:gd name="T17" fmla="*/ 16 h 17"/>
                      <a:gd name="T18" fmla="*/ 15 w 20"/>
                      <a:gd name="T19" fmla="*/ 14 h 17"/>
                      <a:gd name="T20" fmla="*/ 19 w 20"/>
                      <a:gd name="T21" fmla="*/ 13 h 17"/>
                      <a:gd name="T22" fmla="*/ 17 w 20"/>
                      <a:gd name="T23" fmla="*/ 2 h 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
                      <a:gd name="T37" fmla="*/ 0 h 17"/>
                      <a:gd name="T38" fmla="*/ 20 w 20"/>
                      <a:gd name="T39" fmla="*/ 17 h 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 h="17">
                        <a:moveTo>
                          <a:pt x="17" y="2"/>
                        </a:moveTo>
                        <a:lnTo>
                          <a:pt x="7" y="0"/>
                        </a:lnTo>
                        <a:lnTo>
                          <a:pt x="1" y="0"/>
                        </a:lnTo>
                        <a:lnTo>
                          <a:pt x="1" y="7"/>
                        </a:lnTo>
                        <a:lnTo>
                          <a:pt x="0" y="11"/>
                        </a:lnTo>
                        <a:lnTo>
                          <a:pt x="8" y="11"/>
                        </a:lnTo>
                        <a:lnTo>
                          <a:pt x="13" y="11"/>
                        </a:lnTo>
                        <a:lnTo>
                          <a:pt x="6" y="14"/>
                        </a:lnTo>
                        <a:lnTo>
                          <a:pt x="1" y="16"/>
                        </a:lnTo>
                        <a:lnTo>
                          <a:pt x="15" y="14"/>
                        </a:lnTo>
                        <a:lnTo>
                          <a:pt x="19" y="13"/>
                        </a:lnTo>
                        <a:lnTo>
                          <a:pt x="17" y="2"/>
                        </a:lnTo>
                      </a:path>
                    </a:pathLst>
                  </a:custGeom>
                  <a:solidFill>
                    <a:srgbClr val="8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9011" name="Freeform 144"/>
                  <p:cNvSpPr/>
                  <p:nvPr/>
                </p:nvSpPr>
                <p:spPr bwMode="auto">
                  <a:xfrm>
                    <a:off x="2259" y="1852"/>
                    <a:ext cx="57" cy="58"/>
                  </a:xfrm>
                  <a:custGeom>
                    <a:avLst/>
                    <a:gdLst>
                      <a:gd name="T0" fmla="*/ 46 w 57"/>
                      <a:gd name="T1" fmla="*/ 15 h 58"/>
                      <a:gd name="T2" fmla="*/ 41 w 57"/>
                      <a:gd name="T3" fmla="*/ 29 h 58"/>
                      <a:gd name="T4" fmla="*/ 0 w 57"/>
                      <a:gd name="T5" fmla="*/ 49 h 58"/>
                      <a:gd name="T6" fmla="*/ 21 w 57"/>
                      <a:gd name="T7" fmla="*/ 44 h 58"/>
                      <a:gd name="T8" fmla="*/ 31 w 57"/>
                      <a:gd name="T9" fmla="*/ 42 h 58"/>
                      <a:gd name="T10" fmla="*/ 42 w 57"/>
                      <a:gd name="T11" fmla="*/ 43 h 58"/>
                      <a:gd name="T12" fmla="*/ 51 w 57"/>
                      <a:gd name="T13" fmla="*/ 47 h 58"/>
                      <a:gd name="T14" fmla="*/ 55 w 57"/>
                      <a:gd name="T15" fmla="*/ 57 h 58"/>
                      <a:gd name="T16" fmla="*/ 56 w 57"/>
                      <a:gd name="T17" fmla="*/ 17 h 58"/>
                      <a:gd name="T18" fmla="*/ 54 w 57"/>
                      <a:gd name="T19" fmla="*/ 9 h 58"/>
                      <a:gd name="T20" fmla="*/ 48 w 57"/>
                      <a:gd name="T21" fmla="*/ 0 h 58"/>
                      <a:gd name="T22" fmla="*/ 46 w 57"/>
                      <a:gd name="T23" fmla="*/ 15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7"/>
                      <a:gd name="T37" fmla="*/ 0 h 58"/>
                      <a:gd name="T38" fmla="*/ 57 w 57"/>
                      <a:gd name="T39" fmla="*/ 58 h 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7" h="58">
                        <a:moveTo>
                          <a:pt x="46" y="15"/>
                        </a:moveTo>
                        <a:lnTo>
                          <a:pt x="41" y="29"/>
                        </a:lnTo>
                        <a:lnTo>
                          <a:pt x="0" y="49"/>
                        </a:lnTo>
                        <a:lnTo>
                          <a:pt x="21" y="44"/>
                        </a:lnTo>
                        <a:lnTo>
                          <a:pt x="31" y="42"/>
                        </a:lnTo>
                        <a:lnTo>
                          <a:pt x="42" y="43"/>
                        </a:lnTo>
                        <a:lnTo>
                          <a:pt x="51" y="47"/>
                        </a:lnTo>
                        <a:lnTo>
                          <a:pt x="55" y="57"/>
                        </a:lnTo>
                        <a:lnTo>
                          <a:pt x="56" y="17"/>
                        </a:lnTo>
                        <a:lnTo>
                          <a:pt x="54" y="9"/>
                        </a:lnTo>
                        <a:lnTo>
                          <a:pt x="48" y="0"/>
                        </a:lnTo>
                        <a:lnTo>
                          <a:pt x="46" y="15"/>
                        </a:lnTo>
                      </a:path>
                    </a:pathLst>
                  </a:custGeom>
                  <a:solidFill>
                    <a:srgbClr val="8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
              <p:nvSpPr>
                <p:cNvPr id="39007" name="Freeform 145"/>
                <p:cNvSpPr/>
                <p:nvPr/>
              </p:nvSpPr>
              <p:spPr bwMode="auto">
                <a:xfrm>
                  <a:off x="2211" y="1732"/>
                  <a:ext cx="128" cy="141"/>
                </a:xfrm>
                <a:custGeom>
                  <a:avLst/>
                  <a:gdLst>
                    <a:gd name="T0" fmla="*/ 23 w 128"/>
                    <a:gd name="T1" fmla="*/ 12 h 141"/>
                    <a:gd name="T2" fmla="*/ 34 w 128"/>
                    <a:gd name="T3" fmla="*/ 6 h 141"/>
                    <a:gd name="T4" fmla="*/ 43 w 128"/>
                    <a:gd name="T5" fmla="*/ 4 h 141"/>
                    <a:gd name="T6" fmla="*/ 58 w 128"/>
                    <a:gd name="T7" fmla="*/ 0 h 141"/>
                    <a:gd name="T8" fmla="*/ 69 w 128"/>
                    <a:gd name="T9" fmla="*/ 0 h 141"/>
                    <a:gd name="T10" fmla="*/ 81 w 128"/>
                    <a:gd name="T11" fmla="*/ 0 h 141"/>
                    <a:gd name="T12" fmla="*/ 93 w 128"/>
                    <a:gd name="T13" fmla="*/ 3 h 141"/>
                    <a:gd name="T14" fmla="*/ 101 w 128"/>
                    <a:gd name="T15" fmla="*/ 3 h 141"/>
                    <a:gd name="T16" fmla="*/ 110 w 128"/>
                    <a:gd name="T17" fmla="*/ 5 h 141"/>
                    <a:gd name="T18" fmla="*/ 117 w 128"/>
                    <a:gd name="T19" fmla="*/ 12 h 141"/>
                    <a:gd name="T20" fmla="*/ 122 w 128"/>
                    <a:gd name="T21" fmla="*/ 19 h 141"/>
                    <a:gd name="T22" fmla="*/ 123 w 128"/>
                    <a:gd name="T23" fmla="*/ 30 h 141"/>
                    <a:gd name="T24" fmla="*/ 125 w 128"/>
                    <a:gd name="T25" fmla="*/ 43 h 141"/>
                    <a:gd name="T26" fmla="*/ 127 w 128"/>
                    <a:gd name="T27" fmla="*/ 62 h 141"/>
                    <a:gd name="T28" fmla="*/ 126 w 128"/>
                    <a:gd name="T29" fmla="*/ 78 h 141"/>
                    <a:gd name="T30" fmla="*/ 122 w 128"/>
                    <a:gd name="T31" fmla="*/ 92 h 141"/>
                    <a:gd name="T32" fmla="*/ 120 w 128"/>
                    <a:gd name="T33" fmla="*/ 105 h 141"/>
                    <a:gd name="T34" fmla="*/ 116 w 128"/>
                    <a:gd name="T35" fmla="*/ 114 h 141"/>
                    <a:gd name="T36" fmla="*/ 112 w 128"/>
                    <a:gd name="T37" fmla="*/ 123 h 141"/>
                    <a:gd name="T38" fmla="*/ 109 w 128"/>
                    <a:gd name="T39" fmla="*/ 131 h 141"/>
                    <a:gd name="T40" fmla="*/ 104 w 128"/>
                    <a:gd name="T41" fmla="*/ 140 h 141"/>
                    <a:gd name="T42" fmla="*/ 99 w 128"/>
                    <a:gd name="T43" fmla="*/ 140 h 141"/>
                    <a:gd name="T44" fmla="*/ 101 w 128"/>
                    <a:gd name="T45" fmla="*/ 127 h 141"/>
                    <a:gd name="T46" fmla="*/ 98 w 128"/>
                    <a:gd name="T47" fmla="*/ 119 h 141"/>
                    <a:gd name="T48" fmla="*/ 97 w 128"/>
                    <a:gd name="T49" fmla="*/ 114 h 141"/>
                    <a:gd name="T50" fmla="*/ 99 w 128"/>
                    <a:gd name="T51" fmla="*/ 106 h 141"/>
                    <a:gd name="T52" fmla="*/ 101 w 128"/>
                    <a:gd name="T53" fmla="*/ 92 h 141"/>
                    <a:gd name="T54" fmla="*/ 98 w 128"/>
                    <a:gd name="T55" fmla="*/ 89 h 141"/>
                    <a:gd name="T56" fmla="*/ 92 w 128"/>
                    <a:gd name="T57" fmla="*/ 95 h 141"/>
                    <a:gd name="T58" fmla="*/ 87 w 128"/>
                    <a:gd name="T59" fmla="*/ 102 h 141"/>
                    <a:gd name="T60" fmla="*/ 88 w 128"/>
                    <a:gd name="T61" fmla="*/ 89 h 141"/>
                    <a:gd name="T62" fmla="*/ 86 w 128"/>
                    <a:gd name="T63" fmla="*/ 72 h 141"/>
                    <a:gd name="T64" fmla="*/ 86 w 128"/>
                    <a:gd name="T65" fmla="*/ 54 h 141"/>
                    <a:gd name="T66" fmla="*/ 85 w 128"/>
                    <a:gd name="T67" fmla="*/ 44 h 141"/>
                    <a:gd name="T68" fmla="*/ 89 w 128"/>
                    <a:gd name="T69" fmla="*/ 39 h 141"/>
                    <a:gd name="T70" fmla="*/ 80 w 128"/>
                    <a:gd name="T71" fmla="*/ 42 h 141"/>
                    <a:gd name="T72" fmla="*/ 73 w 128"/>
                    <a:gd name="T73" fmla="*/ 45 h 141"/>
                    <a:gd name="T74" fmla="*/ 66 w 128"/>
                    <a:gd name="T75" fmla="*/ 46 h 141"/>
                    <a:gd name="T76" fmla="*/ 55 w 128"/>
                    <a:gd name="T77" fmla="*/ 48 h 141"/>
                    <a:gd name="T78" fmla="*/ 47 w 128"/>
                    <a:gd name="T79" fmla="*/ 50 h 141"/>
                    <a:gd name="T80" fmla="*/ 57 w 128"/>
                    <a:gd name="T81" fmla="*/ 45 h 141"/>
                    <a:gd name="T82" fmla="*/ 52 w 128"/>
                    <a:gd name="T83" fmla="*/ 45 h 141"/>
                    <a:gd name="T84" fmla="*/ 37 w 128"/>
                    <a:gd name="T85" fmla="*/ 45 h 141"/>
                    <a:gd name="T86" fmla="*/ 26 w 128"/>
                    <a:gd name="T87" fmla="*/ 43 h 141"/>
                    <a:gd name="T88" fmla="*/ 12 w 128"/>
                    <a:gd name="T89" fmla="*/ 44 h 141"/>
                    <a:gd name="T90" fmla="*/ 8 w 128"/>
                    <a:gd name="T91" fmla="*/ 53 h 141"/>
                    <a:gd name="T92" fmla="*/ 6 w 128"/>
                    <a:gd name="T93" fmla="*/ 64 h 141"/>
                    <a:gd name="T94" fmla="*/ 4 w 128"/>
                    <a:gd name="T95" fmla="*/ 50 h 141"/>
                    <a:gd name="T96" fmla="*/ 0 w 128"/>
                    <a:gd name="T97" fmla="*/ 35 h 141"/>
                    <a:gd name="T98" fmla="*/ 6 w 128"/>
                    <a:gd name="T99" fmla="*/ 24 h 141"/>
                    <a:gd name="T100" fmla="*/ 14 w 128"/>
                    <a:gd name="T101" fmla="*/ 17 h 141"/>
                    <a:gd name="T102" fmla="*/ 23 w 128"/>
                    <a:gd name="T103" fmla="*/ 12 h 14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28"/>
                    <a:gd name="T157" fmla="*/ 0 h 141"/>
                    <a:gd name="T158" fmla="*/ 128 w 128"/>
                    <a:gd name="T159" fmla="*/ 141 h 141"/>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28" h="141">
                      <a:moveTo>
                        <a:pt x="23" y="12"/>
                      </a:moveTo>
                      <a:lnTo>
                        <a:pt x="34" y="6"/>
                      </a:lnTo>
                      <a:lnTo>
                        <a:pt x="43" y="4"/>
                      </a:lnTo>
                      <a:lnTo>
                        <a:pt x="58" y="0"/>
                      </a:lnTo>
                      <a:lnTo>
                        <a:pt x="69" y="0"/>
                      </a:lnTo>
                      <a:lnTo>
                        <a:pt x="81" y="0"/>
                      </a:lnTo>
                      <a:lnTo>
                        <a:pt x="93" y="3"/>
                      </a:lnTo>
                      <a:lnTo>
                        <a:pt x="101" y="3"/>
                      </a:lnTo>
                      <a:lnTo>
                        <a:pt x="110" y="5"/>
                      </a:lnTo>
                      <a:lnTo>
                        <a:pt x="117" y="12"/>
                      </a:lnTo>
                      <a:lnTo>
                        <a:pt x="122" y="19"/>
                      </a:lnTo>
                      <a:lnTo>
                        <a:pt x="123" y="30"/>
                      </a:lnTo>
                      <a:lnTo>
                        <a:pt x="125" y="43"/>
                      </a:lnTo>
                      <a:lnTo>
                        <a:pt x="127" y="62"/>
                      </a:lnTo>
                      <a:lnTo>
                        <a:pt x="126" y="78"/>
                      </a:lnTo>
                      <a:lnTo>
                        <a:pt x="122" y="92"/>
                      </a:lnTo>
                      <a:lnTo>
                        <a:pt x="120" y="105"/>
                      </a:lnTo>
                      <a:lnTo>
                        <a:pt x="116" y="114"/>
                      </a:lnTo>
                      <a:lnTo>
                        <a:pt x="112" y="123"/>
                      </a:lnTo>
                      <a:lnTo>
                        <a:pt x="109" y="131"/>
                      </a:lnTo>
                      <a:lnTo>
                        <a:pt x="104" y="140"/>
                      </a:lnTo>
                      <a:lnTo>
                        <a:pt x="99" y="140"/>
                      </a:lnTo>
                      <a:lnTo>
                        <a:pt x="101" y="127"/>
                      </a:lnTo>
                      <a:lnTo>
                        <a:pt x="98" y="119"/>
                      </a:lnTo>
                      <a:lnTo>
                        <a:pt x="97" y="114"/>
                      </a:lnTo>
                      <a:lnTo>
                        <a:pt x="99" y="106"/>
                      </a:lnTo>
                      <a:lnTo>
                        <a:pt x="101" y="92"/>
                      </a:lnTo>
                      <a:lnTo>
                        <a:pt x="98" y="89"/>
                      </a:lnTo>
                      <a:lnTo>
                        <a:pt x="92" y="95"/>
                      </a:lnTo>
                      <a:lnTo>
                        <a:pt x="87" y="102"/>
                      </a:lnTo>
                      <a:lnTo>
                        <a:pt x="88" y="89"/>
                      </a:lnTo>
                      <a:lnTo>
                        <a:pt x="86" y="72"/>
                      </a:lnTo>
                      <a:lnTo>
                        <a:pt x="86" y="54"/>
                      </a:lnTo>
                      <a:lnTo>
                        <a:pt x="85" y="44"/>
                      </a:lnTo>
                      <a:lnTo>
                        <a:pt x="89" y="39"/>
                      </a:lnTo>
                      <a:lnTo>
                        <a:pt x="80" y="42"/>
                      </a:lnTo>
                      <a:lnTo>
                        <a:pt x="73" y="45"/>
                      </a:lnTo>
                      <a:lnTo>
                        <a:pt x="66" y="46"/>
                      </a:lnTo>
                      <a:lnTo>
                        <a:pt x="55" y="48"/>
                      </a:lnTo>
                      <a:lnTo>
                        <a:pt x="47" y="50"/>
                      </a:lnTo>
                      <a:lnTo>
                        <a:pt x="57" y="45"/>
                      </a:lnTo>
                      <a:lnTo>
                        <a:pt x="52" y="45"/>
                      </a:lnTo>
                      <a:lnTo>
                        <a:pt x="37" y="45"/>
                      </a:lnTo>
                      <a:lnTo>
                        <a:pt x="26" y="43"/>
                      </a:lnTo>
                      <a:lnTo>
                        <a:pt x="12" y="44"/>
                      </a:lnTo>
                      <a:lnTo>
                        <a:pt x="8" y="53"/>
                      </a:lnTo>
                      <a:lnTo>
                        <a:pt x="6" y="64"/>
                      </a:lnTo>
                      <a:lnTo>
                        <a:pt x="4" y="50"/>
                      </a:lnTo>
                      <a:lnTo>
                        <a:pt x="0" y="35"/>
                      </a:lnTo>
                      <a:lnTo>
                        <a:pt x="6" y="24"/>
                      </a:lnTo>
                      <a:lnTo>
                        <a:pt x="14" y="17"/>
                      </a:lnTo>
                      <a:lnTo>
                        <a:pt x="23" y="12"/>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grpSp>
          <p:nvGrpSpPr>
            <p:cNvPr id="38929" name="Group 146"/>
            <p:cNvGrpSpPr/>
            <p:nvPr/>
          </p:nvGrpSpPr>
          <p:grpSpPr bwMode="auto">
            <a:xfrm>
              <a:off x="1906" y="1765"/>
              <a:ext cx="300" cy="1376"/>
              <a:chOff x="1906" y="1765"/>
              <a:chExt cx="300" cy="1376"/>
            </a:xfrm>
          </p:grpSpPr>
          <p:grpSp>
            <p:nvGrpSpPr>
              <p:cNvPr id="38974" name="Group 147"/>
              <p:cNvGrpSpPr/>
              <p:nvPr/>
            </p:nvGrpSpPr>
            <p:grpSpPr bwMode="auto">
              <a:xfrm>
                <a:off x="1971" y="1765"/>
                <a:ext cx="156" cy="236"/>
                <a:chOff x="1971" y="1765"/>
                <a:chExt cx="156" cy="236"/>
              </a:xfrm>
            </p:grpSpPr>
            <p:sp>
              <p:nvSpPr>
                <p:cNvPr id="38994" name="Freeform 148"/>
                <p:cNvSpPr/>
                <p:nvPr/>
              </p:nvSpPr>
              <p:spPr bwMode="auto">
                <a:xfrm>
                  <a:off x="1971" y="1765"/>
                  <a:ext cx="156" cy="182"/>
                </a:xfrm>
                <a:custGeom>
                  <a:avLst/>
                  <a:gdLst>
                    <a:gd name="T0" fmla="*/ 59 w 156"/>
                    <a:gd name="T1" fmla="*/ 2 h 182"/>
                    <a:gd name="T2" fmla="*/ 42 w 156"/>
                    <a:gd name="T3" fmla="*/ 11 h 182"/>
                    <a:gd name="T4" fmla="*/ 31 w 156"/>
                    <a:gd name="T5" fmla="*/ 21 h 182"/>
                    <a:gd name="T6" fmla="*/ 23 w 156"/>
                    <a:gd name="T7" fmla="*/ 34 h 182"/>
                    <a:gd name="T8" fmla="*/ 15 w 156"/>
                    <a:gd name="T9" fmla="*/ 59 h 182"/>
                    <a:gd name="T10" fmla="*/ 6 w 156"/>
                    <a:gd name="T11" fmla="*/ 96 h 182"/>
                    <a:gd name="T12" fmla="*/ 0 w 156"/>
                    <a:gd name="T13" fmla="*/ 128 h 182"/>
                    <a:gd name="T14" fmla="*/ 1 w 156"/>
                    <a:gd name="T15" fmla="*/ 143 h 182"/>
                    <a:gd name="T16" fmla="*/ 4 w 156"/>
                    <a:gd name="T17" fmla="*/ 156 h 182"/>
                    <a:gd name="T18" fmla="*/ 6 w 156"/>
                    <a:gd name="T19" fmla="*/ 172 h 182"/>
                    <a:gd name="T20" fmla="*/ 6 w 156"/>
                    <a:gd name="T21" fmla="*/ 178 h 182"/>
                    <a:gd name="T22" fmla="*/ 12 w 156"/>
                    <a:gd name="T23" fmla="*/ 178 h 182"/>
                    <a:gd name="T24" fmla="*/ 21 w 156"/>
                    <a:gd name="T25" fmla="*/ 176 h 182"/>
                    <a:gd name="T26" fmla="*/ 31 w 156"/>
                    <a:gd name="T27" fmla="*/ 176 h 182"/>
                    <a:gd name="T28" fmla="*/ 45 w 156"/>
                    <a:gd name="T29" fmla="*/ 180 h 182"/>
                    <a:gd name="T30" fmla="*/ 54 w 156"/>
                    <a:gd name="T31" fmla="*/ 181 h 182"/>
                    <a:gd name="T32" fmla="*/ 54 w 156"/>
                    <a:gd name="T33" fmla="*/ 169 h 182"/>
                    <a:gd name="T34" fmla="*/ 42 w 156"/>
                    <a:gd name="T35" fmla="*/ 144 h 182"/>
                    <a:gd name="T36" fmla="*/ 40 w 156"/>
                    <a:gd name="T37" fmla="*/ 104 h 182"/>
                    <a:gd name="T38" fmla="*/ 42 w 156"/>
                    <a:gd name="T39" fmla="*/ 67 h 182"/>
                    <a:gd name="T40" fmla="*/ 64 w 156"/>
                    <a:gd name="T41" fmla="*/ 45 h 182"/>
                    <a:gd name="T42" fmla="*/ 101 w 156"/>
                    <a:gd name="T43" fmla="*/ 42 h 182"/>
                    <a:gd name="T44" fmla="*/ 118 w 156"/>
                    <a:gd name="T45" fmla="*/ 64 h 182"/>
                    <a:gd name="T46" fmla="*/ 116 w 156"/>
                    <a:gd name="T47" fmla="*/ 140 h 182"/>
                    <a:gd name="T48" fmla="*/ 101 w 156"/>
                    <a:gd name="T49" fmla="*/ 170 h 182"/>
                    <a:gd name="T50" fmla="*/ 101 w 156"/>
                    <a:gd name="T51" fmla="*/ 180 h 182"/>
                    <a:gd name="T52" fmla="*/ 110 w 156"/>
                    <a:gd name="T53" fmla="*/ 180 h 182"/>
                    <a:gd name="T54" fmla="*/ 121 w 156"/>
                    <a:gd name="T55" fmla="*/ 178 h 182"/>
                    <a:gd name="T56" fmla="*/ 131 w 156"/>
                    <a:gd name="T57" fmla="*/ 177 h 182"/>
                    <a:gd name="T58" fmla="*/ 139 w 156"/>
                    <a:gd name="T59" fmla="*/ 179 h 182"/>
                    <a:gd name="T60" fmla="*/ 144 w 156"/>
                    <a:gd name="T61" fmla="*/ 180 h 182"/>
                    <a:gd name="T62" fmla="*/ 146 w 156"/>
                    <a:gd name="T63" fmla="*/ 168 h 182"/>
                    <a:gd name="T64" fmla="*/ 151 w 156"/>
                    <a:gd name="T65" fmla="*/ 151 h 182"/>
                    <a:gd name="T66" fmla="*/ 154 w 156"/>
                    <a:gd name="T67" fmla="*/ 134 h 182"/>
                    <a:gd name="T68" fmla="*/ 155 w 156"/>
                    <a:gd name="T69" fmla="*/ 120 h 182"/>
                    <a:gd name="T70" fmla="*/ 154 w 156"/>
                    <a:gd name="T71" fmla="*/ 104 h 182"/>
                    <a:gd name="T72" fmla="*/ 151 w 156"/>
                    <a:gd name="T73" fmla="*/ 92 h 182"/>
                    <a:gd name="T74" fmla="*/ 148 w 156"/>
                    <a:gd name="T75" fmla="*/ 79 h 182"/>
                    <a:gd name="T76" fmla="*/ 145 w 156"/>
                    <a:gd name="T77" fmla="*/ 66 h 182"/>
                    <a:gd name="T78" fmla="*/ 145 w 156"/>
                    <a:gd name="T79" fmla="*/ 58 h 182"/>
                    <a:gd name="T80" fmla="*/ 142 w 156"/>
                    <a:gd name="T81" fmla="*/ 45 h 182"/>
                    <a:gd name="T82" fmla="*/ 138 w 156"/>
                    <a:gd name="T83" fmla="*/ 28 h 182"/>
                    <a:gd name="T84" fmla="*/ 127 w 156"/>
                    <a:gd name="T85" fmla="*/ 14 h 182"/>
                    <a:gd name="T86" fmla="*/ 112 w 156"/>
                    <a:gd name="T87" fmla="*/ 4 h 182"/>
                    <a:gd name="T88" fmla="*/ 95 w 156"/>
                    <a:gd name="T89" fmla="*/ 0 h 182"/>
                    <a:gd name="T90" fmla="*/ 80 w 156"/>
                    <a:gd name="T91" fmla="*/ 0 h 182"/>
                    <a:gd name="T92" fmla="*/ 59 w 156"/>
                    <a:gd name="T93" fmla="*/ 2 h 18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56"/>
                    <a:gd name="T142" fmla="*/ 0 h 182"/>
                    <a:gd name="T143" fmla="*/ 156 w 156"/>
                    <a:gd name="T144" fmla="*/ 182 h 18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56" h="182">
                      <a:moveTo>
                        <a:pt x="59" y="2"/>
                      </a:moveTo>
                      <a:lnTo>
                        <a:pt x="42" y="11"/>
                      </a:lnTo>
                      <a:lnTo>
                        <a:pt x="31" y="21"/>
                      </a:lnTo>
                      <a:lnTo>
                        <a:pt x="23" y="34"/>
                      </a:lnTo>
                      <a:lnTo>
                        <a:pt x="15" y="59"/>
                      </a:lnTo>
                      <a:lnTo>
                        <a:pt x="6" y="96"/>
                      </a:lnTo>
                      <a:lnTo>
                        <a:pt x="0" y="128"/>
                      </a:lnTo>
                      <a:lnTo>
                        <a:pt x="1" y="143"/>
                      </a:lnTo>
                      <a:lnTo>
                        <a:pt x="4" y="156"/>
                      </a:lnTo>
                      <a:lnTo>
                        <a:pt x="6" y="172"/>
                      </a:lnTo>
                      <a:lnTo>
                        <a:pt x="6" y="178"/>
                      </a:lnTo>
                      <a:lnTo>
                        <a:pt x="12" y="178"/>
                      </a:lnTo>
                      <a:lnTo>
                        <a:pt x="21" y="176"/>
                      </a:lnTo>
                      <a:lnTo>
                        <a:pt x="31" y="176"/>
                      </a:lnTo>
                      <a:lnTo>
                        <a:pt x="45" y="180"/>
                      </a:lnTo>
                      <a:lnTo>
                        <a:pt x="54" y="181"/>
                      </a:lnTo>
                      <a:lnTo>
                        <a:pt x="54" y="169"/>
                      </a:lnTo>
                      <a:lnTo>
                        <a:pt x="42" y="144"/>
                      </a:lnTo>
                      <a:lnTo>
                        <a:pt x="40" y="104"/>
                      </a:lnTo>
                      <a:lnTo>
                        <a:pt x="42" y="67"/>
                      </a:lnTo>
                      <a:lnTo>
                        <a:pt x="64" y="45"/>
                      </a:lnTo>
                      <a:lnTo>
                        <a:pt x="101" y="42"/>
                      </a:lnTo>
                      <a:lnTo>
                        <a:pt x="118" y="64"/>
                      </a:lnTo>
                      <a:lnTo>
                        <a:pt x="116" y="140"/>
                      </a:lnTo>
                      <a:lnTo>
                        <a:pt x="101" y="170"/>
                      </a:lnTo>
                      <a:lnTo>
                        <a:pt x="101" y="180"/>
                      </a:lnTo>
                      <a:lnTo>
                        <a:pt x="110" y="180"/>
                      </a:lnTo>
                      <a:lnTo>
                        <a:pt x="121" y="178"/>
                      </a:lnTo>
                      <a:lnTo>
                        <a:pt x="131" y="177"/>
                      </a:lnTo>
                      <a:lnTo>
                        <a:pt x="139" y="179"/>
                      </a:lnTo>
                      <a:lnTo>
                        <a:pt x="144" y="180"/>
                      </a:lnTo>
                      <a:lnTo>
                        <a:pt x="146" y="168"/>
                      </a:lnTo>
                      <a:lnTo>
                        <a:pt x="151" y="151"/>
                      </a:lnTo>
                      <a:lnTo>
                        <a:pt x="154" y="134"/>
                      </a:lnTo>
                      <a:lnTo>
                        <a:pt x="155" y="120"/>
                      </a:lnTo>
                      <a:lnTo>
                        <a:pt x="154" y="104"/>
                      </a:lnTo>
                      <a:lnTo>
                        <a:pt x="151" y="92"/>
                      </a:lnTo>
                      <a:lnTo>
                        <a:pt x="148" y="79"/>
                      </a:lnTo>
                      <a:lnTo>
                        <a:pt x="145" y="66"/>
                      </a:lnTo>
                      <a:lnTo>
                        <a:pt x="145" y="58"/>
                      </a:lnTo>
                      <a:lnTo>
                        <a:pt x="142" y="45"/>
                      </a:lnTo>
                      <a:lnTo>
                        <a:pt x="138" y="28"/>
                      </a:lnTo>
                      <a:lnTo>
                        <a:pt x="127" y="14"/>
                      </a:lnTo>
                      <a:lnTo>
                        <a:pt x="112" y="4"/>
                      </a:lnTo>
                      <a:lnTo>
                        <a:pt x="95" y="0"/>
                      </a:lnTo>
                      <a:lnTo>
                        <a:pt x="80" y="0"/>
                      </a:lnTo>
                      <a:lnTo>
                        <a:pt x="59" y="2"/>
                      </a:lnTo>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8995" name="Freeform 149"/>
                <p:cNvSpPr/>
                <p:nvPr/>
              </p:nvSpPr>
              <p:spPr bwMode="auto">
                <a:xfrm>
                  <a:off x="2006" y="1801"/>
                  <a:ext cx="89" cy="200"/>
                </a:xfrm>
                <a:custGeom>
                  <a:avLst/>
                  <a:gdLst>
                    <a:gd name="T0" fmla="*/ 8 w 89"/>
                    <a:gd name="T1" fmla="*/ 21 h 200"/>
                    <a:gd name="T2" fmla="*/ 3 w 89"/>
                    <a:gd name="T3" fmla="*/ 34 h 200"/>
                    <a:gd name="T4" fmla="*/ 1 w 89"/>
                    <a:gd name="T5" fmla="*/ 50 h 200"/>
                    <a:gd name="T6" fmla="*/ 0 w 89"/>
                    <a:gd name="T7" fmla="*/ 68 h 200"/>
                    <a:gd name="T8" fmla="*/ 1 w 89"/>
                    <a:gd name="T9" fmla="*/ 81 h 200"/>
                    <a:gd name="T10" fmla="*/ 3 w 89"/>
                    <a:gd name="T11" fmla="*/ 95 h 200"/>
                    <a:gd name="T12" fmla="*/ 19 w 89"/>
                    <a:gd name="T13" fmla="*/ 136 h 200"/>
                    <a:gd name="T14" fmla="*/ 19 w 89"/>
                    <a:gd name="T15" fmla="*/ 174 h 200"/>
                    <a:gd name="T16" fmla="*/ 45 w 89"/>
                    <a:gd name="T17" fmla="*/ 199 h 200"/>
                    <a:gd name="T18" fmla="*/ 65 w 89"/>
                    <a:gd name="T19" fmla="*/ 171 h 200"/>
                    <a:gd name="T20" fmla="*/ 65 w 89"/>
                    <a:gd name="T21" fmla="*/ 137 h 200"/>
                    <a:gd name="T22" fmla="*/ 83 w 89"/>
                    <a:gd name="T23" fmla="*/ 103 h 200"/>
                    <a:gd name="T24" fmla="*/ 86 w 89"/>
                    <a:gd name="T25" fmla="*/ 83 h 200"/>
                    <a:gd name="T26" fmla="*/ 88 w 89"/>
                    <a:gd name="T27" fmla="*/ 68 h 200"/>
                    <a:gd name="T28" fmla="*/ 87 w 89"/>
                    <a:gd name="T29" fmla="*/ 53 h 200"/>
                    <a:gd name="T30" fmla="*/ 86 w 89"/>
                    <a:gd name="T31" fmla="*/ 41 h 200"/>
                    <a:gd name="T32" fmla="*/ 83 w 89"/>
                    <a:gd name="T33" fmla="*/ 26 h 200"/>
                    <a:gd name="T34" fmla="*/ 77 w 89"/>
                    <a:gd name="T35" fmla="*/ 14 h 200"/>
                    <a:gd name="T36" fmla="*/ 69 w 89"/>
                    <a:gd name="T37" fmla="*/ 6 h 200"/>
                    <a:gd name="T38" fmla="*/ 54 w 89"/>
                    <a:gd name="T39" fmla="*/ 2 h 200"/>
                    <a:gd name="T40" fmla="*/ 40 w 89"/>
                    <a:gd name="T41" fmla="*/ 0 h 200"/>
                    <a:gd name="T42" fmla="*/ 27 w 89"/>
                    <a:gd name="T43" fmla="*/ 3 h 200"/>
                    <a:gd name="T44" fmla="*/ 16 w 89"/>
                    <a:gd name="T45" fmla="*/ 10 h 200"/>
                    <a:gd name="T46" fmla="*/ 8 w 89"/>
                    <a:gd name="T47" fmla="*/ 21 h 20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9"/>
                    <a:gd name="T73" fmla="*/ 0 h 200"/>
                    <a:gd name="T74" fmla="*/ 89 w 89"/>
                    <a:gd name="T75" fmla="*/ 200 h 20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9" h="200">
                      <a:moveTo>
                        <a:pt x="8" y="21"/>
                      </a:moveTo>
                      <a:lnTo>
                        <a:pt x="3" y="34"/>
                      </a:lnTo>
                      <a:lnTo>
                        <a:pt x="1" y="50"/>
                      </a:lnTo>
                      <a:lnTo>
                        <a:pt x="0" y="68"/>
                      </a:lnTo>
                      <a:lnTo>
                        <a:pt x="1" y="81"/>
                      </a:lnTo>
                      <a:lnTo>
                        <a:pt x="3" y="95"/>
                      </a:lnTo>
                      <a:lnTo>
                        <a:pt x="19" y="136"/>
                      </a:lnTo>
                      <a:lnTo>
                        <a:pt x="19" y="174"/>
                      </a:lnTo>
                      <a:lnTo>
                        <a:pt x="45" y="199"/>
                      </a:lnTo>
                      <a:lnTo>
                        <a:pt x="65" y="171"/>
                      </a:lnTo>
                      <a:lnTo>
                        <a:pt x="65" y="137"/>
                      </a:lnTo>
                      <a:lnTo>
                        <a:pt x="83" y="103"/>
                      </a:lnTo>
                      <a:lnTo>
                        <a:pt x="86" y="83"/>
                      </a:lnTo>
                      <a:lnTo>
                        <a:pt x="88" y="68"/>
                      </a:lnTo>
                      <a:lnTo>
                        <a:pt x="87" y="53"/>
                      </a:lnTo>
                      <a:lnTo>
                        <a:pt x="86" y="41"/>
                      </a:lnTo>
                      <a:lnTo>
                        <a:pt x="83" y="26"/>
                      </a:lnTo>
                      <a:lnTo>
                        <a:pt x="77" y="14"/>
                      </a:lnTo>
                      <a:lnTo>
                        <a:pt x="69" y="6"/>
                      </a:lnTo>
                      <a:lnTo>
                        <a:pt x="54" y="2"/>
                      </a:lnTo>
                      <a:lnTo>
                        <a:pt x="40" y="0"/>
                      </a:lnTo>
                      <a:lnTo>
                        <a:pt x="27" y="3"/>
                      </a:lnTo>
                      <a:lnTo>
                        <a:pt x="16" y="10"/>
                      </a:lnTo>
                      <a:lnTo>
                        <a:pt x="8" y="21"/>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38996" name="Group 150"/>
                <p:cNvGrpSpPr/>
                <p:nvPr/>
              </p:nvGrpSpPr>
              <p:grpSpPr bwMode="auto">
                <a:xfrm>
                  <a:off x="1998" y="1889"/>
                  <a:ext cx="110" cy="22"/>
                  <a:chOff x="1998" y="1889"/>
                  <a:chExt cx="110" cy="22"/>
                </a:xfrm>
              </p:grpSpPr>
              <p:grpSp>
                <p:nvGrpSpPr>
                  <p:cNvPr id="38997" name="Group 151"/>
                  <p:cNvGrpSpPr/>
                  <p:nvPr/>
                </p:nvGrpSpPr>
                <p:grpSpPr bwMode="auto">
                  <a:xfrm>
                    <a:off x="1998" y="1889"/>
                    <a:ext cx="18" cy="22"/>
                    <a:chOff x="1998" y="1889"/>
                    <a:chExt cx="18" cy="22"/>
                  </a:xfrm>
                </p:grpSpPr>
                <p:sp>
                  <p:nvSpPr>
                    <p:cNvPr id="39001" name="Oval 152"/>
                    <p:cNvSpPr>
                      <a:spLocks noChangeArrowheads="1"/>
                    </p:cNvSpPr>
                    <p:nvPr/>
                  </p:nvSpPr>
                  <p:spPr bwMode="auto">
                    <a:xfrm>
                      <a:off x="1998" y="1889"/>
                      <a:ext cx="16" cy="22"/>
                    </a:xfrm>
                    <a:prstGeom prst="ellipse">
                      <a:avLst/>
                    </a:pr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wrap="none" anchor="ctr"/>
                    <a:p>
                      <a:endParaRPr lang="zh-CN" altLang="en-US"/>
                    </a:p>
                  </p:txBody>
                </p:sp>
                <p:sp>
                  <p:nvSpPr>
                    <p:cNvPr id="39002" name="Oval 153"/>
                    <p:cNvSpPr>
                      <a:spLocks noChangeArrowheads="1"/>
                    </p:cNvSpPr>
                    <p:nvPr/>
                  </p:nvSpPr>
                  <p:spPr bwMode="auto">
                    <a:xfrm>
                      <a:off x="2000" y="1891"/>
                      <a:ext cx="16" cy="17"/>
                    </a:xfrm>
                    <a:prstGeom prst="ellipse">
                      <a:avLst/>
                    </a:pr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wrap="none" anchor="ctr"/>
                    <a:p>
                      <a:endParaRPr lang="zh-CN" altLang="en-US"/>
                    </a:p>
                  </p:txBody>
                </p:sp>
              </p:grpSp>
              <p:grpSp>
                <p:nvGrpSpPr>
                  <p:cNvPr id="38998" name="Group 154"/>
                  <p:cNvGrpSpPr/>
                  <p:nvPr/>
                </p:nvGrpSpPr>
                <p:grpSpPr bwMode="auto">
                  <a:xfrm>
                    <a:off x="2089" y="1889"/>
                    <a:ext cx="19" cy="22"/>
                    <a:chOff x="2089" y="1889"/>
                    <a:chExt cx="19" cy="22"/>
                  </a:xfrm>
                </p:grpSpPr>
                <p:sp>
                  <p:nvSpPr>
                    <p:cNvPr id="38999" name="Oval 155"/>
                    <p:cNvSpPr>
                      <a:spLocks noChangeArrowheads="1"/>
                    </p:cNvSpPr>
                    <p:nvPr/>
                  </p:nvSpPr>
                  <p:spPr bwMode="auto">
                    <a:xfrm>
                      <a:off x="2089" y="1889"/>
                      <a:ext cx="16" cy="22"/>
                    </a:xfrm>
                    <a:prstGeom prst="ellipse">
                      <a:avLst/>
                    </a:pr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wrap="none" anchor="ctr"/>
                    <a:p>
                      <a:endParaRPr lang="zh-CN" altLang="en-US"/>
                    </a:p>
                  </p:txBody>
                </p:sp>
                <p:sp>
                  <p:nvSpPr>
                    <p:cNvPr id="39000" name="Oval 156"/>
                    <p:cNvSpPr>
                      <a:spLocks noChangeArrowheads="1"/>
                    </p:cNvSpPr>
                    <p:nvPr/>
                  </p:nvSpPr>
                  <p:spPr bwMode="auto">
                    <a:xfrm>
                      <a:off x="2092" y="1891"/>
                      <a:ext cx="16" cy="17"/>
                    </a:xfrm>
                    <a:prstGeom prst="ellipse">
                      <a:avLst/>
                    </a:pr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wrap="none" anchor="ctr"/>
                    <a:p>
                      <a:endParaRPr lang="zh-CN" altLang="en-US"/>
                    </a:p>
                  </p:txBody>
                </p:sp>
              </p:grpSp>
            </p:grpSp>
          </p:grpSp>
          <p:grpSp>
            <p:nvGrpSpPr>
              <p:cNvPr id="38975" name="Group 157"/>
              <p:cNvGrpSpPr/>
              <p:nvPr/>
            </p:nvGrpSpPr>
            <p:grpSpPr bwMode="auto">
              <a:xfrm>
                <a:off x="1955" y="2431"/>
                <a:ext cx="245" cy="650"/>
                <a:chOff x="1955" y="2431"/>
                <a:chExt cx="245" cy="650"/>
              </a:xfrm>
            </p:grpSpPr>
            <p:grpSp>
              <p:nvGrpSpPr>
                <p:cNvPr id="38990" name="Group 158"/>
                <p:cNvGrpSpPr/>
                <p:nvPr/>
              </p:nvGrpSpPr>
              <p:grpSpPr bwMode="auto">
                <a:xfrm>
                  <a:off x="1955" y="2431"/>
                  <a:ext cx="245" cy="650"/>
                  <a:chOff x="1955" y="2431"/>
                  <a:chExt cx="245" cy="650"/>
                </a:xfrm>
              </p:grpSpPr>
              <p:sp>
                <p:nvSpPr>
                  <p:cNvPr id="38992" name="Freeform 159"/>
                  <p:cNvSpPr/>
                  <p:nvPr/>
                </p:nvSpPr>
                <p:spPr bwMode="auto">
                  <a:xfrm>
                    <a:off x="1955" y="2572"/>
                    <a:ext cx="174" cy="509"/>
                  </a:xfrm>
                  <a:custGeom>
                    <a:avLst/>
                    <a:gdLst>
                      <a:gd name="T0" fmla="*/ 31 w 174"/>
                      <a:gd name="T1" fmla="*/ 11 h 509"/>
                      <a:gd name="T2" fmla="*/ 33 w 174"/>
                      <a:gd name="T3" fmla="*/ 158 h 509"/>
                      <a:gd name="T4" fmla="*/ 32 w 174"/>
                      <a:gd name="T5" fmla="*/ 280 h 509"/>
                      <a:gd name="T6" fmla="*/ 40 w 174"/>
                      <a:gd name="T7" fmla="*/ 400 h 509"/>
                      <a:gd name="T8" fmla="*/ 20 w 174"/>
                      <a:gd name="T9" fmla="*/ 452 h 509"/>
                      <a:gd name="T10" fmla="*/ 5 w 174"/>
                      <a:gd name="T11" fmla="*/ 487 h 509"/>
                      <a:gd name="T12" fmla="*/ 0 w 174"/>
                      <a:gd name="T13" fmla="*/ 496 h 509"/>
                      <a:gd name="T14" fmla="*/ 7 w 174"/>
                      <a:gd name="T15" fmla="*/ 508 h 509"/>
                      <a:gd name="T16" fmla="*/ 38 w 174"/>
                      <a:gd name="T17" fmla="*/ 506 h 509"/>
                      <a:gd name="T18" fmla="*/ 66 w 174"/>
                      <a:gd name="T19" fmla="*/ 439 h 509"/>
                      <a:gd name="T20" fmla="*/ 68 w 174"/>
                      <a:gd name="T21" fmla="*/ 397 h 509"/>
                      <a:gd name="T22" fmla="*/ 88 w 174"/>
                      <a:gd name="T23" fmla="*/ 255 h 509"/>
                      <a:gd name="T24" fmla="*/ 91 w 174"/>
                      <a:gd name="T25" fmla="*/ 224 h 509"/>
                      <a:gd name="T26" fmla="*/ 90 w 174"/>
                      <a:gd name="T27" fmla="*/ 289 h 509"/>
                      <a:gd name="T28" fmla="*/ 99 w 174"/>
                      <a:gd name="T29" fmla="*/ 383 h 509"/>
                      <a:gd name="T30" fmla="*/ 96 w 174"/>
                      <a:gd name="T31" fmla="*/ 426 h 509"/>
                      <a:gd name="T32" fmla="*/ 110 w 174"/>
                      <a:gd name="T33" fmla="*/ 470 h 509"/>
                      <a:gd name="T34" fmla="*/ 129 w 174"/>
                      <a:gd name="T35" fmla="*/ 501 h 509"/>
                      <a:gd name="T36" fmla="*/ 156 w 174"/>
                      <a:gd name="T37" fmla="*/ 502 h 509"/>
                      <a:gd name="T38" fmla="*/ 165 w 174"/>
                      <a:gd name="T39" fmla="*/ 492 h 509"/>
                      <a:gd name="T40" fmla="*/ 135 w 174"/>
                      <a:gd name="T41" fmla="*/ 424 h 509"/>
                      <a:gd name="T42" fmla="*/ 132 w 174"/>
                      <a:gd name="T43" fmla="*/ 393 h 509"/>
                      <a:gd name="T44" fmla="*/ 138 w 174"/>
                      <a:gd name="T45" fmla="*/ 325 h 509"/>
                      <a:gd name="T46" fmla="*/ 149 w 174"/>
                      <a:gd name="T47" fmla="*/ 215 h 509"/>
                      <a:gd name="T48" fmla="*/ 173 w 174"/>
                      <a:gd name="T49" fmla="*/ 0 h 509"/>
                      <a:gd name="T50" fmla="*/ 31 w 174"/>
                      <a:gd name="T51" fmla="*/ 11 h 50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74"/>
                      <a:gd name="T79" fmla="*/ 0 h 509"/>
                      <a:gd name="T80" fmla="*/ 174 w 174"/>
                      <a:gd name="T81" fmla="*/ 509 h 50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74" h="509">
                        <a:moveTo>
                          <a:pt x="31" y="11"/>
                        </a:moveTo>
                        <a:lnTo>
                          <a:pt x="33" y="158"/>
                        </a:lnTo>
                        <a:lnTo>
                          <a:pt x="32" y="280"/>
                        </a:lnTo>
                        <a:lnTo>
                          <a:pt x="40" y="400"/>
                        </a:lnTo>
                        <a:lnTo>
                          <a:pt x="20" y="452"/>
                        </a:lnTo>
                        <a:lnTo>
                          <a:pt x="5" y="487"/>
                        </a:lnTo>
                        <a:lnTo>
                          <a:pt x="0" y="496"/>
                        </a:lnTo>
                        <a:lnTo>
                          <a:pt x="7" y="508"/>
                        </a:lnTo>
                        <a:lnTo>
                          <a:pt x="38" y="506"/>
                        </a:lnTo>
                        <a:lnTo>
                          <a:pt x="66" y="439"/>
                        </a:lnTo>
                        <a:lnTo>
                          <a:pt x="68" y="397"/>
                        </a:lnTo>
                        <a:lnTo>
                          <a:pt x="88" y="255"/>
                        </a:lnTo>
                        <a:lnTo>
                          <a:pt x="91" y="224"/>
                        </a:lnTo>
                        <a:lnTo>
                          <a:pt x="90" y="289"/>
                        </a:lnTo>
                        <a:lnTo>
                          <a:pt x="99" y="383"/>
                        </a:lnTo>
                        <a:lnTo>
                          <a:pt x="96" y="426"/>
                        </a:lnTo>
                        <a:lnTo>
                          <a:pt x="110" y="470"/>
                        </a:lnTo>
                        <a:lnTo>
                          <a:pt x="129" y="501"/>
                        </a:lnTo>
                        <a:lnTo>
                          <a:pt x="156" y="502"/>
                        </a:lnTo>
                        <a:lnTo>
                          <a:pt x="165" y="492"/>
                        </a:lnTo>
                        <a:lnTo>
                          <a:pt x="135" y="424"/>
                        </a:lnTo>
                        <a:lnTo>
                          <a:pt x="132" y="393"/>
                        </a:lnTo>
                        <a:lnTo>
                          <a:pt x="138" y="325"/>
                        </a:lnTo>
                        <a:lnTo>
                          <a:pt x="149" y="215"/>
                        </a:lnTo>
                        <a:lnTo>
                          <a:pt x="173" y="0"/>
                        </a:lnTo>
                        <a:lnTo>
                          <a:pt x="31" y="11"/>
                        </a:lnTo>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8993" name="Freeform 160"/>
                  <p:cNvSpPr/>
                  <p:nvPr/>
                </p:nvSpPr>
                <p:spPr bwMode="auto">
                  <a:xfrm>
                    <a:off x="2163" y="2431"/>
                    <a:ext cx="37" cy="60"/>
                  </a:xfrm>
                  <a:custGeom>
                    <a:avLst/>
                    <a:gdLst>
                      <a:gd name="T0" fmla="*/ 36 w 37"/>
                      <a:gd name="T1" fmla="*/ 0 h 60"/>
                      <a:gd name="T2" fmla="*/ 36 w 37"/>
                      <a:gd name="T3" fmla="*/ 31 h 60"/>
                      <a:gd name="T4" fmla="*/ 0 w 37"/>
                      <a:gd name="T5" fmla="*/ 59 h 60"/>
                      <a:gd name="T6" fmla="*/ 16 w 37"/>
                      <a:gd name="T7" fmla="*/ 4 h 60"/>
                      <a:gd name="T8" fmla="*/ 36 w 37"/>
                      <a:gd name="T9" fmla="*/ 0 h 60"/>
                      <a:gd name="T10" fmla="*/ 0 60000 65536"/>
                      <a:gd name="T11" fmla="*/ 0 60000 65536"/>
                      <a:gd name="T12" fmla="*/ 0 60000 65536"/>
                      <a:gd name="T13" fmla="*/ 0 60000 65536"/>
                      <a:gd name="T14" fmla="*/ 0 60000 65536"/>
                      <a:gd name="T15" fmla="*/ 0 w 37"/>
                      <a:gd name="T16" fmla="*/ 0 h 60"/>
                      <a:gd name="T17" fmla="*/ 37 w 37"/>
                      <a:gd name="T18" fmla="*/ 60 h 60"/>
                    </a:gdLst>
                    <a:ahLst/>
                    <a:cxnLst>
                      <a:cxn ang="T10">
                        <a:pos x="T0" y="T1"/>
                      </a:cxn>
                      <a:cxn ang="T11">
                        <a:pos x="T2" y="T3"/>
                      </a:cxn>
                      <a:cxn ang="T12">
                        <a:pos x="T4" y="T5"/>
                      </a:cxn>
                      <a:cxn ang="T13">
                        <a:pos x="T6" y="T7"/>
                      </a:cxn>
                      <a:cxn ang="T14">
                        <a:pos x="T8" y="T9"/>
                      </a:cxn>
                    </a:cxnLst>
                    <a:rect l="T15" t="T16" r="T17" b="T18"/>
                    <a:pathLst>
                      <a:path w="37" h="60">
                        <a:moveTo>
                          <a:pt x="36" y="0"/>
                        </a:moveTo>
                        <a:lnTo>
                          <a:pt x="36" y="31"/>
                        </a:lnTo>
                        <a:lnTo>
                          <a:pt x="0" y="59"/>
                        </a:lnTo>
                        <a:lnTo>
                          <a:pt x="16" y="4"/>
                        </a:lnTo>
                        <a:lnTo>
                          <a:pt x="36" y="0"/>
                        </a:lnTo>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
              <p:nvSpPr>
                <p:cNvPr id="38991" name="Freeform 161"/>
                <p:cNvSpPr/>
                <p:nvPr/>
              </p:nvSpPr>
              <p:spPr bwMode="auto">
                <a:xfrm>
                  <a:off x="2048" y="2577"/>
                  <a:ext cx="17" cy="229"/>
                </a:xfrm>
                <a:custGeom>
                  <a:avLst/>
                  <a:gdLst>
                    <a:gd name="T0" fmla="*/ 16 w 17"/>
                    <a:gd name="T1" fmla="*/ 0 h 229"/>
                    <a:gd name="T2" fmla="*/ 16 w 17"/>
                    <a:gd name="T3" fmla="*/ 76 h 229"/>
                    <a:gd name="T4" fmla="*/ 12 w 17"/>
                    <a:gd name="T5" fmla="*/ 121 h 229"/>
                    <a:gd name="T6" fmla="*/ 8 w 17"/>
                    <a:gd name="T7" fmla="*/ 170 h 229"/>
                    <a:gd name="T8" fmla="*/ 0 w 17"/>
                    <a:gd name="T9" fmla="*/ 217 h 229"/>
                    <a:gd name="T10" fmla="*/ 2 w 17"/>
                    <a:gd name="T11" fmla="*/ 228 h 229"/>
                    <a:gd name="T12" fmla="*/ 16 w 17"/>
                    <a:gd name="T13" fmla="*/ 0 h 229"/>
                    <a:gd name="T14" fmla="*/ 0 60000 65536"/>
                    <a:gd name="T15" fmla="*/ 0 60000 65536"/>
                    <a:gd name="T16" fmla="*/ 0 60000 65536"/>
                    <a:gd name="T17" fmla="*/ 0 60000 65536"/>
                    <a:gd name="T18" fmla="*/ 0 60000 65536"/>
                    <a:gd name="T19" fmla="*/ 0 60000 65536"/>
                    <a:gd name="T20" fmla="*/ 0 60000 65536"/>
                    <a:gd name="T21" fmla="*/ 0 w 17"/>
                    <a:gd name="T22" fmla="*/ 0 h 229"/>
                    <a:gd name="T23" fmla="*/ 17 w 17"/>
                    <a:gd name="T24" fmla="*/ 229 h 2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29">
                      <a:moveTo>
                        <a:pt x="16" y="0"/>
                      </a:moveTo>
                      <a:lnTo>
                        <a:pt x="16" y="76"/>
                      </a:lnTo>
                      <a:lnTo>
                        <a:pt x="12" y="121"/>
                      </a:lnTo>
                      <a:lnTo>
                        <a:pt x="8" y="170"/>
                      </a:lnTo>
                      <a:lnTo>
                        <a:pt x="0" y="217"/>
                      </a:lnTo>
                      <a:lnTo>
                        <a:pt x="2" y="228"/>
                      </a:lnTo>
                      <a:lnTo>
                        <a:pt x="16" y="0"/>
                      </a:lnTo>
                    </a:path>
                  </a:pathLst>
                </a:custGeom>
                <a:solidFill>
                  <a:srgbClr val="FF6020"/>
                </a:solidFill>
                <a:ln w="12700" cap="rnd">
                  <a:solidFill>
                    <a:srgbClr val="FF6020"/>
                  </a:solidFill>
                  <a:round/>
                </a:ln>
              </p:spPr>
              <p:txBody>
                <a:bodyPr/>
                <a:p>
                  <a:endParaRPr lang="zh-CN" altLang="en-US"/>
                </a:p>
              </p:txBody>
            </p:sp>
          </p:grpSp>
          <p:grpSp>
            <p:nvGrpSpPr>
              <p:cNvPr id="38976" name="Group 162"/>
              <p:cNvGrpSpPr/>
              <p:nvPr/>
            </p:nvGrpSpPr>
            <p:grpSpPr bwMode="auto">
              <a:xfrm>
                <a:off x="1906" y="1974"/>
                <a:ext cx="300" cy="613"/>
                <a:chOff x="1906" y="1974"/>
                <a:chExt cx="300" cy="613"/>
              </a:xfrm>
            </p:grpSpPr>
            <p:sp>
              <p:nvSpPr>
                <p:cNvPr id="38980" name="Freeform 163"/>
                <p:cNvSpPr/>
                <p:nvPr/>
              </p:nvSpPr>
              <p:spPr bwMode="auto">
                <a:xfrm>
                  <a:off x="1906" y="1974"/>
                  <a:ext cx="300" cy="613"/>
                </a:xfrm>
                <a:custGeom>
                  <a:avLst/>
                  <a:gdLst>
                    <a:gd name="T0" fmla="*/ 118 w 300"/>
                    <a:gd name="T1" fmla="*/ 5 h 613"/>
                    <a:gd name="T2" fmla="*/ 26 w 300"/>
                    <a:gd name="T3" fmla="*/ 62 h 613"/>
                    <a:gd name="T4" fmla="*/ 11 w 300"/>
                    <a:gd name="T5" fmla="*/ 89 h 613"/>
                    <a:gd name="T6" fmla="*/ 0 w 300"/>
                    <a:gd name="T7" fmla="*/ 318 h 613"/>
                    <a:gd name="T8" fmla="*/ 5 w 300"/>
                    <a:gd name="T9" fmla="*/ 372 h 613"/>
                    <a:gd name="T10" fmla="*/ 40 w 300"/>
                    <a:gd name="T11" fmla="*/ 367 h 613"/>
                    <a:gd name="T12" fmla="*/ 39 w 300"/>
                    <a:gd name="T13" fmla="*/ 503 h 613"/>
                    <a:gd name="T14" fmla="*/ 55 w 300"/>
                    <a:gd name="T15" fmla="*/ 503 h 613"/>
                    <a:gd name="T16" fmla="*/ 71 w 300"/>
                    <a:gd name="T17" fmla="*/ 608 h 613"/>
                    <a:gd name="T18" fmla="*/ 134 w 300"/>
                    <a:gd name="T19" fmla="*/ 609 h 613"/>
                    <a:gd name="T20" fmla="*/ 187 w 300"/>
                    <a:gd name="T21" fmla="*/ 604 h 613"/>
                    <a:gd name="T22" fmla="*/ 224 w 300"/>
                    <a:gd name="T23" fmla="*/ 612 h 613"/>
                    <a:gd name="T24" fmla="*/ 275 w 300"/>
                    <a:gd name="T25" fmla="*/ 459 h 613"/>
                    <a:gd name="T26" fmla="*/ 299 w 300"/>
                    <a:gd name="T27" fmla="*/ 457 h 613"/>
                    <a:gd name="T28" fmla="*/ 277 w 300"/>
                    <a:gd name="T29" fmla="*/ 245 h 613"/>
                    <a:gd name="T30" fmla="*/ 276 w 300"/>
                    <a:gd name="T31" fmla="*/ 79 h 613"/>
                    <a:gd name="T32" fmla="*/ 263 w 300"/>
                    <a:gd name="T33" fmla="*/ 60 h 613"/>
                    <a:gd name="T34" fmla="*/ 165 w 300"/>
                    <a:gd name="T35" fmla="*/ 0 h 613"/>
                    <a:gd name="T36" fmla="*/ 146 w 300"/>
                    <a:gd name="T37" fmla="*/ 25 h 613"/>
                    <a:gd name="T38" fmla="*/ 118 w 300"/>
                    <a:gd name="T39" fmla="*/ 5 h 61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00"/>
                    <a:gd name="T61" fmla="*/ 0 h 613"/>
                    <a:gd name="T62" fmla="*/ 300 w 300"/>
                    <a:gd name="T63" fmla="*/ 613 h 61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00" h="613">
                      <a:moveTo>
                        <a:pt x="118" y="5"/>
                      </a:moveTo>
                      <a:lnTo>
                        <a:pt x="26" y="62"/>
                      </a:lnTo>
                      <a:lnTo>
                        <a:pt x="11" y="89"/>
                      </a:lnTo>
                      <a:lnTo>
                        <a:pt x="0" y="318"/>
                      </a:lnTo>
                      <a:lnTo>
                        <a:pt x="5" y="372"/>
                      </a:lnTo>
                      <a:lnTo>
                        <a:pt x="40" y="367"/>
                      </a:lnTo>
                      <a:lnTo>
                        <a:pt x="39" y="503"/>
                      </a:lnTo>
                      <a:lnTo>
                        <a:pt x="55" y="503"/>
                      </a:lnTo>
                      <a:lnTo>
                        <a:pt x="71" y="608"/>
                      </a:lnTo>
                      <a:lnTo>
                        <a:pt x="134" y="609"/>
                      </a:lnTo>
                      <a:lnTo>
                        <a:pt x="187" y="604"/>
                      </a:lnTo>
                      <a:lnTo>
                        <a:pt x="224" y="612"/>
                      </a:lnTo>
                      <a:lnTo>
                        <a:pt x="275" y="459"/>
                      </a:lnTo>
                      <a:lnTo>
                        <a:pt x="299" y="457"/>
                      </a:lnTo>
                      <a:lnTo>
                        <a:pt x="277" y="245"/>
                      </a:lnTo>
                      <a:lnTo>
                        <a:pt x="276" y="79"/>
                      </a:lnTo>
                      <a:lnTo>
                        <a:pt x="263" y="60"/>
                      </a:lnTo>
                      <a:lnTo>
                        <a:pt x="165" y="0"/>
                      </a:lnTo>
                      <a:lnTo>
                        <a:pt x="146" y="25"/>
                      </a:lnTo>
                      <a:lnTo>
                        <a:pt x="118" y="5"/>
                      </a:lnTo>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38981" name="Group 164"/>
                <p:cNvGrpSpPr/>
                <p:nvPr/>
              </p:nvGrpSpPr>
              <p:grpSpPr bwMode="auto">
                <a:xfrm>
                  <a:off x="1946" y="2097"/>
                  <a:ext cx="183" cy="386"/>
                  <a:chOff x="1946" y="2097"/>
                  <a:chExt cx="183" cy="386"/>
                </a:xfrm>
              </p:grpSpPr>
              <p:grpSp>
                <p:nvGrpSpPr>
                  <p:cNvPr id="38982" name="Group 165"/>
                  <p:cNvGrpSpPr/>
                  <p:nvPr/>
                </p:nvGrpSpPr>
                <p:grpSpPr bwMode="auto">
                  <a:xfrm>
                    <a:off x="1952" y="2271"/>
                    <a:ext cx="134" cy="212"/>
                    <a:chOff x="1952" y="2271"/>
                    <a:chExt cx="134" cy="212"/>
                  </a:xfrm>
                </p:grpSpPr>
                <p:sp>
                  <p:nvSpPr>
                    <p:cNvPr id="38988" name="Freeform 166"/>
                    <p:cNvSpPr/>
                    <p:nvPr/>
                  </p:nvSpPr>
                  <p:spPr bwMode="auto">
                    <a:xfrm>
                      <a:off x="1969" y="2271"/>
                      <a:ext cx="117" cy="212"/>
                    </a:xfrm>
                    <a:custGeom>
                      <a:avLst/>
                      <a:gdLst>
                        <a:gd name="T0" fmla="*/ 0 w 117"/>
                        <a:gd name="T1" fmla="*/ 211 h 212"/>
                        <a:gd name="T2" fmla="*/ 113 w 117"/>
                        <a:gd name="T3" fmla="*/ 200 h 212"/>
                        <a:gd name="T4" fmla="*/ 116 w 117"/>
                        <a:gd name="T5" fmla="*/ 0 h 212"/>
                        <a:gd name="T6" fmla="*/ 0 60000 65536"/>
                        <a:gd name="T7" fmla="*/ 0 60000 65536"/>
                        <a:gd name="T8" fmla="*/ 0 60000 65536"/>
                        <a:gd name="T9" fmla="*/ 0 w 117"/>
                        <a:gd name="T10" fmla="*/ 0 h 212"/>
                        <a:gd name="T11" fmla="*/ 117 w 117"/>
                        <a:gd name="T12" fmla="*/ 212 h 212"/>
                      </a:gdLst>
                      <a:ahLst/>
                      <a:cxnLst>
                        <a:cxn ang="T6">
                          <a:pos x="T0" y="T1"/>
                        </a:cxn>
                        <a:cxn ang="T7">
                          <a:pos x="T2" y="T3"/>
                        </a:cxn>
                        <a:cxn ang="T8">
                          <a:pos x="T4" y="T5"/>
                        </a:cxn>
                      </a:cxnLst>
                      <a:rect l="T9" t="T10" r="T11" b="T12"/>
                      <a:pathLst>
                        <a:path w="117" h="212">
                          <a:moveTo>
                            <a:pt x="0" y="211"/>
                          </a:moveTo>
                          <a:lnTo>
                            <a:pt x="113" y="200"/>
                          </a:lnTo>
                          <a:lnTo>
                            <a:pt x="116" y="0"/>
                          </a:lnTo>
                        </a:path>
                      </a:pathLst>
                    </a:custGeom>
                    <a:noFill/>
                    <a:ln w="12700" cap="rnd">
                      <a:solidFill>
                        <a:srgbClr val="A040E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sp>
                  <p:nvSpPr>
                    <p:cNvPr id="38989" name="Freeform 167"/>
                    <p:cNvSpPr/>
                    <p:nvPr/>
                  </p:nvSpPr>
                  <p:spPr bwMode="auto">
                    <a:xfrm>
                      <a:off x="1952" y="2296"/>
                      <a:ext cx="131" cy="53"/>
                    </a:xfrm>
                    <a:custGeom>
                      <a:avLst/>
                      <a:gdLst>
                        <a:gd name="T0" fmla="*/ 0 w 131"/>
                        <a:gd name="T1" fmla="*/ 52 h 53"/>
                        <a:gd name="T2" fmla="*/ 46 w 131"/>
                        <a:gd name="T3" fmla="*/ 37 h 53"/>
                        <a:gd name="T4" fmla="*/ 130 w 131"/>
                        <a:gd name="T5" fmla="*/ 0 h 53"/>
                        <a:gd name="T6" fmla="*/ 0 60000 65536"/>
                        <a:gd name="T7" fmla="*/ 0 60000 65536"/>
                        <a:gd name="T8" fmla="*/ 0 60000 65536"/>
                        <a:gd name="T9" fmla="*/ 0 w 131"/>
                        <a:gd name="T10" fmla="*/ 0 h 53"/>
                        <a:gd name="T11" fmla="*/ 131 w 131"/>
                        <a:gd name="T12" fmla="*/ 53 h 53"/>
                      </a:gdLst>
                      <a:ahLst/>
                      <a:cxnLst>
                        <a:cxn ang="T6">
                          <a:pos x="T0" y="T1"/>
                        </a:cxn>
                        <a:cxn ang="T7">
                          <a:pos x="T2" y="T3"/>
                        </a:cxn>
                        <a:cxn ang="T8">
                          <a:pos x="T4" y="T5"/>
                        </a:cxn>
                      </a:cxnLst>
                      <a:rect l="T9" t="T10" r="T11" b="T12"/>
                      <a:pathLst>
                        <a:path w="131" h="53">
                          <a:moveTo>
                            <a:pt x="0" y="52"/>
                          </a:moveTo>
                          <a:lnTo>
                            <a:pt x="46" y="37"/>
                          </a:lnTo>
                          <a:lnTo>
                            <a:pt x="130" y="0"/>
                          </a:lnTo>
                        </a:path>
                      </a:pathLst>
                    </a:custGeom>
                    <a:noFill/>
                    <a:ln w="12700" cap="rnd">
                      <a:solidFill>
                        <a:srgbClr val="A040E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grpSp>
              <p:grpSp>
                <p:nvGrpSpPr>
                  <p:cNvPr id="38983" name="Group 168"/>
                  <p:cNvGrpSpPr/>
                  <p:nvPr/>
                </p:nvGrpSpPr>
                <p:grpSpPr bwMode="auto">
                  <a:xfrm>
                    <a:off x="1946" y="2097"/>
                    <a:ext cx="183" cy="244"/>
                    <a:chOff x="1946" y="2097"/>
                    <a:chExt cx="183" cy="244"/>
                  </a:xfrm>
                </p:grpSpPr>
                <p:sp>
                  <p:nvSpPr>
                    <p:cNvPr id="38984" name="Freeform 169"/>
                    <p:cNvSpPr/>
                    <p:nvPr/>
                  </p:nvSpPr>
                  <p:spPr bwMode="auto">
                    <a:xfrm>
                      <a:off x="1960" y="2097"/>
                      <a:ext cx="157" cy="184"/>
                    </a:xfrm>
                    <a:custGeom>
                      <a:avLst/>
                      <a:gdLst>
                        <a:gd name="T0" fmla="*/ 0 w 157"/>
                        <a:gd name="T1" fmla="*/ 65 h 184"/>
                        <a:gd name="T2" fmla="*/ 100 w 157"/>
                        <a:gd name="T3" fmla="*/ 0 h 184"/>
                        <a:gd name="T4" fmla="*/ 156 w 157"/>
                        <a:gd name="T5" fmla="*/ 123 h 184"/>
                        <a:gd name="T6" fmla="*/ 56 w 157"/>
                        <a:gd name="T7" fmla="*/ 183 h 184"/>
                        <a:gd name="T8" fmla="*/ 0 w 157"/>
                        <a:gd name="T9" fmla="*/ 65 h 184"/>
                        <a:gd name="T10" fmla="*/ 0 60000 65536"/>
                        <a:gd name="T11" fmla="*/ 0 60000 65536"/>
                        <a:gd name="T12" fmla="*/ 0 60000 65536"/>
                        <a:gd name="T13" fmla="*/ 0 60000 65536"/>
                        <a:gd name="T14" fmla="*/ 0 60000 65536"/>
                        <a:gd name="T15" fmla="*/ 0 w 157"/>
                        <a:gd name="T16" fmla="*/ 0 h 184"/>
                        <a:gd name="T17" fmla="*/ 157 w 157"/>
                        <a:gd name="T18" fmla="*/ 184 h 184"/>
                      </a:gdLst>
                      <a:ahLst/>
                      <a:cxnLst>
                        <a:cxn ang="T10">
                          <a:pos x="T0" y="T1"/>
                        </a:cxn>
                        <a:cxn ang="T11">
                          <a:pos x="T2" y="T3"/>
                        </a:cxn>
                        <a:cxn ang="T12">
                          <a:pos x="T4" y="T5"/>
                        </a:cxn>
                        <a:cxn ang="T13">
                          <a:pos x="T6" y="T7"/>
                        </a:cxn>
                        <a:cxn ang="T14">
                          <a:pos x="T8" y="T9"/>
                        </a:cxn>
                      </a:cxnLst>
                      <a:rect l="T15" t="T16" r="T17" b="T18"/>
                      <a:pathLst>
                        <a:path w="157" h="184">
                          <a:moveTo>
                            <a:pt x="0" y="65"/>
                          </a:moveTo>
                          <a:lnTo>
                            <a:pt x="100" y="0"/>
                          </a:lnTo>
                          <a:lnTo>
                            <a:pt x="156" y="123"/>
                          </a:lnTo>
                          <a:lnTo>
                            <a:pt x="56" y="183"/>
                          </a:lnTo>
                          <a:lnTo>
                            <a:pt x="0" y="65"/>
                          </a:lnTo>
                        </a:path>
                      </a:pathLst>
                    </a:custGeom>
                    <a:solidFill>
                      <a:srgbClr val="E0E0FF"/>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38985" name="Group 170"/>
                    <p:cNvGrpSpPr/>
                    <p:nvPr/>
                  </p:nvGrpSpPr>
                  <p:grpSpPr bwMode="auto">
                    <a:xfrm>
                      <a:off x="1946" y="2176"/>
                      <a:ext cx="183" cy="165"/>
                      <a:chOff x="1946" y="2176"/>
                      <a:chExt cx="183" cy="165"/>
                    </a:xfrm>
                  </p:grpSpPr>
                  <p:sp>
                    <p:nvSpPr>
                      <p:cNvPr id="38986" name="Freeform 171"/>
                      <p:cNvSpPr/>
                      <p:nvPr/>
                    </p:nvSpPr>
                    <p:spPr bwMode="auto">
                      <a:xfrm>
                        <a:off x="2064" y="2176"/>
                        <a:ext cx="65" cy="97"/>
                      </a:xfrm>
                      <a:custGeom>
                        <a:avLst/>
                        <a:gdLst>
                          <a:gd name="T0" fmla="*/ 0 w 65"/>
                          <a:gd name="T1" fmla="*/ 59 h 97"/>
                          <a:gd name="T2" fmla="*/ 16 w 65"/>
                          <a:gd name="T3" fmla="*/ 44 h 97"/>
                          <a:gd name="T4" fmla="*/ 25 w 65"/>
                          <a:gd name="T5" fmla="*/ 16 h 97"/>
                          <a:gd name="T6" fmla="*/ 37 w 65"/>
                          <a:gd name="T7" fmla="*/ 7 h 97"/>
                          <a:gd name="T8" fmla="*/ 43 w 65"/>
                          <a:gd name="T9" fmla="*/ 0 h 97"/>
                          <a:gd name="T10" fmla="*/ 47 w 65"/>
                          <a:gd name="T11" fmla="*/ 3 h 97"/>
                          <a:gd name="T12" fmla="*/ 48 w 65"/>
                          <a:gd name="T13" fmla="*/ 10 h 97"/>
                          <a:gd name="T14" fmla="*/ 60 w 65"/>
                          <a:gd name="T15" fmla="*/ 23 h 97"/>
                          <a:gd name="T16" fmla="*/ 64 w 65"/>
                          <a:gd name="T17" fmla="*/ 47 h 97"/>
                          <a:gd name="T18" fmla="*/ 60 w 65"/>
                          <a:gd name="T19" fmla="*/ 64 h 97"/>
                          <a:gd name="T20" fmla="*/ 42 w 65"/>
                          <a:gd name="T21" fmla="*/ 83 h 97"/>
                          <a:gd name="T22" fmla="*/ 6 w 65"/>
                          <a:gd name="T23" fmla="*/ 96 h 97"/>
                          <a:gd name="T24" fmla="*/ 0 w 65"/>
                          <a:gd name="T25" fmla="*/ 59 h 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5"/>
                          <a:gd name="T40" fmla="*/ 0 h 97"/>
                          <a:gd name="T41" fmla="*/ 65 w 65"/>
                          <a:gd name="T42" fmla="*/ 97 h 9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5" h="97">
                            <a:moveTo>
                              <a:pt x="0" y="59"/>
                            </a:moveTo>
                            <a:lnTo>
                              <a:pt x="16" y="44"/>
                            </a:lnTo>
                            <a:lnTo>
                              <a:pt x="25" y="16"/>
                            </a:lnTo>
                            <a:lnTo>
                              <a:pt x="37" y="7"/>
                            </a:lnTo>
                            <a:lnTo>
                              <a:pt x="43" y="0"/>
                            </a:lnTo>
                            <a:lnTo>
                              <a:pt x="47" y="3"/>
                            </a:lnTo>
                            <a:lnTo>
                              <a:pt x="48" y="10"/>
                            </a:lnTo>
                            <a:lnTo>
                              <a:pt x="60" y="23"/>
                            </a:lnTo>
                            <a:lnTo>
                              <a:pt x="64" y="47"/>
                            </a:lnTo>
                            <a:lnTo>
                              <a:pt x="60" y="64"/>
                            </a:lnTo>
                            <a:lnTo>
                              <a:pt x="42" y="83"/>
                            </a:lnTo>
                            <a:lnTo>
                              <a:pt x="6" y="96"/>
                            </a:lnTo>
                            <a:lnTo>
                              <a:pt x="0" y="59"/>
                            </a:lnTo>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8987" name="Freeform 172"/>
                      <p:cNvSpPr/>
                      <p:nvPr/>
                    </p:nvSpPr>
                    <p:spPr bwMode="auto">
                      <a:xfrm>
                        <a:off x="1946" y="2234"/>
                        <a:ext cx="126" cy="107"/>
                      </a:xfrm>
                      <a:custGeom>
                        <a:avLst/>
                        <a:gdLst>
                          <a:gd name="T0" fmla="*/ 0 w 126"/>
                          <a:gd name="T1" fmla="*/ 106 h 107"/>
                          <a:gd name="T2" fmla="*/ 51 w 126"/>
                          <a:gd name="T3" fmla="*/ 87 h 107"/>
                          <a:gd name="T4" fmla="*/ 89 w 126"/>
                          <a:gd name="T5" fmla="*/ 67 h 107"/>
                          <a:gd name="T6" fmla="*/ 125 w 126"/>
                          <a:gd name="T7" fmla="*/ 46 h 107"/>
                          <a:gd name="T8" fmla="*/ 111 w 126"/>
                          <a:gd name="T9" fmla="*/ 0 h 107"/>
                          <a:gd name="T10" fmla="*/ 45 w 126"/>
                          <a:gd name="T11" fmla="*/ 29 h 107"/>
                          <a:gd name="T12" fmla="*/ 6 w 126"/>
                          <a:gd name="T13" fmla="*/ 44 h 107"/>
                          <a:gd name="T14" fmla="*/ 4 w 126"/>
                          <a:gd name="T15" fmla="*/ 36 h 107"/>
                          <a:gd name="T16" fmla="*/ 0 w 126"/>
                          <a:gd name="T17" fmla="*/ 106 h 10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6"/>
                          <a:gd name="T28" fmla="*/ 0 h 107"/>
                          <a:gd name="T29" fmla="*/ 126 w 126"/>
                          <a:gd name="T30" fmla="*/ 107 h 10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6" h="107">
                            <a:moveTo>
                              <a:pt x="0" y="106"/>
                            </a:moveTo>
                            <a:lnTo>
                              <a:pt x="51" y="87"/>
                            </a:lnTo>
                            <a:lnTo>
                              <a:pt x="89" y="67"/>
                            </a:lnTo>
                            <a:lnTo>
                              <a:pt x="125" y="46"/>
                            </a:lnTo>
                            <a:lnTo>
                              <a:pt x="111" y="0"/>
                            </a:lnTo>
                            <a:lnTo>
                              <a:pt x="45" y="29"/>
                            </a:lnTo>
                            <a:lnTo>
                              <a:pt x="6" y="44"/>
                            </a:lnTo>
                            <a:lnTo>
                              <a:pt x="4" y="36"/>
                            </a:lnTo>
                            <a:lnTo>
                              <a:pt x="0" y="106"/>
                            </a:lnTo>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grpSp>
          </p:grpSp>
          <p:grpSp>
            <p:nvGrpSpPr>
              <p:cNvPr id="38977" name="Group 173"/>
              <p:cNvGrpSpPr/>
              <p:nvPr/>
            </p:nvGrpSpPr>
            <p:grpSpPr bwMode="auto">
              <a:xfrm>
                <a:off x="1945" y="3002"/>
                <a:ext cx="186" cy="139"/>
                <a:chOff x="1945" y="3002"/>
                <a:chExt cx="186" cy="139"/>
              </a:xfrm>
            </p:grpSpPr>
            <p:sp>
              <p:nvSpPr>
                <p:cNvPr id="38978" name="Freeform 174"/>
                <p:cNvSpPr/>
                <p:nvPr/>
              </p:nvSpPr>
              <p:spPr bwMode="auto">
                <a:xfrm>
                  <a:off x="2049" y="3002"/>
                  <a:ext cx="82" cy="131"/>
                </a:xfrm>
                <a:custGeom>
                  <a:avLst/>
                  <a:gdLst>
                    <a:gd name="T0" fmla="*/ 5 w 82"/>
                    <a:gd name="T1" fmla="*/ 0 h 131"/>
                    <a:gd name="T2" fmla="*/ 0 w 82"/>
                    <a:gd name="T3" fmla="*/ 20 h 131"/>
                    <a:gd name="T4" fmla="*/ 0 w 82"/>
                    <a:gd name="T5" fmla="*/ 58 h 131"/>
                    <a:gd name="T6" fmla="*/ 8 w 82"/>
                    <a:gd name="T7" fmla="*/ 44 h 131"/>
                    <a:gd name="T8" fmla="*/ 17 w 82"/>
                    <a:gd name="T9" fmla="*/ 63 h 131"/>
                    <a:gd name="T10" fmla="*/ 20 w 82"/>
                    <a:gd name="T11" fmla="*/ 89 h 131"/>
                    <a:gd name="T12" fmla="*/ 32 w 82"/>
                    <a:gd name="T13" fmla="*/ 113 h 131"/>
                    <a:gd name="T14" fmla="*/ 52 w 82"/>
                    <a:gd name="T15" fmla="*/ 126 h 131"/>
                    <a:gd name="T16" fmla="*/ 68 w 82"/>
                    <a:gd name="T17" fmla="*/ 130 h 131"/>
                    <a:gd name="T18" fmla="*/ 81 w 82"/>
                    <a:gd name="T19" fmla="*/ 127 h 131"/>
                    <a:gd name="T20" fmla="*/ 81 w 82"/>
                    <a:gd name="T21" fmla="*/ 101 h 131"/>
                    <a:gd name="T22" fmla="*/ 70 w 82"/>
                    <a:gd name="T23" fmla="*/ 64 h 131"/>
                    <a:gd name="T24" fmla="*/ 64 w 82"/>
                    <a:gd name="T25" fmla="*/ 73 h 131"/>
                    <a:gd name="T26" fmla="*/ 52 w 82"/>
                    <a:gd name="T27" fmla="*/ 73 h 131"/>
                    <a:gd name="T28" fmla="*/ 36 w 82"/>
                    <a:gd name="T29" fmla="*/ 71 h 131"/>
                    <a:gd name="T30" fmla="*/ 25 w 82"/>
                    <a:gd name="T31" fmla="*/ 55 h 131"/>
                    <a:gd name="T32" fmla="*/ 15 w 82"/>
                    <a:gd name="T33" fmla="*/ 34 h 131"/>
                    <a:gd name="T34" fmla="*/ 5 w 82"/>
                    <a:gd name="T35" fmla="*/ 0 h 1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131"/>
                    <a:gd name="T56" fmla="*/ 82 w 82"/>
                    <a:gd name="T57" fmla="*/ 131 h 13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131">
                      <a:moveTo>
                        <a:pt x="5" y="0"/>
                      </a:moveTo>
                      <a:lnTo>
                        <a:pt x="0" y="20"/>
                      </a:lnTo>
                      <a:lnTo>
                        <a:pt x="0" y="58"/>
                      </a:lnTo>
                      <a:lnTo>
                        <a:pt x="8" y="44"/>
                      </a:lnTo>
                      <a:lnTo>
                        <a:pt x="17" y="63"/>
                      </a:lnTo>
                      <a:lnTo>
                        <a:pt x="20" y="89"/>
                      </a:lnTo>
                      <a:lnTo>
                        <a:pt x="32" y="113"/>
                      </a:lnTo>
                      <a:lnTo>
                        <a:pt x="52" y="126"/>
                      </a:lnTo>
                      <a:lnTo>
                        <a:pt x="68" y="130"/>
                      </a:lnTo>
                      <a:lnTo>
                        <a:pt x="81" y="127"/>
                      </a:lnTo>
                      <a:lnTo>
                        <a:pt x="81" y="101"/>
                      </a:lnTo>
                      <a:lnTo>
                        <a:pt x="70" y="64"/>
                      </a:lnTo>
                      <a:lnTo>
                        <a:pt x="64" y="73"/>
                      </a:lnTo>
                      <a:lnTo>
                        <a:pt x="52" y="73"/>
                      </a:lnTo>
                      <a:lnTo>
                        <a:pt x="36" y="71"/>
                      </a:lnTo>
                      <a:lnTo>
                        <a:pt x="25" y="55"/>
                      </a:lnTo>
                      <a:lnTo>
                        <a:pt x="15" y="34"/>
                      </a:lnTo>
                      <a:lnTo>
                        <a:pt x="5" y="0"/>
                      </a:lnTo>
                    </a:path>
                  </a:pathLst>
                </a:custGeom>
                <a:solidFill>
                  <a:srgbClr val="E0406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8979" name="Freeform 175"/>
                <p:cNvSpPr/>
                <p:nvPr/>
              </p:nvSpPr>
              <p:spPr bwMode="auto">
                <a:xfrm>
                  <a:off x="1945" y="3005"/>
                  <a:ext cx="75" cy="136"/>
                </a:xfrm>
                <a:custGeom>
                  <a:avLst/>
                  <a:gdLst>
                    <a:gd name="T0" fmla="*/ 73 w 75"/>
                    <a:gd name="T1" fmla="*/ 0 h 136"/>
                    <a:gd name="T2" fmla="*/ 74 w 75"/>
                    <a:gd name="T3" fmla="*/ 54 h 136"/>
                    <a:gd name="T4" fmla="*/ 70 w 75"/>
                    <a:gd name="T5" fmla="*/ 41 h 136"/>
                    <a:gd name="T6" fmla="*/ 63 w 75"/>
                    <a:gd name="T7" fmla="*/ 58 h 136"/>
                    <a:gd name="T8" fmla="*/ 58 w 75"/>
                    <a:gd name="T9" fmla="*/ 83 h 136"/>
                    <a:gd name="T10" fmla="*/ 52 w 75"/>
                    <a:gd name="T11" fmla="*/ 104 h 136"/>
                    <a:gd name="T12" fmla="*/ 37 w 75"/>
                    <a:gd name="T13" fmla="*/ 122 h 136"/>
                    <a:gd name="T14" fmla="*/ 23 w 75"/>
                    <a:gd name="T15" fmla="*/ 131 h 136"/>
                    <a:gd name="T16" fmla="*/ 10 w 75"/>
                    <a:gd name="T17" fmla="*/ 135 h 136"/>
                    <a:gd name="T18" fmla="*/ 5 w 75"/>
                    <a:gd name="T19" fmla="*/ 129 h 136"/>
                    <a:gd name="T20" fmla="*/ 1 w 75"/>
                    <a:gd name="T21" fmla="*/ 116 h 136"/>
                    <a:gd name="T22" fmla="*/ 0 w 75"/>
                    <a:gd name="T23" fmla="*/ 103 h 136"/>
                    <a:gd name="T24" fmla="*/ 2 w 75"/>
                    <a:gd name="T25" fmla="*/ 89 h 136"/>
                    <a:gd name="T26" fmla="*/ 8 w 75"/>
                    <a:gd name="T27" fmla="*/ 66 h 136"/>
                    <a:gd name="T28" fmla="*/ 19 w 75"/>
                    <a:gd name="T29" fmla="*/ 74 h 136"/>
                    <a:gd name="T30" fmla="*/ 35 w 75"/>
                    <a:gd name="T31" fmla="*/ 74 h 136"/>
                    <a:gd name="T32" fmla="*/ 45 w 75"/>
                    <a:gd name="T33" fmla="*/ 73 h 136"/>
                    <a:gd name="T34" fmla="*/ 65 w 75"/>
                    <a:gd name="T35" fmla="*/ 28 h 136"/>
                    <a:gd name="T36" fmla="*/ 73 w 75"/>
                    <a:gd name="T37" fmla="*/ 0 h 1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5"/>
                    <a:gd name="T58" fmla="*/ 0 h 136"/>
                    <a:gd name="T59" fmla="*/ 75 w 75"/>
                    <a:gd name="T60" fmla="*/ 136 h 1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5" h="136">
                      <a:moveTo>
                        <a:pt x="73" y="0"/>
                      </a:moveTo>
                      <a:lnTo>
                        <a:pt x="74" y="54"/>
                      </a:lnTo>
                      <a:lnTo>
                        <a:pt x="70" y="41"/>
                      </a:lnTo>
                      <a:lnTo>
                        <a:pt x="63" y="58"/>
                      </a:lnTo>
                      <a:lnTo>
                        <a:pt x="58" y="83"/>
                      </a:lnTo>
                      <a:lnTo>
                        <a:pt x="52" y="104"/>
                      </a:lnTo>
                      <a:lnTo>
                        <a:pt x="37" y="122"/>
                      </a:lnTo>
                      <a:lnTo>
                        <a:pt x="23" y="131"/>
                      </a:lnTo>
                      <a:lnTo>
                        <a:pt x="10" y="135"/>
                      </a:lnTo>
                      <a:lnTo>
                        <a:pt x="5" y="129"/>
                      </a:lnTo>
                      <a:lnTo>
                        <a:pt x="1" y="116"/>
                      </a:lnTo>
                      <a:lnTo>
                        <a:pt x="0" y="103"/>
                      </a:lnTo>
                      <a:lnTo>
                        <a:pt x="2" y="89"/>
                      </a:lnTo>
                      <a:lnTo>
                        <a:pt x="8" y="66"/>
                      </a:lnTo>
                      <a:lnTo>
                        <a:pt x="19" y="74"/>
                      </a:lnTo>
                      <a:lnTo>
                        <a:pt x="35" y="74"/>
                      </a:lnTo>
                      <a:lnTo>
                        <a:pt x="45" y="73"/>
                      </a:lnTo>
                      <a:lnTo>
                        <a:pt x="65" y="28"/>
                      </a:lnTo>
                      <a:lnTo>
                        <a:pt x="73" y="0"/>
                      </a:lnTo>
                    </a:path>
                  </a:pathLst>
                </a:custGeom>
                <a:solidFill>
                  <a:srgbClr val="E0406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grpSp>
          <p:nvGrpSpPr>
            <p:cNvPr id="38930" name="Group 176"/>
            <p:cNvGrpSpPr/>
            <p:nvPr/>
          </p:nvGrpSpPr>
          <p:grpSpPr bwMode="auto">
            <a:xfrm>
              <a:off x="3367" y="1737"/>
              <a:ext cx="349" cy="1428"/>
              <a:chOff x="3367" y="1737"/>
              <a:chExt cx="349" cy="1428"/>
            </a:xfrm>
          </p:grpSpPr>
          <p:grpSp>
            <p:nvGrpSpPr>
              <p:cNvPr id="38953" name="Group 177"/>
              <p:cNvGrpSpPr/>
              <p:nvPr/>
            </p:nvGrpSpPr>
            <p:grpSpPr bwMode="auto">
              <a:xfrm>
                <a:off x="3374" y="3030"/>
                <a:ext cx="342" cy="135"/>
                <a:chOff x="3374" y="3030"/>
                <a:chExt cx="342" cy="135"/>
              </a:xfrm>
            </p:grpSpPr>
            <p:sp>
              <p:nvSpPr>
                <p:cNvPr id="38972" name="Freeform 178"/>
                <p:cNvSpPr/>
                <p:nvPr/>
              </p:nvSpPr>
              <p:spPr bwMode="auto">
                <a:xfrm>
                  <a:off x="3576" y="3030"/>
                  <a:ext cx="140" cy="82"/>
                </a:xfrm>
                <a:custGeom>
                  <a:avLst/>
                  <a:gdLst>
                    <a:gd name="T0" fmla="*/ 69 w 140"/>
                    <a:gd name="T1" fmla="*/ 0 h 82"/>
                    <a:gd name="T2" fmla="*/ 91 w 140"/>
                    <a:gd name="T3" fmla="*/ 21 h 82"/>
                    <a:gd name="T4" fmla="*/ 110 w 140"/>
                    <a:gd name="T5" fmla="*/ 44 h 82"/>
                    <a:gd name="T6" fmla="*/ 136 w 140"/>
                    <a:gd name="T7" fmla="*/ 64 h 82"/>
                    <a:gd name="T8" fmla="*/ 139 w 140"/>
                    <a:gd name="T9" fmla="*/ 75 h 82"/>
                    <a:gd name="T10" fmla="*/ 114 w 140"/>
                    <a:gd name="T11" fmla="*/ 81 h 82"/>
                    <a:gd name="T12" fmla="*/ 88 w 140"/>
                    <a:gd name="T13" fmla="*/ 78 h 82"/>
                    <a:gd name="T14" fmla="*/ 56 w 140"/>
                    <a:gd name="T15" fmla="*/ 64 h 82"/>
                    <a:gd name="T16" fmla="*/ 33 w 140"/>
                    <a:gd name="T17" fmla="*/ 51 h 82"/>
                    <a:gd name="T18" fmla="*/ 8 w 140"/>
                    <a:gd name="T19" fmla="*/ 48 h 82"/>
                    <a:gd name="T20" fmla="*/ 0 w 140"/>
                    <a:gd name="T21" fmla="*/ 41 h 82"/>
                    <a:gd name="T22" fmla="*/ 3 w 140"/>
                    <a:gd name="T23" fmla="*/ 4 h 82"/>
                    <a:gd name="T24" fmla="*/ 69 w 140"/>
                    <a:gd name="T25" fmla="*/ 0 h 8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0"/>
                    <a:gd name="T40" fmla="*/ 0 h 82"/>
                    <a:gd name="T41" fmla="*/ 140 w 140"/>
                    <a:gd name="T42" fmla="*/ 82 h 8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0" h="82">
                      <a:moveTo>
                        <a:pt x="69" y="0"/>
                      </a:moveTo>
                      <a:lnTo>
                        <a:pt x="91" y="21"/>
                      </a:lnTo>
                      <a:lnTo>
                        <a:pt x="110" y="44"/>
                      </a:lnTo>
                      <a:lnTo>
                        <a:pt x="136" y="64"/>
                      </a:lnTo>
                      <a:lnTo>
                        <a:pt x="139" y="75"/>
                      </a:lnTo>
                      <a:lnTo>
                        <a:pt x="114" y="81"/>
                      </a:lnTo>
                      <a:lnTo>
                        <a:pt x="88" y="78"/>
                      </a:lnTo>
                      <a:lnTo>
                        <a:pt x="56" y="64"/>
                      </a:lnTo>
                      <a:lnTo>
                        <a:pt x="33" y="51"/>
                      </a:lnTo>
                      <a:lnTo>
                        <a:pt x="8" y="48"/>
                      </a:lnTo>
                      <a:lnTo>
                        <a:pt x="0" y="41"/>
                      </a:lnTo>
                      <a:lnTo>
                        <a:pt x="3" y="4"/>
                      </a:lnTo>
                      <a:lnTo>
                        <a:pt x="69" y="0"/>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8973" name="Freeform 179"/>
                <p:cNvSpPr/>
                <p:nvPr/>
              </p:nvSpPr>
              <p:spPr bwMode="auto">
                <a:xfrm>
                  <a:off x="3374" y="3073"/>
                  <a:ext cx="86" cy="92"/>
                </a:xfrm>
                <a:custGeom>
                  <a:avLst/>
                  <a:gdLst>
                    <a:gd name="T0" fmla="*/ 84 w 86"/>
                    <a:gd name="T1" fmla="*/ 2 h 92"/>
                    <a:gd name="T2" fmla="*/ 85 w 86"/>
                    <a:gd name="T3" fmla="*/ 26 h 92"/>
                    <a:gd name="T4" fmla="*/ 73 w 86"/>
                    <a:gd name="T5" fmla="*/ 38 h 92"/>
                    <a:gd name="T6" fmla="*/ 71 w 86"/>
                    <a:gd name="T7" fmla="*/ 58 h 92"/>
                    <a:gd name="T8" fmla="*/ 52 w 86"/>
                    <a:gd name="T9" fmla="*/ 78 h 92"/>
                    <a:gd name="T10" fmla="*/ 35 w 86"/>
                    <a:gd name="T11" fmla="*/ 88 h 92"/>
                    <a:gd name="T12" fmla="*/ 21 w 86"/>
                    <a:gd name="T13" fmla="*/ 91 h 92"/>
                    <a:gd name="T14" fmla="*/ 7 w 86"/>
                    <a:gd name="T15" fmla="*/ 90 h 92"/>
                    <a:gd name="T16" fmla="*/ 0 w 86"/>
                    <a:gd name="T17" fmla="*/ 76 h 92"/>
                    <a:gd name="T18" fmla="*/ 2 w 86"/>
                    <a:gd name="T19" fmla="*/ 56 h 92"/>
                    <a:gd name="T20" fmla="*/ 16 w 86"/>
                    <a:gd name="T21" fmla="*/ 33 h 92"/>
                    <a:gd name="T22" fmla="*/ 37 w 86"/>
                    <a:gd name="T23" fmla="*/ 8 h 92"/>
                    <a:gd name="T24" fmla="*/ 38 w 86"/>
                    <a:gd name="T25" fmla="*/ 0 h 92"/>
                    <a:gd name="T26" fmla="*/ 84 w 86"/>
                    <a:gd name="T27" fmla="*/ 2 h 9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6"/>
                    <a:gd name="T43" fmla="*/ 0 h 92"/>
                    <a:gd name="T44" fmla="*/ 86 w 86"/>
                    <a:gd name="T45" fmla="*/ 92 h 9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6" h="92">
                      <a:moveTo>
                        <a:pt x="84" y="2"/>
                      </a:moveTo>
                      <a:lnTo>
                        <a:pt x="85" y="26"/>
                      </a:lnTo>
                      <a:lnTo>
                        <a:pt x="73" y="38"/>
                      </a:lnTo>
                      <a:lnTo>
                        <a:pt x="71" y="58"/>
                      </a:lnTo>
                      <a:lnTo>
                        <a:pt x="52" y="78"/>
                      </a:lnTo>
                      <a:lnTo>
                        <a:pt x="35" y="88"/>
                      </a:lnTo>
                      <a:lnTo>
                        <a:pt x="21" y="91"/>
                      </a:lnTo>
                      <a:lnTo>
                        <a:pt x="7" y="90"/>
                      </a:lnTo>
                      <a:lnTo>
                        <a:pt x="0" y="76"/>
                      </a:lnTo>
                      <a:lnTo>
                        <a:pt x="2" y="56"/>
                      </a:lnTo>
                      <a:lnTo>
                        <a:pt x="16" y="33"/>
                      </a:lnTo>
                      <a:lnTo>
                        <a:pt x="37" y="8"/>
                      </a:lnTo>
                      <a:lnTo>
                        <a:pt x="38" y="0"/>
                      </a:lnTo>
                      <a:lnTo>
                        <a:pt x="84" y="2"/>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
            <p:nvSpPr>
              <p:cNvPr id="38954" name="Freeform 180"/>
              <p:cNvSpPr/>
              <p:nvPr/>
            </p:nvSpPr>
            <p:spPr bwMode="auto">
              <a:xfrm>
                <a:off x="3635" y="2517"/>
                <a:ext cx="38" cy="102"/>
              </a:xfrm>
              <a:custGeom>
                <a:avLst/>
                <a:gdLst>
                  <a:gd name="T0" fmla="*/ 35 w 38"/>
                  <a:gd name="T1" fmla="*/ 1 h 102"/>
                  <a:gd name="T2" fmla="*/ 37 w 38"/>
                  <a:gd name="T3" fmla="*/ 56 h 102"/>
                  <a:gd name="T4" fmla="*/ 18 w 38"/>
                  <a:gd name="T5" fmla="*/ 90 h 102"/>
                  <a:gd name="T6" fmla="*/ 8 w 38"/>
                  <a:gd name="T7" fmla="*/ 101 h 102"/>
                  <a:gd name="T8" fmla="*/ 10 w 38"/>
                  <a:gd name="T9" fmla="*/ 52 h 102"/>
                  <a:gd name="T10" fmla="*/ 6 w 38"/>
                  <a:gd name="T11" fmla="*/ 58 h 102"/>
                  <a:gd name="T12" fmla="*/ 1 w 38"/>
                  <a:gd name="T13" fmla="*/ 74 h 102"/>
                  <a:gd name="T14" fmla="*/ 0 w 38"/>
                  <a:gd name="T15" fmla="*/ 56 h 102"/>
                  <a:gd name="T16" fmla="*/ 5 w 38"/>
                  <a:gd name="T17" fmla="*/ 27 h 102"/>
                  <a:gd name="T18" fmla="*/ 17 w 38"/>
                  <a:gd name="T19" fmla="*/ 0 h 102"/>
                  <a:gd name="T20" fmla="*/ 35 w 38"/>
                  <a:gd name="T21" fmla="*/ 1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
                  <a:gd name="T34" fmla="*/ 0 h 102"/>
                  <a:gd name="T35" fmla="*/ 38 w 38"/>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 h="102">
                    <a:moveTo>
                      <a:pt x="35" y="1"/>
                    </a:moveTo>
                    <a:lnTo>
                      <a:pt x="37" y="56"/>
                    </a:lnTo>
                    <a:lnTo>
                      <a:pt x="18" y="90"/>
                    </a:lnTo>
                    <a:lnTo>
                      <a:pt x="8" y="101"/>
                    </a:lnTo>
                    <a:lnTo>
                      <a:pt x="10" y="52"/>
                    </a:lnTo>
                    <a:lnTo>
                      <a:pt x="6" y="58"/>
                    </a:lnTo>
                    <a:lnTo>
                      <a:pt x="1" y="74"/>
                    </a:lnTo>
                    <a:lnTo>
                      <a:pt x="0" y="56"/>
                    </a:lnTo>
                    <a:lnTo>
                      <a:pt x="5" y="27"/>
                    </a:lnTo>
                    <a:lnTo>
                      <a:pt x="17" y="0"/>
                    </a:lnTo>
                    <a:lnTo>
                      <a:pt x="35" y="1"/>
                    </a:lnTo>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8955" name="Freeform 181"/>
              <p:cNvSpPr/>
              <p:nvPr/>
            </p:nvSpPr>
            <p:spPr bwMode="auto">
              <a:xfrm>
                <a:off x="3408" y="2283"/>
                <a:ext cx="244" cy="787"/>
              </a:xfrm>
              <a:custGeom>
                <a:avLst/>
                <a:gdLst>
                  <a:gd name="T0" fmla="*/ 240 w 244"/>
                  <a:gd name="T1" fmla="*/ 0 h 787"/>
                  <a:gd name="T2" fmla="*/ 243 w 244"/>
                  <a:gd name="T3" fmla="*/ 428 h 787"/>
                  <a:gd name="T4" fmla="*/ 240 w 244"/>
                  <a:gd name="T5" fmla="*/ 745 h 787"/>
                  <a:gd name="T6" fmla="*/ 167 w 244"/>
                  <a:gd name="T7" fmla="*/ 759 h 787"/>
                  <a:gd name="T8" fmla="*/ 156 w 244"/>
                  <a:gd name="T9" fmla="*/ 500 h 787"/>
                  <a:gd name="T10" fmla="*/ 164 w 244"/>
                  <a:gd name="T11" fmla="*/ 475 h 787"/>
                  <a:gd name="T12" fmla="*/ 156 w 244"/>
                  <a:gd name="T13" fmla="*/ 461 h 787"/>
                  <a:gd name="T14" fmla="*/ 156 w 244"/>
                  <a:gd name="T15" fmla="*/ 302 h 787"/>
                  <a:gd name="T16" fmla="*/ 139 w 244"/>
                  <a:gd name="T17" fmla="*/ 353 h 787"/>
                  <a:gd name="T18" fmla="*/ 97 w 244"/>
                  <a:gd name="T19" fmla="*/ 566 h 787"/>
                  <a:gd name="T20" fmla="*/ 62 w 244"/>
                  <a:gd name="T21" fmla="*/ 786 h 787"/>
                  <a:gd name="T22" fmla="*/ 0 w 244"/>
                  <a:gd name="T23" fmla="*/ 786 h 787"/>
                  <a:gd name="T24" fmla="*/ 28 w 244"/>
                  <a:gd name="T25" fmla="*/ 492 h 787"/>
                  <a:gd name="T26" fmla="*/ 39 w 244"/>
                  <a:gd name="T27" fmla="*/ 242 h 787"/>
                  <a:gd name="T28" fmla="*/ 34 w 244"/>
                  <a:gd name="T29" fmla="*/ 6 h 787"/>
                  <a:gd name="T30" fmla="*/ 240 w 244"/>
                  <a:gd name="T31" fmla="*/ 0 h 78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4"/>
                  <a:gd name="T49" fmla="*/ 0 h 787"/>
                  <a:gd name="T50" fmla="*/ 244 w 244"/>
                  <a:gd name="T51" fmla="*/ 787 h 78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4" h="787">
                    <a:moveTo>
                      <a:pt x="240" y="0"/>
                    </a:moveTo>
                    <a:lnTo>
                      <a:pt x="243" y="428"/>
                    </a:lnTo>
                    <a:lnTo>
                      <a:pt x="240" y="745"/>
                    </a:lnTo>
                    <a:lnTo>
                      <a:pt x="167" y="759"/>
                    </a:lnTo>
                    <a:lnTo>
                      <a:pt x="156" y="500"/>
                    </a:lnTo>
                    <a:lnTo>
                      <a:pt x="164" y="475"/>
                    </a:lnTo>
                    <a:lnTo>
                      <a:pt x="156" y="461"/>
                    </a:lnTo>
                    <a:lnTo>
                      <a:pt x="156" y="302"/>
                    </a:lnTo>
                    <a:lnTo>
                      <a:pt x="139" y="353"/>
                    </a:lnTo>
                    <a:lnTo>
                      <a:pt x="97" y="566"/>
                    </a:lnTo>
                    <a:lnTo>
                      <a:pt x="62" y="786"/>
                    </a:lnTo>
                    <a:lnTo>
                      <a:pt x="0" y="786"/>
                    </a:lnTo>
                    <a:lnTo>
                      <a:pt x="28" y="492"/>
                    </a:lnTo>
                    <a:lnTo>
                      <a:pt x="39" y="242"/>
                    </a:lnTo>
                    <a:lnTo>
                      <a:pt x="34" y="6"/>
                    </a:lnTo>
                    <a:lnTo>
                      <a:pt x="240" y="0"/>
                    </a:lnTo>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8956" name="Freeform 182"/>
              <p:cNvSpPr/>
              <p:nvPr/>
            </p:nvSpPr>
            <p:spPr bwMode="auto">
              <a:xfrm>
                <a:off x="3367" y="1918"/>
                <a:ext cx="314" cy="601"/>
              </a:xfrm>
              <a:custGeom>
                <a:avLst/>
                <a:gdLst>
                  <a:gd name="T0" fmla="*/ 209 w 314"/>
                  <a:gd name="T1" fmla="*/ 7 h 601"/>
                  <a:gd name="T2" fmla="*/ 305 w 314"/>
                  <a:gd name="T3" fmla="*/ 81 h 601"/>
                  <a:gd name="T4" fmla="*/ 311 w 314"/>
                  <a:gd name="T5" fmla="*/ 272 h 601"/>
                  <a:gd name="T6" fmla="*/ 313 w 314"/>
                  <a:gd name="T7" fmla="*/ 370 h 601"/>
                  <a:gd name="T8" fmla="*/ 307 w 314"/>
                  <a:gd name="T9" fmla="*/ 600 h 601"/>
                  <a:gd name="T10" fmla="*/ 286 w 314"/>
                  <a:gd name="T11" fmla="*/ 600 h 601"/>
                  <a:gd name="T12" fmla="*/ 275 w 314"/>
                  <a:gd name="T13" fmla="*/ 364 h 601"/>
                  <a:gd name="T14" fmla="*/ 75 w 314"/>
                  <a:gd name="T15" fmla="*/ 364 h 601"/>
                  <a:gd name="T16" fmla="*/ 70 w 314"/>
                  <a:gd name="T17" fmla="*/ 305 h 601"/>
                  <a:gd name="T18" fmla="*/ 63 w 314"/>
                  <a:gd name="T19" fmla="*/ 346 h 601"/>
                  <a:gd name="T20" fmla="*/ 77 w 314"/>
                  <a:gd name="T21" fmla="*/ 436 h 601"/>
                  <a:gd name="T22" fmla="*/ 91 w 314"/>
                  <a:gd name="T23" fmla="*/ 569 h 601"/>
                  <a:gd name="T24" fmla="*/ 57 w 314"/>
                  <a:gd name="T25" fmla="*/ 578 h 601"/>
                  <a:gd name="T26" fmla="*/ 0 w 314"/>
                  <a:gd name="T27" fmla="*/ 343 h 601"/>
                  <a:gd name="T28" fmla="*/ 36 w 314"/>
                  <a:gd name="T29" fmla="*/ 68 h 601"/>
                  <a:gd name="T30" fmla="*/ 142 w 314"/>
                  <a:gd name="T31" fmla="*/ 0 h 601"/>
                  <a:gd name="T32" fmla="*/ 189 w 314"/>
                  <a:gd name="T33" fmla="*/ 31 h 601"/>
                  <a:gd name="T34" fmla="*/ 209 w 314"/>
                  <a:gd name="T35" fmla="*/ 7 h 6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14"/>
                  <a:gd name="T55" fmla="*/ 0 h 601"/>
                  <a:gd name="T56" fmla="*/ 314 w 314"/>
                  <a:gd name="T57" fmla="*/ 601 h 6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14" h="601">
                    <a:moveTo>
                      <a:pt x="209" y="7"/>
                    </a:moveTo>
                    <a:lnTo>
                      <a:pt x="305" y="81"/>
                    </a:lnTo>
                    <a:lnTo>
                      <a:pt x="311" y="272"/>
                    </a:lnTo>
                    <a:lnTo>
                      <a:pt x="313" y="370"/>
                    </a:lnTo>
                    <a:lnTo>
                      <a:pt x="307" y="600"/>
                    </a:lnTo>
                    <a:lnTo>
                      <a:pt x="286" y="600"/>
                    </a:lnTo>
                    <a:lnTo>
                      <a:pt x="275" y="364"/>
                    </a:lnTo>
                    <a:lnTo>
                      <a:pt x="75" y="364"/>
                    </a:lnTo>
                    <a:lnTo>
                      <a:pt x="70" y="305"/>
                    </a:lnTo>
                    <a:lnTo>
                      <a:pt x="63" y="346"/>
                    </a:lnTo>
                    <a:lnTo>
                      <a:pt x="77" y="436"/>
                    </a:lnTo>
                    <a:lnTo>
                      <a:pt x="91" y="569"/>
                    </a:lnTo>
                    <a:lnTo>
                      <a:pt x="57" y="578"/>
                    </a:lnTo>
                    <a:lnTo>
                      <a:pt x="0" y="343"/>
                    </a:lnTo>
                    <a:lnTo>
                      <a:pt x="36" y="68"/>
                    </a:lnTo>
                    <a:lnTo>
                      <a:pt x="142" y="0"/>
                    </a:lnTo>
                    <a:lnTo>
                      <a:pt x="189" y="31"/>
                    </a:lnTo>
                    <a:lnTo>
                      <a:pt x="209" y="7"/>
                    </a:lnTo>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8957" name="Freeform 183"/>
              <p:cNvSpPr/>
              <p:nvPr/>
            </p:nvSpPr>
            <p:spPr bwMode="auto">
              <a:xfrm>
                <a:off x="3421" y="2489"/>
                <a:ext cx="43" cy="97"/>
              </a:xfrm>
              <a:custGeom>
                <a:avLst/>
                <a:gdLst>
                  <a:gd name="T0" fmla="*/ 29 w 43"/>
                  <a:gd name="T1" fmla="*/ 0 h 97"/>
                  <a:gd name="T2" fmla="*/ 42 w 43"/>
                  <a:gd name="T3" fmla="*/ 51 h 97"/>
                  <a:gd name="T4" fmla="*/ 20 w 43"/>
                  <a:gd name="T5" fmla="*/ 96 h 97"/>
                  <a:gd name="T6" fmla="*/ 13 w 43"/>
                  <a:gd name="T7" fmla="*/ 91 h 97"/>
                  <a:gd name="T8" fmla="*/ 0 w 43"/>
                  <a:gd name="T9" fmla="*/ 86 h 97"/>
                  <a:gd name="T10" fmla="*/ 5 w 43"/>
                  <a:gd name="T11" fmla="*/ 72 h 97"/>
                  <a:gd name="T12" fmla="*/ 7 w 43"/>
                  <a:gd name="T13" fmla="*/ 54 h 97"/>
                  <a:gd name="T14" fmla="*/ 0 w 43"/>
                  <a:gd name="T15" fmla="*/ 36 h 97"/>
                  <a:gd name="T16" fmla="*/ 5 w 43"/>
                  <a:gd name="T17" fmla="*/ 4 h 97"/>
                  <a:gd name="T18" fmla="*/ 29 w 43"/>
                  <a:gd name="T19" fmla="*/ 0 h 9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
                  <a:gd name="T31" fmla="*/ 0 h 97"/>
                  <a:gd name="T32" fmla="*/ 43 w 43"/>
                  <a:gd name="T33" fmla="*/ 97 h 9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 h="97">
                    <a:moveTo>
                      <a:pt x="29" y="0"/>
                    </a:moveTo>
                    <a:lnTo>
                      <a:pt x="42" y="51"/>
                    </a:lnTo>
                    <a:lnTo>
                      <a:pt x="20" y="96"/>
                    </a:lnTo>
                    <a:lnTo>
                      <a:pt x="13" y="91"/>
                    </a:lnTo>
                    <a:lnTo>
                      <a:pt x="0" y="86"/>
                    </a:lnTo>
                    <a:lnTo>
                      <a:pt x="5" y="72"/>
                    </a:lnTo>
                    <a:lnTo>
                      <a:pt x="7" y="54"/>
                    </a:lnTo>
                    <a:lnTo>
                      <a:pt x="0" y="36"/>
                    </a:lnTo>
                    <a:lnTo>
                      <a:pt x="5" y="4"/>
                    </a:lnTo>
                    <a:lnTo>
                      <a:pt x="29" y="0"/>
                    </a:lnTo>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38958" name="Group 184"/>
              <p:cNvGrpSpPr/>
              <p:nvPr/>
            </p:nvGrpSpPr>
            <p:grpSpPr bwMode="auto">
              <a:xfrm>
                <a:off x="3444" y="1930"/>
                <a:ext cx="203" cy="375"/>
                <a:chOff x="3444" y="1930"/>
                <a:chExt cx="203" cy="375"/>
              </a:xfrm>
            </p:grpSpPr>
            <p:grpSp>
              <p:nvGrpSpPr>
                <p:cNvPr id="38966" name="Group 185"/>
                <p:cNvGrpSpPr/>
                <p:nvPr/>
              </p:nvGrpSpPr>
              <p:grpSpPr bwMode="auto">
                <a:xfrm>
                  <a:off x="3444" y="1930"/>
                  <a:ext cx="203" cy="375"/>
                  <a:chOff x="3444" y="1930"/>
                  <a:chExt cx="203" cy="375"/>
                </a:xfrm>
              </p:grpSpPr>
              <p:grpSp>
                <p:nvGrpSpPr>
                  <p:cNvPr id="38968" name="Group 186"/>
                  <p:cNvGrpSpPr/>
                  <p:nvPr/>
                </p:nvGrpSpPr>
                <p:grpSpPr bwMode="auto">
                  <a:xfrm>
                    <a:off x="3444" y="2287"/>
                    <a:ext cx="203" cy="18"/>
                    <a:chOff x="3444" y="2287"/>
                    <a:chExt cx="203" cy="18"/>
                  </a:xfrm>
                </p:grpSpPr>
                <p:sp>
                  <p:nvSpPr>
                    <p:cNvPr id="38970" name="Line 187"/>
                    <p:cNvSpPr>
                      <a:spLocks noChangeShapeType="1"/>
                    </p:cNvSpPr>
                    <p:nvPr/>
                  </p:nvSpPr>
                  <p:spPr bwMode="auto">
                    <a:xfrm flipH="1">
                      <a:off x="3444" y="2305"/>
                      <a:ext cx="20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p>
                      <a:endParaRPr lang="zh-CN" altLang="en-US"/>
                    </a:p>
                  </p:txBody>
                </p:sp>
                <p:sp>
                  <p:nvSpPr>
                    <p:cNvPr id="38971" name="Line 188"/>
                    <p:cNvSpPr>
                      <a:spLocks noChangeShapeType="1"/>
                    </p:cNvSpPr>
                    <p:nvPr/>
                  </p:nvSpPr>
                  <p:spPr bwMode="auto">
                    <a:xfrm flipH="1">
                      <a:off x="3444" y="2287"/>
                      <a:ext cx="20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p>
                      <a:endParaRPr lang="zh-CN" altLang="en-US"/>
                    </a:p>
                  </p:txBody>
                </p:sp>
              </p:grpSp>
              <p:sp>
                <p:nvSpPr>
                  <p:cNvPr id="38969" name="Freeform 189"/>
                  <p:cNvSpPr/>
                  <p:nvPr/>
                </p:nvSpPr>
                <p:spPr bwMode="auto">
                  <a:xfrm>
                    <a:off x="3497" y="1930"/>
                    <a:ext cx="95" cy="56"/>
                  </a:xfrm>
                  <a:custGeom>
                    <a:avLst/>
                    <a:gdLst>
                      <a:gd name="T0" fmla="*/ 94 w 95"/>
                      <a:gd name="T1" fmla="*/ 7 h 56"/>
                      <a:gd name="T2" fmla="*/ 90 w 95"/>
                      <a:gd name="T3" fmla="*/ 55 h 56"/>
                      <a:gd name="T4" fmla="*/ 64 w 95"/>
                      <a:gd name="T5" fmla="*/ 20 h 56"/>
                      <a:gd name="T6" fmla="*/ 46 w 95"/>
                      <a:gd name="T7" fmla="*/ 54 h 56"/>
                      <a:gd name="T8" fmla="*/ 0 w 95"/>
                      <a:gd name="T9" fmla="*/ 0 h 56"/>
                      <a:gd name="T10" fmla="*/ 0 60000 65536"/>
                      <a:gd name="T11" fmla="*/ 0 60000 65536"/>
                      <a:gd name="T12" fmla="*/ 0 60000 65536"/>
                      <a:gd name="T13" fmla="*/ 0 60000 65536"/>
                      <a:gd name="T14" fmla="*/ 0 60000 65536"/>
                      <a:gd name="T15" fmla="*/ 0 w 95"/>
                      <a:gd name="T16" fmla="*/ 0 h 56"/>
                      <a:gd name="T17" fmla="*/ 95 w 95"/>
                      <a:gd name="T18" fmla="*/ 56 h 56"/>
                    </a:gdLst>
                    <a:ahLst/>
                    <a:cxnLst>
                      <a:cxn ang="T10">
                        <a:pos x="T0" y="T1"/>
                      </a:cxn>
                      <a:cxn ang="T11">
                        <a:pos x="T2" y="T3"/>
                      </a:cxn>
                      <a:cxn ang="T12">
                        <a:pos x="T4" y="T5"/>
                      </a:cxn>
                      <a:cxn ang="T13">
                        <a:pos x="T6" y="T7"/>
                      </a:cxn>
                      <a:cxn ang="T14">
                        <a:pos x="T8" y="T9"/>
                      </a:cxn>
                    </a:cxnLst>
                    <a:rect l="T15" t="T16" r="T17" b="T18"/>
                    <a:pathLst>
                      <a:path w="95" h="56">
                        <a:moveTo>
                          <a:pt x="94" y="7"/>
                        </a:moveTo>
                        <a:lnTo>
                          <a:pt x="90" y="55"/>
                        </a:lnTo>
                        <a:lnTo>
                          <a:pt x="64" y="20"/>
                        </a:lnTo>
                        <a:lnTo>
                          <a:pt x="46" y="54"/>
                        </a:lnTo>
                        <a:lnTo>
                          <a:pt x="0" y="0"/>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grpSp>
            <p:sp>
              <p:nvSpPr>
                <p:cNvPr id="38967" name="Line 190"/>
                <p:cNvSpPr>
                  <a:spLocks noChangeShapeType="1"/>
                </p:cNvSpPr>
                <p:nvPr/>
              </p:nvSpPr>
              <p:spPr bwMode="auto">
                <a:xfrm>
                  <a:off x="3562" y="1957"/>
                  <a:ext cx="0" cy="34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p>
                  <a:endParaRPr lang="zh-CN" altLang="en-US"/>
                </a:p>
              </p:txBody>
            </p:sp>
          </p:grpSp>
          <p:grpSp>
            <p:nvGrpSpPr>
              <p:cNvPr id="38959" name="Group 191"/>
              <p:cNvGrpSpPr/>
              <p:nvPr/>
            </p:nvGrpSpPr>
            <p:grpSpPr bwMode="auto">
              <a:xfrm>
                <a:off x="3488" y="1737"/>
                <a:ext cx="128" cy="208"/>
                <a:chOff x="3488" y="1737"/>
                <a:chExt cx="128" cy="208"/>
              </a:xfrm>
            </p:grpSpPr>
            <p:grpSp>
              <p:nvGrpSpPr>
                <p:cNvPr id="38960" name="Group 192"/>
                <p:cNvGrpSpPr/>
                <p:nvPr/>
              </p:nvGrpSpPr>
              <p:grpSpPr bwMode="auto">
                <a:xfrm>
                  <a:off x="3493" y="1747"/>
                  <a:ext cx="119" cy="198"/>
                  <a:chOff x="3493" y="1747"/>
                  <a:chExt cx="119" cy="198"/>
                </a:xfrm>
              </p:grpSpPr>
              <p:sp>
                <p:nvSpPr>
                  <p:cNvPr id="38962" name="Freeform 193"/>
                  <p:cNvSpPr/>
                  <p:nvPr/>
                </p:nvSpPr>
                <p:spPr bwMode="auto">
                  <a:xfrm>
                    <a:off x="3493" y="1747"/>
                    <a:ext cx="119" cy="198"/>
                  </a:xfrm>
                  <a:custGeom>
                    <a:avLst/>
                    <a:gdLst>
                      <a:gd name="T0" fmla="*/ 113 w 119"/>
                      <a:gd name="T1" fmla="*/ 36 h 198"/>
                      <a:gd name="T2" fmla="*/ 116 w 119"/>
                      <a:gd name="T3" fmla="*/ 56 h 198"/>
                      <a:gd name="T4" fmla="*/ 117 w 119"/>
                      <a:gd name="T5" fmla="*/ 63 h 198"/>
                      <a:gd name="T6" fmla="*/ 113 w 119"/>
                      <a:gd name="T7" fmla="*/ 70 h 198"/>
                      <a:gd name="T8" fmla="*/ 118 w 119"/>
                      <a:gd name="T9" fmla="*/ 85 h 198"/>
                      <a:gd name="T10" fmla="*/ 115 w 119"/>
                      <a:gd name="T11" fmla="*/ 108 h 198"/>
                      <a:gd name="T12" fmla="*/ 113 w 119"/>
                      <a:gd name="T13" fmla="*/ 119 h 198"/>
                      <a:gd name="T14" fmla="*/ 110 w 119"/>
                      <a:gd name="T15" fmla="*/ 130 h 198"/>
                      <a:gd name="T16" fmla="*/ 106 w 119"/>
                      <a:gd name="T17" fmla="*/ 141 h 198"/>
                      <a:gd name="T18" fmla="*/ 102 w 119"/>
                      <a:gd name="T19" fmla="*/ 153 h 198"/>
                      <a:gd name="T20" fmla="*/ 92 w 119"/>
                      <a:gd name="T21" fmla="*/ 156 h 198"/>
                      <a:gd name="T22" fmla="*/ 83 w 119"/>
                      <a:gd name="T23" fmla="*/ 159 h 198"/>
                      <a:gd name="T24" fmla="*/ 83 w 119"/>
                      <a:gd name="T25" fmla="*/ 168 h 198"/>
                      <a:gd name="T26" fmla="*/ 84 w 119"/>
                      <a:gd name="T27" fmla="*/ 174 h 198"/>
                      <a:gd name="T28" fmla="*/ 66 w 119"/>
                      <a:gd name="T29" fmla="*/ 197 h 198"/>
                      <a:gd name="T30" fmla="*/ 17 w 119"/>
                      <a:gd name="T31" fmla="*/ 168 h 198"/>
                      <a:gd name="T32" fmla="*/ 16 w 119"/>
                      <a:gd name="T33" fmla="*/ 113 h 198"/>
                      <a:gd name="T34" fmla="*/ 9 w 119"/>
                      <a:gd name="T35" fmla="*/ 98 h 198"/>
                      <a:gd name="T36" fmla="*/ 5 w 119"/>
                      <a:gd name="T37" fmla="*/ 86 h 198"/>
                      <a:gd name="T38" fmla="*/ 2 w 119"/>
                      <a:gd name="T39" fmla="*/ 71 h 198"/>
                      <a:gd name="T40" fmla="*/ 0 w 119"/>
                      <a:gd name="T41" fmla="*/ 58 h 198"/>
                      <a:gd name="T42" fmla="*/ 1 w 119"/>
                      <a:gd name="T43" fmla="*/ 47 h 198"/>
                      <a:gd name="T44" fmla="*/ 3 w 119"/>
                      <a:gd name="T45" fmla="*/ 34 h 198"/>
                      <a:gd name="T46" fmla="*/ 5 w 119"/>
                      <a:gd name="T47" fmla="*/ 24 h 198"/>
                      <a:gd name="T48" fmla="*/ 10 w 119"/>
                      <a:gd name="T49" fmla="*/ 16 h 198"/>
                      <a:gd name="T50" fmla="*/ 17 w 119"/>
                      <a:gd name="T51" fmla="*/ 9 h 198"/>
                      <a:gd name="T52" fmla="*/ 26 w 119"/>
                      <a:gd name="T53" fmla="*/ 5 h 198"/>
                      <a:gd name="T54" fmla="*/ 36 w 119"/>
                      <a:gd name="T55" fmla="*/ 3 h 198"/>
                      <a:gd name="T56" fmla="*/ 47 w 119"/>
                      <a:gd name="T57" fmla="*/ 1 h 198"/>
                      <a:gd name="T58" fmla="*/ 60 w 119"/>
                      <a:gd name="T59" fmla="*/ 0 h 198"/>
                      <a:gd name="T60" fmla="*/ 73 w 119"/>
                      <a:gd name="T61" fmla="*/ 1 h 198"/>
                      <a:gd name="T62" fmla="*/ 88 w 119"/>
                      <a:gd name="T63" fmla="*/ 5 h 198"/>
                      <a:gd name="T64" fmla="*/ 96 w 119"/>
                      <a:gd name="T65" fmla="*/ 10 h 198"/>
                      <a:gd name="T66" fmla="*/ 104 w 119"/>
                      <a:gd name="T67" fmla="*/ 16 h 198"/>
                      <a:gd name="T68" fmla="*/ 110 w 119"/>
                      <a:gd name="T69" fmla="*/ 25 h 198"/>
                      <a:gd name="T70" fmla="*/ 113 w 119"/>
                      <a:gd name="T71" fmla="*/ 36 h 19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9"/>
                      <a:gd name="T109" fmla="*/ 0 h 198"/>
                      <a:gd name="T110" fmla="*/ 119 w 119"/>
                      <a:gd name="T111" fmla="*/ 198 h 19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9" h="198">
                        <a:moveTo>
                          <a:pt x="113" y="36"/>
                        </a:moveTo>
                        <a:lnTo>
                          <a:pt x="116" y="56"/>
                        </a:lnTo>
                        <a:lnTo>
                          <a:pt x="117" y="63"/>
                        </a:lnTo>
                        <a:lnTo>
                          <a:pt x="113" y="70"/>
                        </a:lnTo>
                        <a:lnTo>
                          <a:pt x="118" y="85"/>
                        </a:lnTo>
                        <a:lnTo>
                          <a:pt x="115" y="108"/>
                        </a:lnTo>
                        <a:lnTo>
                          <a:pt x="113" y="119"/>
                        </a:lnTo>
                        <a:lnTo>
                          <a:pt x="110" y="130"/>
                        </a:lnTo>
                        <a:lnTo>
                          <a:pt x="106" y="141"/>
                        </a:lnTo>
                        <a:lnTo>
                          <a:pt x="102" y="153"/>
                        </a:lnTo>
                        <a:lnTo>
                          <a:pt x="92" y="156"/>
                        </a:lnTo>
                        <a:lnTo>
                          <a:pt x="83" y="159"/>
                        </a:lnTo>
                        <a:lnTo>
                          <a:pt x="83" y="168"/>
                        </a:lnTo>
                        <a:lnTo>
                          <a:pt x="84" y="174"/>
                        </a:lnTo>
                        <a:lnTo>
                          <a:pt x="66" y="197"/>
                        </a:lnTo>
                        <a:lnTo>
                          <a:pt x="17" y="168"/>
                        </a:lnTo>
                        <a:lnTo>
                          <a:pt x="16" y="113"/>
                        </a:lnTo>
                        <a:lnTo>
                          <a:pt x="9" y="98"/>
                        </a:lnTo>
                        <a:lnTo>
                          <a:pt x="5" y="86"/>
                        </a:lnTo>
                        <a:lnTo>
                          <a:pt x="2" y="71"/>
                        </a:lnTo>
                        <a:lnTo>
                          <a:pt x="0" y="58"/>
                        </a:lnTo>
                        <a:lnTo>
                          <a:pt x="1" y="47"/>
                        </a:lnTo>
                        <a:lnTo>
                          <a:pt x="3" y="34"/>
                        </a:lnTo>
                        <a:lnTo>
                          <a:pt x="5" y="24"/>
                        </a:lnTo>
                        <a:lnTo>
                          <a:pt x="10" y="16"/>
                        </a:lnTo>
                        <a:lnTo>
                          <a:pt x="17" y="9"/>
                        </a:lnTo>
                        <a:lnTo>
                          <a:pt x="26" y="5"/>
                        </a:lnTo>
                        <a:lnTo>
                          <a:pt x="36" y="3"/>
                        </a:lnTo>
                        <a:lnTo>
                          <a:pt x="47" y="1"/>
                        </a:lnTo>
                        <a:lnTo>
                          <a:pt x="60" y="0"/>
                        </a:lnTo>
                        <a:lnTo>
                          <a:pt x="73" y="1"/>
                        </a:lnTo>
                        <a:lnTo>
                          <a:pt x="88" y="5"/>
                        </a:lnTo>
                        <a:lnTo>
                          <a:pt x="96" y="10"/>
                        </a:lnTo>
                        <a:lnTo>
                          <a:pt x="104" y="16"/>
                        </a:lnTo>
                        <a:lnTo>
                          <a:pt x="110" y="25"/>
                        </a:lnTo>
                        <a:lnTo>
                          <a:pt x="113" y="36"/>
                        </a:lnTo>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8963" name="Freeform 194"/>
                  <p:cNvSpPr/>
                  <p:nvPr/>
                </p:nvSpPr>
                <p:spPr bwMode="auto">
                  <a:xfrm>
                    <a:off x="3538" y="1816"/>
                    <a:ext cx="40" cy="43"/>
                  </a:xfrm>
                  <a:custGeom>
                    <a:avLst/>
                    <a:gdLst>
                      <a:gd name="T0" fmla="*/ 34 w 40"/>
                      <a:gd name="T1" fmla="*/ 2 h 43"/>
                      <a:gd name="T2" fmla="*/ 26 w 40"/>
                      <a:gd name="T3" fmla="*/ 1 h 43"/>
                      <a:gd name="T4" fmla="*/ 14 w 40"/>
                      <a:gd name="T5" fmla="*/ 0 h 43"/>
                      <a:gd name="T6" fmla="*/ 6 w 40"/>
                      <a:gd name="T7" fmla="*/ 2 h 43"/>
                      <a:gd name="T8" fmla="*/ 3 w 40"/>
                      <a:gd name="T9" fmla="*/ 4 h 43"/>
                      <a:gd name="T10" fmla="*/ 2 w 40"/>
                      <a:gd name="T11" fmla="*/ 7 h 43"/>
                      <a:gd name="T12" fmla="*/ 0 w 40"/>
                      <a:gd name="T13" fmla="*/ 9 h 43"/>
                      <a:gd name="T14" fmla="*/ 17 w 40"/>
                      <a:gd name="T15" fmla="*/ 10 h 43"/>
                      <a:gd name="T16" fmla="*/ 15 w 40"/>
                      <a:gd name="T17" fmla="*/ 11 h 43"/>
                      <a:gd name="T18" fmla="*/ 6 w 40"/>
                      <a:gd name="T19" fmla="*/ 12 h 43"/>
                      <a:gd name="T20" fmla="*/ 26 w 40"/>
                      <a:gd name="T21" fmla="*/ 12 h 43"/>
                      <a:gd name="T22" fmla="*/ 32 w 40"/>
                      <a:gd name="T23" fmla="*/ 12 h 43"/>
                      <a:gd name="T24" fmla="*/ 36 w 40"/>
                      <a:gd name="T25" fmla="*/ 34 h 43"/>
                      <a:gd name="T26" fmla="*/ 33 w 40"/>
                      <a:gd name="T27" fmla="*/ 39 h 43"/>
                      <a:gd name="T28" fmla="*/ 32 w 40"/>
                      <a:gd name="T29" fmla="*/ 42 h 43"/>
                      <a:gd name="T30" fmla="*/ 39 w 40"/>
                      <a:gd name="T31" fmla="*/ 36 h 43"/>
                      <a:gd name="T32" fmla="*/ 35 w 40"/>
                      <a:gd name="T33" fmla="*/ 10 h 43"/>
                      <a:gd name="T34" fmla="*/ 34 w 40"/>
                      <a:gd name="T35" fmla="*/ 2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0"/>
                      <a:gd name="T55" fmla="*/ 0 h 43"/>
                      <a:gd name="T56" fmla="*/ 40 w 40"/>
                      <a:gd name="T57" fmla="*/ 43 h 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0" h="43">
                        <a:moveTo>
                          <a:pt x="34" y="2"/>
                        </a:moveTo>
                        <a:lnTo>
                          <a:pt x="26" y="1"/>
                        </a:lnTo>
                        <a:lnTo>
                          <a:pt x="14" y="0"/>
                        </a:lnTo>
                        <a:lnTo>
                          <a:pt x="6" y="2"/>
                        </a:lnTo>
                        <a:lnTo>
                          <a:pt x="3" y="4"/>
                        </a:lnTo>
                        <a:lnTo>
                          <a:pt x="2" y="7"/>
                        </a:lnTo>
                        <a:lnTo>
                          <a:pt x="0" y="9"/>
                        </a:lnTo>
                        <a:lnTo>
                          <a:pt x="17" y="10"/>
                        </a:lnTo>
                        <a:lnTo>
                          <a:pt x="15" y="11"/>
                        </a:lnTo>
                        <a:lnTo>
                          <a:pt x="6" y="12"/>
                        </a:lnTo>
                        <a:lnTo>
                          <a:pt x="26" y="12"/>
                        </a:lnTo>
                        <a:lnTo>
                          <a:pt x="32" y="12"/>
                        </a:lnTo>
                        <a:lnTo>
                          <a:pt x="36" y="34"/>
                        </a:lnTo>
                        <a:lnTo>
                          <a:pt x="33" y="39"/>
                        </a:lnTo>
                        <a:lnTo>
                          <a:pt x="32" y="42"/>
                        </a:lnTo>
                        <a:lnTo>
                          <a:pt x="39" y="36"/>
                        </a:lnTo>
                        <a:lnTo>
                          <a:pt x="35" y="10"/>
                        </a:lnTo>
                        <a:lnTo>
                          <a:pt x="34" y="2"/>
                        </a:lnTo>
                      </a:path>
                    </a:pathLst>
                  </a:custGeom>
                  <a:solidFill>
                    <a:srgbClr val="8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8964" name="Freeform 195"/>
                  <p:cNvSpPr/>
                  <p:nvPr/>
                </p:nvSpPr>
                <p:spPr bwMode="auto">
                  <a:xfrm>
                    <a:off x="3590" y="1817"/>
                    <a:ext cx="20" cy="17"/>
                  </a:xfrm>
                  <a:custGeom>
                    <a:avLst/>
                    <a:gdLst>
                      <a:gd name="T0" fmla="*/ 2 w 20"/>
                      <a:gd name="T1" fmla="*/ 3 h 17"/>
                      <a:gd name="T2" fmla="*/ 12 w 20"/>
                      <a:gd name="T3" fmla="*/ 0 h 17"/>
                      <a:gd name="T4" fmla="*/ 18 w 20"/>
                      <a:gd name="T5" fmla="*/ 0 h 17"/>
                      <a:gd name="T6" fmla="*/ 18 w 20"/>
                      <a:gd name="T7" fmla="*/ 7 h 17"/>
                      <a:gd name="T8" fmla="*/ 19 w 20"/>
                      <a:gd name="T9" fmla="*/ 10 h 17"/>
                      <a:gd name="T10" fmla="*/ 11 w 20"/>
                      <a:gd name="T11" fmla="*/ 10 h 17"/>
                      <a:gd name="T12" fmla="*/ 6 w 20"/>
                      <a:gd name="T13" fmla="*/ 10 h 17"/>
                      <a:gd name="T14" fmla="*/ 13 w 20"/>
                      <a:gd name="T15" fmla="*/ 14 h 17"/>
                      <a:gd name="T16" fmla="*/ 18 w 20"/>
                      <a:gd name="T17" fmla="*/ 16 h 17"/>
                      <a:gd name="T18" fmla="*/ 4 w 20"/>
                      <a:gd name="T19" fmla="*/ 14 h 17"/>
                      <a:gd name="T20" fmla="*/ 0 w 20"/>
                      <a:gd name="T21" fmla="*/ 12 h 17"/>
                      <a:gd name="T22" fmla="*/ 2 w 20"/>
                      <a:gd name="T23" fmla="*/ 3 h 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
                      <a:gd name="T37" fmla="*/ 0 h 17"/>
                      <a:gd name="T38" fmla="*/ 20 w 20"/>
                      <a:gd name="T39" fmla="*/ 17 h 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 h="17">
                        <a:moveTo>
                          <a:pt x="2" y="3"/>
                        </a:moveTo>
                        <a:lnTo>
                          <a:pt x="12" y="0"/>
                        </a:lnTo>
                        <a:lnTo>
                          <a:pt x="18" y="0"/>
                        </a:lnTo>
                        <a:lnTo>
                          <a:pt x="18" y="7"/>
                        </a:lnTo>
                        <a:lnTo>
                          <a:pt x="19" y="10"/>
                        </a:lnTo>
                        <a:lnTo>
                          <a:pt x="11" y="10"/>
                        </a:lnTo>
                        <a:lnTo>
                          <a:pt x="6" y="10"/>
                        </a:lnTo>
                        <a:lnTo>
                          <a:pt x="13" y="14"/>
                        </a:lnTo>
                        <a:lnTo>
                          <a:pt x="18" y="16"/>
                        </a:lnTo>
                        <a:lnTo>
                          <a:pt x="4" y="14"/>
                        </a:lnTo>
                        <a:lnTo>
                          <a:pt x="0" y="12"/>
                        </a:lnTo>
                        <a:lnTo>
                          <a:pt x="2" y="3"/>
                        </a:lnTo>
                      </a:path>
                    </a:pathLst>
                  </a:custGeom>
                  <a:solidFill>
                    <a:srgbClr val="8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8965" name="Freeform 196"/>
                  <p:cNvSpPr/>
                  <p:nvPr/>
                </p:nvSpPr>
                <p:spPr bwMode="auto">
                  <a:xfrm>
                    <a:off x="3510" y="1857"/>
                    <a:ext cx="58" cy="58"/>
                  </a:xfrm>
                  <a:custGeom>
                    <a:avLst/>
                    <a:gdLst>
                      <a:gd name="T0" fmla="*/ 10 w 58"/>
                      <a:gd name="T1" fmla="*/ 15 h 58"/>
                      <a:gd name="T2" fmla="*/ 15 w 58"/>
                      <a:gd name="T3" fmla="*/ 29 h 58"/>
                      <a:gd name="T4" fmla="*/ 57 w 58"/>
                      <a:gd name="T5" fmla="*/ 49 h 58"/>
                      <a:gd name="T6" fmla="*/ 35 w 58"/>
                      <a:gd name="T7" fmla="*/ 44 h 58"/>
                      <a:gd name="T8" fmla="*/ 25 w 58"/>
                      <a:gd name="T9" fmla="*/ 42 h 58"/>
                      <a:gd name="T10" fmla="*/ 14 w 58"/>
                      <a:gd name="T11" fmla="*/ 43 h 58"/>
                      <a:gd name="T12" fmla="*/ 5 w 58"/>
                      <a:gd name="T13" fmla="*/ 47 h 58"/>
                      <a:gd name="T14" fmla="*/ 1 w 58"/>
                      <a:gd name="T15" fmla="*/ 57 h 58"/>
                      <a:gd name="T16" fmla="*/ 0 w 58"/>
                      <a:gd name="T17" fmla="*/ 17 h 58"/>
                      <a:gd name="T18" fmla="*/ 2 w 58"/>
                      <a:gd name="T19" fmla="*/ 9 h 58"/>
                      <a:gd name="T20" fmla="*/ 8 w 58"/>
                      <a:gd name="T21" fmla="*/ 0 h 58"/>
                      <a:gd name="T22" fmla="*/ 10 w 58"/>
                      <a:gd name="T23" fmla="*/ 15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8"/>
                      <a:gd name="T37" fmla="*/ 0 h 58"/>
                      <a:gd name="T38" fmla="*/ 58 w 58"/>
                      <a:gd name="T39" fmla="*/ 58 h 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8" h="58">
                        <a:moveTo>
                          <a:pt x="10" y="15"/>
                        </a:moveTo>
                        <a:lnTo>
                          <a:pt x="15" y="29"/>
                        </a:lnTo>
                        <a:lnTo>
                          <a:pt x="57" y="49"/>
                        </a:lnTo>
                        <a:lnTo>
                          <a:pt x="35" y="44"/>
                        </a:lnTo>
                        <a:lnTo>
                          <a:pt x="25" y="42"/>
                        </a:lnTo>
                        <a:lnTo>
                          <a:pt x="14" y="43"/>
                        </a:lnTo>
                        <a:lnTo>
                          <a:pt x="5" y="47"/>
                        </a:lnTo>
                        <a:lnTo>
                          <a:pt x="1" y="57"/>
                        </a:lnTo>
                        <a:lnTo>
                          <a:pt x="0" y="17"/>
                        </a:lnTo>
                        <a:lnTo>
                          <a:pt x="2" y="9"/>
                        </a:lnTo>
                        <a:lnTo>
                          <a:pt x="8" y="0"/>
                        </a:lnTo>
                        <a:lnTo>
                          <a:pt x="10" y="15"/>
                        </a:lnTo>
                      </a:path>
                    </a:pathLst>
                  </a:custGeom>
                  <a:solidFill>
                    <a:srgbClr val="804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
              <p:nvSpPr>
                <p:cNvPr id="38961" name="Freeform 197"/>
                <p:cNvSpPr/>
                <p:nvPr/>
              </p:nvSpPr>
              <p:spPr bwMode="auto">
                <a:xfrm>
                  <a:off x="3488" y="1737"/>
                  <a:ext cx="128" cy="142"/>
                </a:xfrm>
                <a:custGeom>
                  <a:avLst/>
                  <a:gdLst>
                    <a:gd name="T0" fmla="*/ 104 w 128"/>
                    <a:gd name="T1" fmla="*/ 12 h 142"/>
                    <a:gd name="T2" fmla="*/ 93 w 128"/>
                    <a:gd name="T3" fmla="*/ 6 h 142"/>
                    <a:gd name="T4" fmla="*/ 84 w 128"/>
                    <a:gd name="T5" fmla="*/ 4 h 142"/>
                    <a:gd name="T6" fmla="*/ 68 w 128"/>
                    <a:gd name="T7" fmla="*/ 0 h 142"/>
                    <a:gd name="T8" fmla="*/ 57 w 128"/>
                    <a:gd name="T9" fmla="*/ 0 h 142"/>
                    <a:gd name="T10" fmla="*/ 45 w 128"/>
                    <a:gd name="T11" fmla="*/ 0 h 142"/>
                    <a:gd name="T12" fmla="*/ 33 w 128"/>
                    <a:gd name="T13" fmla="*/ 3 h 142"/>
                    <a:gd name="T14" fmla="*/ 25 w 128"/>
                    <a:gd name="T15" fmla="*/ 3 h 142"/>
                    <a:gd name="T16" fmla="*/ 17 w 128"/>
                    <a:gd name="T17" fmla="*/ 5 h 142"/>
                    <a:gd name="T18" fmla="*/ 9 w 128"/>
                    <a:gd name="T19" fmla="*/ 12 h 142"/>
                    <a:gd name="T20" fmla="*/ 4 w 128"/>
                    <a:gd name="T21" fmla="*/ 19 h 142"/>
                    <a:gd name="T22" fmla="*/ 3 w 128"/>
                    <a:gd name="T23" fmla="*/ 30 h 142"/>
                    <a:gd name="T24" fmla="*/ 1 w 128"/>
                    <a:gd name="T25" fmla="*/ 43 h 142"/>
                    <a:gd name="T26" fmla="*/ 0 w 128"/>
                    <a:gd name="T27" fmla="*/ 62 h 142"/>
                    <a:gd name="T28" fmla="*/ 0 w 128"/>
                    <a:gd name="T29" fmla="*/ 79 h 142"/>
                    <a:gd name="T30" fmla="*/ 4 w 128"/>
                    <a:gd name="T31" fmla="*/ 92 h 142"/>
                    <a:gd name="T32" fmla="*/ 6 w 128"/>
                    <a:gd name="T33" fmla="*/ 106 h 142"/>
                    <a:gd name="T34" fmla="*/ 10 w 128"/>
                    <a:gd name="T35" fmla="*/ 115 h 142"/>
                    <a:gd name="T36" fmla="*/ 14 w 128"/>
                    <a:gd name="T37" fmla="*/ 124 h 142"/>
                    <a:gd name="T38" fmla="*/ 17 w 128"/>
                    <a:gd name="T39" fmla="*/ 132 h 142"/>
                    <a:gd name="T40" fmla="*/ 22 w 128"/>
                    <a:gd name="T41" fmla="*/ 141 h 142"/>
                    <a:gd name="T42" fmla="*/ 27 w 128"/>
                    <a:gd name="T43" fmla="*/ 141 h 142"/>
                    <a:gd name="T44" fmla="*/ 25 w 128"/>
                    <a:gd name="T45" fmla="*/ 128 h 142"/>
                    <a:gd name="T46" fmla="*/ 28 w 128"/>
                    <a:gd name="T47" fmla="*/ 120 h 142"/>
                    <a:gd name="T48" fmla="*/ 29 w 128"/>
                    <a:gd name="T49" fmla="*/ 115 h 142"/>
                    <a:gd name="T50" fmla="*/ 27 w 128"/>
                    <a:gd name="T51" fmla="*/ 107 h 142"/>
                    <a:gd name="T52" fmla="*/ 25 w 128"/>
                    <a:gd name="T53" fmla="*/ 92 h 142"/>
                    <a:gd name="T54" fmla="*/ 29 w 128"/>
                    <a:gd name="T55" fmla="*/ 89 h 142"/>
                    <a:gd name="T56" fmla="*/ 34 w 128"/>
                    <a:gd name="T57" fmla="*/ 96 h 142"/>
                    <a:gd name="T58" fmla="*/ 39 w 128"/>
                    <a:gd name="T59" fmla="*/ 103 h 142"/>
                    <a:gd name="T60" fmla="*/ 38 w 128"/>
                    <a:gd name="T61" fmla="*/ 89 h 142"/>
                    <a:gd name="T62" fmla="*/ 40 w 128"/>
                    <a:gd name="T63" fmla="*/ 72 h 142"/>
                    <a:gd name="T64" fmla="*/ 40 w 128"/>
                    <a:gd name="T65" fmla="*/ 54 h 142"/>
                    <a:gd name="T66" fmla="*/ 41 w 128"/>
                    <a:gd name="T67" fmla="*/ 44 h 142"/>
                    <a:gd name="T68" fmla="*/ 37 w 128"/>
                    <a:gd name="T69" fmla="*/ 40 h 142"/>
                    <a:gd name="T70" fmla="*/ 46 w 128"/>
                    <a:gd name="T71" fmla="*/ 42 h 142"/>
                    <a:gd name="T72" fmla="*/ 53 w 128"/>
                    <a:gd name="T73" fmla="*/ 45 h 142"/>
                    <a:gd name="T74" fmla="*/ 60 w 128"/>
                    <a:gd name="T75" fmla="*/ 46 h 142"/>
                    <a:gd name="T76" fmla="*/ 72 w 128"/>
                    <a:gd name="T77" fmla="*/ 48 h 142"/>
                    <a:gd name="T78" fmla="*/ 80 w 128"/>
                    <a:gd name="T79" fmla="*/ 51 h 142"/>
                    <a:gd name="T80" fmla="*/ 69 w 128"/>
                    <a:gd name="T81" fmla="*/ 45 h 142"/>
                    <a:gd name="T82" fmla="*/ 75 w 128"/>
                    <a:gd name="T83" fmla="*/ 45 h 142"/>
                    <a:gd name="T84" fmla="*/ 90 w 128"/>
                    <a:gd name="T85" fmla="*/ 45 h 142"/>
                    <a:gd name="T86" fmla="*/ 101 w 128"/>
                    <a:gd name="T87" fmla="*/ 43 h 142"/>
                    <a:gd name="T88" fmla="*/ 115 w 128"/>
                    <a:gd name="T89" fmla="*/ 44 h 142"/>
                    <a:gd name="T90" fmla="*/ 119 w 128"/>
                    <a:gd name="T91" fmla="*/ 53 h 142"/>
                    <a:gd name="T92" fmla="*/ 121 w 128"/>
                    <a:gd name="T93" fmla="*/ 64 h 142"/>
                    <a:gd name="T94" fmla="*/ 123 w 128"/>
                    <a:gd name="T95" fmla="*/ 51 h 142"/>
                    <a:gd name="T96" fmla="*/ 127 w 128"/>
                    <a:gd name="T97" fmla="*/ 35 h 142"/>
                    <a:gd name="T98" fmla="*/ 121 w 128"/>
                    <a:gd name="T99" fmla="*/ 24 h 142"/>
                    <a:gd name="T100" fmla="*/ 113 w 128"/>
                    <a:gd name="T101" fmla="*/ 17 h 142"/>
                    <a:gd name="T102" fmla="*/ 104 w 128"/>
                    <a:gd name="T103" fmla="*/ 12 h 14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28"/>
                    <a:gd name="T157" fmla="*/ 0 h 142"/>
                    <a:gd name="T158" fmla="*/ 128 w 128"/>
                    <a:gd name="T159" fmla="*/ 142 h 14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28" h="142">
                      <a:moveTo>
                        <a:pt x="104" y="12"/>
                      </a:moveTo>
                      <a:lnTo>
                        <a:pt x="93" y="6"/>
                      </a:lnTo>
                      <a:lnTo>
                        <a:pt x="84" y="4"/>
                      </a:lnTo>
                      <a:lnTo>
                        <a:pt x="68" y="0"/>
                      </a:lnTo>
                      <a:lnTo>
                        <a:pt x="57" y="0"/>
                      </a:lnTo>
                      <a:lnTo>
                        <a:pt x="45" y="0"/>
                      </a:lnTo>
                      <a:lnTo>
                        <a:pt x="33" y="3"/>
                      </a:lnTo>
                      <a:lnTo>
                        <a:pt x="25" y="3"/>
                      </a:lnTo>
                      <a:lnTo>
                        <a:pt x="17" y="5"/>
                      </a:lnTo>
                      <a:lnTo>
                        <a:pt x="9" y="12"/>
                      </a:lnTo>
                      <a:lnTo>
                        <a:pt x="4" y="19"/>
                      </a:lnTo>
                      <a:lnTo>
                        <a:pt x="3" y="30"/>
                      </a:lnTo>
                      <a:lnTo>
                        <a:pt x="1" y="43"/>
                      </a:lnTo>
                      <a:lnTo>
                        <a:pt x="0" y="62"/>
                      </a:lnTo>
                      <a:lnTo>
                        <a:pt x="0" y="79"/>
                      </a:lnTo>
                      <a:lnTo>
                        <a:pt x="4" y="92"/>
                      </a:lnTo>
                      <a:lnTo>
                        <a:pt x="6" y="106"/>
                      </a:lnTo>
                      <a:lnTo>
                        <a:pt x="10" y="115"/>
                      </a:lnTo>
                      <a:lnTo>
                        <a:pt x="14" y="124"/>
                      </a:lnTo>
                      <a:lnTo>
                        <a:pt x="17" y="132"/>
                      </a:lnTo>
                      <a:lnTo>
                        <a:pt x="22" y="141"/>
                      </a:lnTo>
                      <a:lnTo>
                        <a:pt x="27" y="141"/>
                      </a:lnTo>
                      <a:lnTo>
                        <a:pt x="25" y="128"/>
                      </a:lnTo>
                      <a:lnTo>
                        <a:pt x="28" y="120"/>
                      </a:lnTo>
                      <a:lnTo>
                        <a:pt x="29" y="115"/>
                      </a:lnTo>
                      <a:lnTo>
                        <a:pt x="27" y="107"/>
                      </a:lnTo>
                      <a:lnTo>
                        <a:pt x="25" y="92"/>
                      </a:lnTo>
                      <a:lnTo>
                        <a:pt x="29" y="89"/>
                      </a:lnTo>
                      <a:lnTo>
                        <a:pt x="34" y="96"/>
                      </a:lnTo>
                      <a:lnTo>
                        <a:pt x="39" y="103"/>
                      </a:lnTo>
                      <a:lnTo>
                        <a:pt x="38" y="89"/>
                      </a:lnTo>
                      <a:lnTo>
                        <a:pt x="40" y="72"/>
                      </a:lnTo>
                      <a:lnTo>
                        <a:pt x="40" y="54"/>
                      </a:lnTo>
                      <a:lnTo>
                        <a:pt x="41" y="44"/>
                      </a:lnTo>
                      <a:lnTo>
                        <a:pt x="37" y="40"/>
                      </a:lnTo>
                      <a:lnTo>
                        <a:pt x="46" y="42"/>
                      </a:lnTo>
                      <a:lnTo>
                        <a:pt x="53" y="45"/>
                      </a:lnTo>
                      <a:lnTo>
                        <a:pt x="60" y="46"/>
                      </a:lnTo>
                      <a:lnTo>
                        <a:pt x="72" y="48"/>
                      </a:lnTo>
                      <a:lnTo>
                        <a:pt x="80" y="51"/>
                      </a:lnTo>
                      <a:lnTo>
                        <a:pt x="69" y="45"/>
                      </a:lnTo>
                      <a:lnTo>
                        <a:pt x="75" y="45"/>
                      </a:lnTo>
                      <a:lnTo>
                        <a:pt x="90" y="45"/>
                      </a:lnTo>
                      <a:lnTo>
                        <a:pt x="101" y="43"/>
                      </a:lnTo>
                      <a:lnTo>
                        <a:pt x="115" y="44"/>
                      </a:lnTo>
                      <a:lnTo>
                        <a:pt x="119" y="53"/>
                      </a:lnTo>
                      <a:lnTo>
                        <a:pt x="121" y="64"/>
                      </a:lnTo>
                      <a:lnTo>
                        <a:pt x="123" y="51"/>
                      </a:lnTo>
                      <a:lnTo>
                        <a:pt x="127" y="35"/>
                      </a:lnTo>
                      <a:lnTo>
                        <a:pt x="121" y="24"/>
                      </a:lnTo>
                      <a:lnTo>
                        <a:pt x="113" y="17"/>
                      </a:lnTo>
                      <a:lnTo>
                        <a:pt x="104" y="12"/>
                      </a:lnTo>
                    </a:path>
                  </a:pathLst>
                </a:custGeom>
                <a:solidFill>
                  <a:srgbClr val="C0802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grpSp>
          <p:nvGrpSpPr>
            <p:cNvPr id="38931" name="Group 198"/>
            <p:cNvGrpSpPr/>
            <p:nvPr/>
          </p:nvGrpSpPr>
          <p:grpSpPr bwMode="auto">
            <a:xfrm>
              <a:off x="3598" y="1816"/>
              <a:ext cx="300" cy="1376"/>
              <a:chOff x="3598" y="1816"/>
              <a:chExt cx="300" cy="1376"/>
            </a:xfrm>
          </p:grpSpPr>
          <p:grpSp>
            <p:nvGrpSpPr>
              <p:cNvPr id="38932" name="Group 199"/>
              <p:cNvGrpSpPr/>
              <p:nvPr/>
            </p:nvGrpSpPr>
            <p:grpSpPr bwMode="auto">
              <a:xfrm>
                <a:off x="3677" y="1816"/>
                <a:ext cx="156" cy="326"/>
                <a:chOff x="3677" y="1816"/>
                <a:chExt cx="156" cy="326"/>
              </a:xfrm>
            </p:grpSpPr>
            <p:sp>
              <p:nvSpPr>
                <p:cNvPr id="38951" name="Freeform 200"/>
                <p:cNvSpPr/>
                <p:nvPr/>
              </p:nvSpPr>
              <p:spPr bwMode="auto">
                <a:xfrm>
                  <a:off x="3677" y="1816"/>
                  <a:ext cx="156" cy="183"/>
                </a:xfrm>
                <a:custGeom>
                  <a:avLst/>
                  <a:gdLst>
                    <a:gd name="T0" fmla="*/ 89 w 156"/>
                    <a:gd name="T1" fmla="*/ 4 h 183"/>
                    <a:gd name="T2" fmla="*/ 112 w 156"/>
                    <a:gd name="T3" fmla="*/ 11 h 183"/>
                    <a:gd name="T4" fmla="*/ 124 w 156"/>
                    <a:gd name="T5" fmla="*/ 20 h 183"/>
                    <a:gd name="T6" fmla="*/ 132 w 156"/>
                    <a:gd name="T7" fmla="*/ 33 h 183"/>
                    <a:gd name="T8" fmla="*/ 140 w 156"/>
                    <a:gd name="T9" fmla="*/ 58 h 183"/>
                    <a:gd name="T10" fmla="*/ 149 w 156"/>
                    <a:gd name="T11" fmla="*/ 96 h 183"/>
                    <a:gd name="T12" fmla="*/ 155 w 156"/>
                    <a:gd name="T13" fmla="*/ 128 h 183"/>
                    <a:gd name="T14" fmla="*/ 154 w 156"/>
                    <a:gd name="T15" fmla="*/ 143 h 183"/>
                    <a:gd name="T16" fmla="*/ 151 w 156"/>
                    <a:gd name="T17" fmla="*/ 157 h 183"/>
                    <a:gd name="T18" fmla="*/ 149 w 156"/>
                    <a:gd name="T19" fmla="*/ 179 h 183"/>
                    <a:gd name="T20" fmla="*/ 143 w 156"/>
                    <a:gd name="T21" fmla="*/ 178 h 183"/>
                    <a:gd name="T22" fmla="*/ 134 w 156"/>
                    <a:gd name="T23" fmla="*/ 176 h 183"/>
                    <a:gd name="T24" fmla="*/ 124 w 156"/>
                    <a:gd name="T25" fmla="*/ 177 h 183"/>
                    <a:gd name="T26" fmla="*/ 110 w 156"/>
                    <a:gd name="T27" fmla="*/ 180 h 183"/>
                    <a:gd name="T28" fmla="*/ 101 w 156"/>
                    <a:gd name="T29" fmla="*/ 181 h 183"/>
                    <a:gd name="T30" fmla="*/ 101 w 156"/>
                    <a:gd name="T31" fmla="*/ 169 h 183"/>
                    <a:gd name="T32" fmla="*/ 113 w 156"/>
                    <a:gd name="T33" fmla="*/ 144 h 183"/>
                    <a:gd name="T34" fmla="*/ 115 w 156"/>
                    <a:gd name="T35" fmla="*/ 104 h 183"/>
                    <a:gd name="T36" fmla="*/ 113 w 156"/>
                    <a:gd name="T37" fmla="*/ 67 h 183"/>
                    <a:gd name="T38" fmla="*/ 91 w 156"/>
                    <a:gd name="T39" fmla="*/ 45 h 183"/>
                    <a:gd name="T40" fmla="*/ 54 w 156"/>
                    <a:gd name="T41" fmla="*/ 41 h 183"/>
                    <a:gd name="T42" fmla="*/ 37 w 156"/>
                    <a:gd name="T43" fmla="*/ 64 h 183"/>
                    <a:gd name="T44" fmla="*/ 39 w 156"/>
                    <a:gd name="T45" fmla="*/ 140 h 183"/>
                    <a:gd name="T46" fmla="*/ 54 w 156"/>
                    <a:gd name="T47" fmla="*/ 170 h 183"/>
                    <a:gd name="T48" fmla="*/ 54 w 156"/>
                    <a:gd name="T49" fmla="*/ 180 h 183"/>
                    <a:gd name="T50" fmla="*/ 45 w 156"/>
                    <a:gd name="T51" fmla="*/ 180 h 183"/>
                    <a:gd name="T52" fmla="*/ 34 w 156"/>
                    <a:gd name="T53" fmla="*/ 178 h 183"/>
                    <a:gd name="T54" fmla="*/ 24 w 156"/>
                    <a:gd name="T55" fmla="*/ 177 h 183"/>
                    <a:gd name="T56" fmla="*/ 12 w 156"/>
                    <a:gd name="T57" fmla="*/ 182 h 183"/>
                    <a:gd name="T58" fmla="*/ 10 w 156"/>
                    <a:gd name="T59" fmla="*/ 169 h 183"/>
                    <a:gd name="T60" fmla="*/ 4 w 156"/>
                    <a:gd name="T61" fmla="*/ 151 h 183"/>
                    <a:gd name="T62" fmla="*/ 1 w 156"/>
                    <a:gd name="T63" fmla="*/ 134 h 183"/>
                    <a:gd name="T64" fmla="*/ 0 w 156"/>
                    <a:gd name="T65" fmla="*/ 120 h 183"/>
                    <a:gd name="T66" fmla="*/ 1 w 156"/>
                    <a:gd name="T67" fmla="*/ 104 h 183"/>
                    <a:gd name="T68" fmla="*/ 4 w 156"/>
                    <a:gd name="T69" fmla="*/ 92 h 183"/>
                    <a:gd name="T70" fmla="*/ 7 w 156"/>
                    <a:gd name="T71" fmla="*/ 79 h 183"/>
                    <a:gd name="T72" fmla="*/ 10 w 156"/>
                    <a:gd name="T73" fmla="*/ 66 h 183"/>
                    <a:gd name="T74" fmla="*/ 10 w 156"/>
                    <a:gd name="T75" fmla="*/ 57 h 183"/>
                    <a:gd name="T76" fmla="*/ 13 w 156"/>
                    <a:gd name="T77" fmla="*/ 44 h 183"/>
                    <a:gd name="T78" fmla="*/ 17 w 156"/>
                    <a:gd name="T79" fmla="*/ 27 h 183"/>
                    <a:gd name="T80" fmla="*/ 32 w 156"/>
                    <a:gd name="T81" fmla="*/ 13 h 183"/>
                    <a:gd name="T82" fmla="*/ 43 w 156"/>
                    <a:gd name="T83" fmla="*/ 4 h 183"/>
                    <a:gd name="T84" fmla="*/ 60 w 156"/>
                    <a:gd name="T85" fmla="*/ 0 h 183"/>
                    <a:gd name="T86" fmla="*/ 75 w 156"/>
                    <a:gd name="T87" fmla="*/ 0 h 183"/>
                    <a:gd name="T88" fmla="*/ 89 w 156"/>
                    <a:gd name="T89" fmla="*/ 4 h 18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56"/>
                    <a:gd name="T136" fmla="*/ 0 h 183"/>
                    <a:gd name="T137" fmla="*/ 156 w 156"/>
                    <a:gd name="T138" fmla="*/ 183 h 183"/>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56" h="183">
                      <a:moveTo>
                        <a:pt x="89" y="4"/>
                      </a:moveTo>
                      <a:lnTo>
                        <a:pt x="112" y="11"/>
                      </a:lnTo>
                      <a:lnTo>
                        <a:pt x="124" y="20"/>
                      </a:lnTo>
                      <a:lnTo>
                        <a:pt x="132" y="33"/>
                      </a:lnTo>
                      <a:lnTo>
                        <a:pt x="140" y="58"/>
                      </a:lnTo>
                      <a:lnTo>
                        <a:pt x="149" y="96"/>
                      </a:lnTo>
                      <a:lnTo>
                        <a:pt x="155" y="128"/>
                      </a:lnTo>
                      <a:lnTo>
                        <a:pt x="154" y="143"/>
                      </a:lnTo>
                      <a:lnTo>
                        <a:pt x="151" y="157"/>
                      </a:lnTo>
                      <a:lnTo>
                        <a:pt x="149" y="179"/>
                      </a:lnTo>
                      <a:lnTo>
                        <a:pt x="143" y="178"/>
                      </a:lnTo>
                      <a:lnTo>
                        <a:pt x="134" y="176"/>
                      </a:lnTo>
                      <a:lnTo>
                        <a:pt x="124" y="177"/>
                      </a:lnTo>
                      <a:lnTo>
                        <a:pt x="110" y="180"/>
                      </a:lnTo>
                      <a:lnTo>
                        <a:pt x="101" y="181"/>
                      </a:lnTo>
                      <a:lnTo>
                        <a:pt x="101" y="169"/>
                      </a:lnTo>
                      <a:lnTo>
                        <a:pt x="113" y="144"/>
                      </a:lnTo>
                      <a:lnTo>
                        <a:pt x="115" y="104"/>
                      </a:lnTo>
                      <a:lnTo>
                        <a:pt x="113" y="67"/>
                      </a:lnTo>
                      <a:lnTo>
                        <a:pt x="91" y="45"/>
                      </a:lnTo>
                      <a:lnTo>
                        <a:pt x="54" y="41"/>
                      </a:lnTo>
                      <a:lnTo>
                        <a:pt x="37" y="64"/>
                      </a:lnTo>
                      <a:lnTo>
                        <a:pt x="39" y="140"/>
                      </a:lnTo>
                      <a:lnTo>
                        <a:pt x="54" y="170"/>
                      </a:lnTo>
                      <a:lnTo>
                        <a:pt x="54" y="180"/>
                      </a:lnTo>
                      <a:lnTo>
                        <a:pt x="45" y="180"/>
                      </a:lnTo>
                      <a:lnTo>
                        <a:pt x="34" y="178"/>
                      </a:lnTo>
                      <a:lnTo>
                        <a:pt x="24" y="177"/>
                      </a:lnTo>
                      <a:lnTo>
                        <a:pt x="12" y="182"/>
                      </a:lnTo>
                      <a:lnTo>
                        <a:pt x="10" y="169"/>
                      </a:lnTo>
                      <a:lnTo>
                        <a:pt x="4" y="151"/>
                      </a:lnTo>
                      <a:lnTo>
                        <a:pt x="1" y="134"/>
                      </a:lnTo>
                      <a:lnTo>
                        <a:pt x="0" y="120"/>
                      </a:lnTo>
                      <a:lnTo>
                        <a:pt x="1" y="104"/>
                      </a:lnTo>
                      <a:lnTo>
                        <a:pt x="4" y="92"/>
                      </a:lnTo>
                      <a:lnTo>
                        <a:pt x="7" y="79"/>
                      </a:lnTo>
                      <a:lnTo>
                        <a:pt x="10" y="66"/>
                      </a:lnTo>
                      <a:lnTo>
                        <a:pt x="10" y="57"/>
                      </a:lnTo>
                      <a:lnTo>
                        <a:pt x="13" y="44"/>
                      </a:lnTo>
                      <a:lnTo>
                        <a:pt x="17" y="27"/>
                      </a:lnTo>
                      <a:lnTo>
                        <a:pt x="32" y="13"/>
                      </a:lnTo>
                      <a:lnTo>
                        <a:pt x="43" y="4"/>
                      </a:lnTo>
                      <a:lnTo>
                        <a:pt x="60" y="0"/>
                      </a:lnTo>
                      <a:lnTo>
                        <a:pt x="75" y="0"/>
                      </a:lnTo>
                      <a:lnTo>
                        <a:pt x="89" y="4"/>
                      </a:lnTo>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8952" name="Freeform 201"/>
                <p:cNvSpPr/>
                <p:nvPr/>
              </p:nvSpPr>
              <p:spPr bwMode="auto">
                <a:xfrm>
                  <a:off x="3689" y="1850"/>
                  <a:ext cx="127" cy="292"/>
                </a:xfrm>
                <a:custGeom>
                  <a:avLst/>
                  <a:gdLst>
                    <a:gd name="T0" fmla="*/ 78 w 127"/>
                    <a:gd name="T1" fmla="*/ 3 h 292"/>
                    <a:gd name="T2" fmla="*/ 87 w 127"/>
                    <a:gd name="T3" fmla="*/ 7 h 292"/>
                    <a:gd name="T4" fmla="*/ 95 w 127"/>
                    <a:gd name="T5" fmla="*/ 14 h 292"/>
                    <a:gd name="T6" fmla="*/ 101 w 127"/>
                    <a:gd name="T7" fmla="*/ 24 h 292"/>
                    <a:gd name="T8" fmla="*/ 103 w 127"/>
                    <a:gd name="T9" fmla="*/ 35 h 292"/>
                    <a:gd name="T10" fmla="*/ 106 w 127"/>
                    <a:gd name="T11" fmla="*/ 71 h 292"/>
                    <a:gd name="T12" fmla="*/ 106 w 127"/>
                    <a:gd name="T13" fmla="*/ 85 h 292"/>
                    <a:gd name="T14" fmla="*/ 102 w 127"/>
                    <a:gd name="T15" fmla="*/ 109 h 292"/>
                    <a:gd name="T16" fmla="*/ 98 w 127"/>
                    <a:gd name="T17" fmla="*/ 122 h 292"/>
                    <a:gd name="T18" fmla="*/ 89 w 127"/>
                    <a:gd name="T19" fmla="*/ 139 h 292"/>
                    <a:gd name="T20" fmla="*/ 89 w 127"/>
                    <a:gd name="T21" fmla="*/ 183 h 292"/>
                    <a:gd name="T22" fmla="*/ 126 w 127"/>
                    <a:gd name="T23" fmla="*/ 207 h 292"/>
                    <a:gd name="T24" fmla="*/ 60 w 127"/>
                    <a:gd name="T25" fmla="*/ 291 h 292"/>
                    <a:gd name="T26" fmla="*/ 0 w 127"/>
                    <a:gd name="T27" fmla="*/ 201 h 292"/>
                    <a:gd name="T28" fmla="*/ 43 w 127"/>
                    <a:gd name="T29" fmla="*/ 173 h 292"/>
                    <a:gd name="T30" fmla="*/ 43 w 127"/>
                    <a:gd name="T31" fmla="*/ 140 h 292"/>
                    <a:gd name="T32" fmla="*/ 32 w 127"/>
                    <a:gd name="T33" fmla="*/ 122 h 292"/>
                    <a:gd name="T34" fmla="*/ 26 w 127"/>
                    <a:gd name="T35" fmla="*/ 110 h 292"/>
                    <a:gd name="T36" fmla="*/ 24 w 127"/>
                    <a:gd name="T37" fmla="*/ 95 h 292"/>
                    <a:gd name="T38" fmla="*/ 23 w 127"/>
                    <a:gd name="T39" fmla="*/ 78 h 292"/>
                    <a:gd name="T40" fmla="*/ 23 w 127"/>
                    <a:gd name="T41" fmla="*/ 66 h 292"/>
                    <a:gd name="T42" fmla="*/ 23 w 127"/>
                    <a:gd name="T43" fmla="*/ 48 h 292"/>
                    <a:gd name="T44" fmla="*/ 23 w 127"/>
                    <a:gd name="T45" fmla="*/ 36 h 292"/>
                    <a:gd name="T46" fmla="*/ 26 w 127"/>
                    <a:gd name="T47" fmla="*/ 23 h 292"/>
                    <a:gd name="T48" fmla="*/ 33 w 127"/>
                    <a:gd name="T49" fmla="*/ 12 h 292"/>
                    <a:gd name="T50" fmla="*/ 43 w 127"/>
                    <a:gd name="T51" fmla="*/ 5 h 292"/>
                    <a:gd name="T52" fmla="*/ 52 w 127"/>
                    <a:gd name="T53" fmla="*/ 1 h 292"/>
                    <a:gd name="T54" fmla="*/ 64 w 127"/>
                    <a:gd name="T55" fmla="*/ 0 h 292"/>
                    <a:gd name="T56" fmla="*/ 78 w 127"/>
                    <a:gd name="T57" fmla="*/ 3 h 2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27"/>
                    <a:gd name="T88" fmla="*/ 0 h 292"/>
                    <a:gd name="T89" fmla="*/ 127 w 127"/>
                    <a:gd name="T90" fmla="*/ 292 h 29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27" h="292">
                      <a:moveTo>
                        <a:pt x="78" y="3"/>
                      </a:moveTo>
                      <a:lnTo>
                        <a:pt x="87" y="7"/>
                      </a:lnTo>
                      <a:lnTo>
                        <a:pt x="95" y="14"/>
                      </a:lnTo>
                      <a:lnTo>
                        <a:pt x="101" y="24"/>
                      </a:lnTo>
                      <a:lnTo>
                        <a:pt x="103" y="35"/>
                      </a:lnTo>
                      <a:lnTo>
                        <a:pt x="106" y="71"/>
                      </a:lnTo>
                      <a:lnTo>
                        <a:pt x="106" y="85"/>
                      </a:lnTo>
                      <a:lnTo>
                        <a:pt x="102" y="109"/>
                      </a:lnTo>
                      <a:lnTo>
                        <a:pt x="98" y="122"/>
                      </a:lnTo>
                      <a:lnTo>
                        <a:pt x="89" y="139"/>
                      </a:lnTo>
                      <a:lnTo>
                        <a:pt x="89" y="183"/>
                      </a:lnTo>
                      <a:lnTo>
                        <a:pt x="126" y="207"/>
                      </a:lnTo>
                      <a:lnTo>
                        <a:pt x="60" y="291"/>
                      </a:lnTo>
                      <a:lnTo>
                        <a:pt x="0" y="201"/>
                      </a:lnTo>
                      <a:lnTo>
                        <a:pt x="43" y="173"/>
                      </a:lnTo>
                      <a:lnTo>
                        <a:pt x="43" y="140"/>
                      </a:lnTo>
                      <a:lnTo>
                        <a:pt x="32" y="122"/>
                      </a:lnTo>
                      <a:lnTo>
                        <a:pt x="26" y="110"/>
                      </a:lnTo>
                      <a:lnTo>
                        <a:pt x="24" y="95"/>
                      </a:lnTo>
                      <a:lnTo>
                        <a:pt x="23" y="78"/>
                      </a:lnTo>
                      <a:lnTo>
                        <a:pt x="23" y="66"/>
                      </a:lnTo>
                      <a:lnTo>
                        <a:pt x="23" y="48"/>
                      </a:lnTo>
                      <a:lnTo>
                        <a:pt x="23" y="36"/>
                      </a:lnTo>
                      <a:lnTo>
                        <a:pt x="26" y="23"/>
                      </a:lnTo>
                      <a:lnTo>
                        <a:pt x="33" y="12"/>
                      </a:lnTo>
                      <a:lnTo>
                        <a:pt x="43" y="5"/>
                      </a:lnTo>
                      <a:lnTo>
                        <a:pt x="52" y="1"/>
                      </a:lnTo>
                      <a:lnTo>
                        <a:pt x="64" y="0"/>
                      </a:lnTo>
                      <a:lnTo>
                        <a:pt x="78" y="3"/>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nvGrpSpPr>
              <p:cNvPr id="38933" name="Group 202"/>
              <p:cNvGrpSpPr/>
              <p:nvPr/>
            </p:nvGrpSpPr>
            <p:grpSpPr bwMode="auto">
              <a:xfrm>
                <a:off x="3604" y="2482"/>
                <a:ext cx="246" cy="649"/>
                <a:chOff x="3604" y="2482"/>
                <a:chExt cx="246" cy="649"/>
              </a:xfrm>
            </p:grpSpPr>
            <p:grpSp>
              <p:nvGrpSpPr>
                <p:cNvPr id="38947" name="Group 203"/>
                <p:cNvGrpSpPr/>
                <p:nvPr/>
              </p:nvGrpSpPr>
              <p:grpSpPr bwMode="auto">
                <a:xfrm>
                  <a:off x="3604" y="2482"/>
                  <a:ext cx="246" cy="649"/>
                  <a:chOff x="3604" y="2482"/>
                  <a:chExt cx="246" cy="649"/>
                </a:xfrm>
              </p:grpSpPr>
              <p:sp>
                <p:nvSpPr>
                  <p:cNvPr id="38949" name="Freeform 204"/>
                  <p:cNvSpPr/>
                  <p:nvPr/>
                </p:nvSpPr>
                <p:spPr bwMode="auto">
                  <a:xfrm>
                    <a:off x="3675" y="2623"/>
                    <a:ext cx="175" cy="508"/>
                  </a:xfrm>
                  <a:custGeom>
                    <a:avLst/>
                    <a:gdLst>
                      <a:gd name="T0" fmla="*/ 142 w 175"/>
                      <a:gd name="T1" fmla="*/ 11 h 508"/>
                      <a:gd name="T2" fmla="*/ 141 w 175"/>
                      <a:gd name="T3" fmla="*/ 158 h 508"/>
                      <a:gd name="T4" fmla="*/ 141 w 175"/>
                      <a:gd name="T5" fmla="*/ 280 h 508"/>
                      <a:gd name="T6" fmla="*/ 134 w 175"/>
                      <a:gd name="T7" fmla="*/ 399 h 508"/>
                      <a:gd name="T8" fmla="*/ 154 w 175"/>
                      <a:gd name="T9" fmla="*/ 450 h 508"/>
                      <a:gd name="T10" fmla="*/ 169 w 175"/>
                      <a:gd name="T11" fmla="*/ 485 h 508"/>
                      <a:gd name="T12" fmla="*/ 174 w 175"/>
                      <a:gd name="T13" fmla="*/ 495 h 508"/>
                      <a:gd name="T14" fmla="*/ 167 w 175"/>
                      <a:gd name="T15" fmla="*/ 507 h 508"/>
                      <a:gd name="T16" fmla="*/ 136 w 175"/>
                      <a:gd name="T17" fmla="*/ 505 h 508"/>
                      <a:gd name="T18" fmla="*/ 108 w 175"/>
                      <a:gd name="T19" fmla="*/ 438 h 508"/>
                      <a:gd name="T20" fmla="*/ 106 w 175"/>
                      <a:gd name="T21" fmla="*/ 396 h 508"/>
                      <a:gd name="T22" fmla="*/ 86 w 175"/>
                      <a:gd name="T23" fmla="*/ 255 h 508"/>
                      <a:gd name="T24" fmla="*/ 83 w 175"/>
                      <a:gd name="T25" fmla="*/ 222 h 508"/>
                      <a:gd name="T26" fmla="*/ 84 w 175"/>
                      <a:gd name="T27" fmla="*/ 288 h 508"/>
                      <a:gd name="T28" fmla="*/ 74 w 175"/>
                      <a:gd name="T29" fmla="*/ 382 h 508"/>
                      <a:gd name="T30" fmla="*/ 77 w 175"/>
                      <a:gd name="T31" fmla="*/ 425 h 508"/>
                      <a:gd name="T32" fmla="*/ 63 w 175"/>
                      <a:gd name="T33" fmla="*/ 468 h 508"/>
                      <a:gd name="T34" fmla="*/ 45 w 175"/>
                      <a:gd name="T35" fmla="*/ 500 h 508"/>
                      <a:gd name="T36" fmla="*/ 17 w 175"/>
                      <a:gd name="T37" fmla="*/ 501 h 508"/>
                      <a:gd name="T38" fmla="*/ 8 w 175"/>
                      <a:gd name="T39" fmla="*/ 490 h 508"/>
                      <a:gd name="T40" fmla="*/ 38 w 175"/>
                      <a:gd name="T41" fmla="*/ 424 h 508"/>
                      <a:gd name="T42" fmla="*/ 41 w 175"/>
                      <a:gd name="T43" fmla="*/ 392 h 508"/>
                      <a:gd name="T44" fmla="*/ 35 w 175"/>
                      <a:gd name="T45" fmla="*/ 324 h 508"/>
                      <a:gd name="T46" fmla="*/ 24 w 175"/>
                      <a:gd name="T47" fmla="*/ 213 h 508"/>
                      <a:gd name="T48" fmla="*/ 0 w 175"/>
                      <a:gd name="T49" fmla="*/ 0 h 508"/>
                      <a:gd name="T50" fmla="*/ 142 w 175"/>
                      <a:gd name="T51" fmla="*/ 11 h 50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75"/>
                      <a:gd name="T79" fmla="*/ 0 h 508"/>
                      <a:gd name="T80" fmla="*/ 175 w 175"/>
                      <a:gd name="T81" fmla="*/ 508 h 50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75" h="508">
                        <a:moveTo>
                          <a:pt x="142" y="11"/>
                        </a:moveTo>
                        <a:lnTo>
                          <a:pt x="141" y="158"/>
                        </a:lnTo>
                        <a:lnTo>
                          <a:pt x="141" y="280"/>
                        </a:lnTo>
                        <a:lnTo>
                          <a:pt x="134" y="399"/>
                        </a:lnTo>
                        <a:lnTo>
                          <a:pt x="154" y="450"/>
                        </a:lnTo>
                        <a:lnTo>
                          <a:pt x="169" y="485"/>
                        </a:lnTo>
                        <a:lnTo>
                          <a:pt x="174" y="495"/>
                        </a:lnTo>
                        <a:lnTo>
                          <a:pt x="167" y="507"/>
                        </a:lnTo>
                        <a:lnTo>
                          <a:pt x="136" y="505"/>
                        </a:lnTo>
                        <a:lnTo>
                          <a:pt x="108" y="438"/>
                        </a:lnTo>
                        <a:lnTo>
                          <a:pt x="106" y="396"/>
                        </a:lnTo>
                        <a:lnTo>
                          <a:pt x="86" y="255"/>
                        </a:lnTo>
                        <a:lnTo>
                          <a:pt x="83" y="222"/>
                        </a:lnTo>
                        <a:lnTo>
                          <a:pt x="84" y="288"/>
                        </a:lnTo>
                        <a:lnTo>
                          <a:pt x="74" y="382"/>
                        </a:lnTo>
                        <a:lnTo>
                          <a:pt x="77" y="425"/>
                        </a:lnTo>
                        <a:lnTo>
                          <a:pt x="63" y="468"/>
                        </a:lnTo>
                        <a:lnTo>
                          <a:pt x="45" y="500"/>
                        </a:lnTo>
                        <a:lnTo>
                          <a:pt x="17" y="501"/>
                        </a:lnTo>
                        <a:lnTo>
                          <a:pt x="8" y="490"/>
                        </a:lnTo>
                        <a:lnTo>
                          <a:pt x="38" y="424"/>
                        </a:lnTo>
                        <a:lnTo>
                          <a:pt x="41" y="392"/>
                        </a:lnTo>
                        <a:lnTo>
                          <a:pt x="35" y="324"/>
                        </a:lnTo>
                        <a:lnTo>
                          <a:pt x="24" y="213"/>
                        </a:lnTo>
                        <a:lnTo>
                          <a:pt x="0" y="0"/>
                        </a:lnTo>
                        <a:lnTo>
                          <a:pt x="142" y="11"/>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8950" name="Freeform 205"/>
                  <p:cNvSpPr/>
                  <p:nvPr/>
                </p:nvSpPr>
                <p:spPr bwMode="auto">
                  <a:xfrm>
                    <a:off x="3604" y="2482"/>
                    <a:ext cx="38" cy="60"/>
                  </a:xfrm>
                  <a:custGeom>
                    <a:avLst/>
                    <a:gdLst>
                      <a:gd name="T0" fmla="*/ 0 w 38"/>
                      <a:gd name="T1" fmla="*/ 0 h 60"/>
                      <a:gd name="T2" fmla="*/ 0 w 38"/>
                      <a:gd name="T3" fmla="*/ 31 h 60"/>
                      <a:gd name="T4" fmla="*/ 37 w 38"/>
                      <a:gd name="T5" fmla="*/ 59 h 60"/>
                      <a:gd name="T6" fmla="*/ 20 w 38"/>
                      <a:gd name="T7" fmla="*/ 4 h 60"/>
                      <a:gd name="T8" fmla="*/ 0 w 38"/>
                      <a:gd name="T9" fmla="*/ 0 h 60"/>
                      <a:gd name="T10" fmla="*/ 0 60000 65536"/>
                      <a:gd name="T11" fmla="*/ 0 60000 65536"/>
                      <a:gd name="T12" fmla="*/ 0 60000 65536"/>
                      <a:gd name="T13" fmla="*/ 0 60000 65536"/>
                      <a:gd name="T14" fmla="*/ 0 60000 65536"/>
                      <a:gd name="T15" fmla="*/ 0 w 38"/>
                      <a:gd name="T16" fmla="*/ 0 h 60"/>
                      <a:gd name="T17" fmla="*/ 38 w 38"/>
                      <a:gd name="T18" fmla="*/ 60 h 60"/>
                    </a:gdLst>
                    <a:ahLst/>
                    <a:cxnLst>
                      <a:cxn ang="T10">
                        <a:pos x="T0" y="T1"/>
                      </a:cxn>
                      <a:cxn ang="T11">
                        <a:pos x="T2" y="T3"/>
                      </a:cxn>
                      <a:cxn ang="T12">
                        <a:pos x="T4" y="T5"/>
                      </a:cxn>
                      <a:cxn ang="T13">
                        <a:pos x="T6" y="T7"/>
                      </a:cxn>
                      <a:cxn ang="T14">
                        <a:pos x="T8" y="T9"/>
                      </a:cxn>
                    </a:cxnLst>
                    <a:rect l="T15" t="T16" r="T17" b="T18"/>
                    <a:pathLst>
                      <a:path w="38" h="60">
                        <a:moveTo>
                          <a:pt x="0" y="0"/>
                        </a:moveTo>
                        <a:lnTo>
                          <a:pt x="0" y="31"/>
                        </a:lnTo>
                        <a:lnTo>
                          <a:pt x="37" y="59"/>
                        </a:lnTo>
                        <a:lnTo>
                          <a:pt x="20" y="4"/>
                        </a:lnTo>
                        <a:lnTo>
                          <a:pt x="0" y="0"/>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
              <p:nvSpPr>
                <p:cNvPr id="38948" name="Freeform 206"/>
                <p:cNvSpPr/>
                <p:nvPr/>
              </p:nvSpPr>
              <p:spPr bwMode="auto">
                <a:xfrm>
                  <a:off x="3748" y="2628"/>
                  <a:ext cx="17" cy="228"/>
                </a:xfrm>
                <a:custGeom>
                  <a:avLst/>
                  <a:gdLst>
                    <a:gd name="T0" fmla="*/ 0 w 17"/>
                    <a:gd name="T1" fmla="*/ 0 h 228"/>
                    <a:gd name="T2" fmla="*/ 0 w 17"/>
                    <a:gd name="T3" fmla="*/ 76 h 228"/>
                    <a:gd name="T4" fmla="*/ 3 w 17"/>
                    <a:gd name="T5" fmla="*/ 121 h 228"/>
                    <a:gd name="T6" fmla="*/ 7 w 17"/>
                    <a:gd name="T7" fmla="*/ 170 h 228"/>
                    <a:gd name="T8" fmla="*/ 16 w 17"/>
                    <a:gd name="T9" fmla="*/ 216 h 228"/>
                    <a:gd name="T10" fmla="*/ 13 w 17"/>
                    <a:gd name="T11" fmla="*/ 227 h 228"/>
                    <a:gd name="T12" fmla="*/ 0 w 17"/>
                    <a:gd name="T13" fmla="*/ 0 h 228"/>
                    <a:gd name="T14" fmla="*/ 0 60000 65536"/>
                    <a:gd name="T15" fmla="*/ 0 60000 65536"/>
                    <a:gd name="T16" fmla="*/ 0 60000 65536"/>
                    <a:gd name="T17" fmla="*/ 0 60000 65536"/>
                    <a:gd name="T18" fmla="*/ 0 60000 65536"/>
                    <a:gd name="T19" fmla="*/ 0 60000 65536"/>
                    <a:gd name="T20" fmla="*/ 0 60000 65536"/>
                    <a:gd name="T21" fmla="*/ 0 w 17"/>
                    <a:gd name="T22" fmla="*/ 0 h 228"/>
                    <a:gd name="T23" fmla="*/ 17 w 17"/>
                    <a:gd name="T24" fmla="*/ 228 h 2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28">
                      <a:moveTo>
                        <a:pt x="0" y="0"/>
                      </a:moveTo>
                      <a:lnTo>
                        <a:pt x="0" y="76"/>
                      </a:lnTo>
                      <a:lnTo>
                        <a:pt x="3" y="121"/>
                      </a:lnTo>
                      <a:lnTo>
                        <a:pt x="7" y="170"/>
                      </a:lnTo>
                      <a:lnTo>
                        <a:pt x="16" y="216"/>
                      </a:lnTo>
                      <a:lnTo>
                        <a:pt x="13" y="227"/>
                      </a:lnTo>
                      <a:lnTo>
                        <a:pt x="0" y="0"/>
                      </a:lnTo>
                    </a:path>
                  </a:pathLst>
                </a:custGeom>
                <a:solidFill>
                  <a:srgbClr val="FF8080"/>
                </a:solidFill>
                <a:ln w="12700" cap="rnd">
                  <a:solidFill>
                    <a:srgbClr val="FF6020"/>
                  </a:solidFill>
                  <a:round/>
                </a:ln>
              </p:spPr>
              <p:txBody>
                <a:bodyPr/>
                <a:p>
                  <a:endParaRPr lang="zh-CN" altLang="en-US"/>
                </a:p>
              </p:txBody>
            </p:sp>
          </p:grpSp>
          <p:grpSp>
            <p:nvGrpSpPr>
              <p:cNvPr id="38934" name="Group 207"/>
              <p:cNvGrpSpPr/>
              <p:nvPr/>
            </p:nvGrpSpPr>
            <p:grpSpPr bwMode="auto">
              <a:xfrm>
                <a:off x="3673" y="3052"/>
                <a:ext cx="186" cy="140"/>
                <a:chOff x="3673" y="3052"/>
                <a:chExt cx="186" cy="140"/>
              </a:xfrm>
            </p:grpSpPr>
            <p:sp>
              <p:nvSpPr>
                <p:cNvPr id="38945" name="Freeform 208"/>
                <p:cNvSpPr/>
                <p:nvPr/>
              </p:nvSpPr>
              <p:spPr bwMode="auto">
                <a:xfrm>
                  <a:off x="3673" y="3052"/>
                  <a:ext cx="82" cy="132"/>
                </a:xfrm>
                <a:custGeom>
                  <a:avLst/>
                  <a:gdLst>
                    <a:gd name="T0" fmla="*/ 76 w 82"/>
                    <a:gd name="T1" fmla="*/ 0 h 132"/>
                    <a:gd name="T2" fmla="*/ 81 w 82"/>
                    <a:gd name="T3" fmla="*/ 19 h 132"/>
                    <a:gd name="T4" fmla="*/ 81 w 82"/>
                    <a:gd name="T5" fmla="*/ 58 h 132"/>
                    <a:gd name="T6" fmla="*/ 73 w 82"/>
                    <a:gd name="T7" fmla="*/ 43 h 132"/>
                    <a:gd name="T8" fmla="*/ 64 w 82"/>
                    <a:gd name="T9" fmla="*/ 62 h 132"/>
                    <a:gd name="T10" fmla="*/ 61 w 82"/>
                    <a:gd name="T11" fmla="*/ 89 h 132"/>
                    <a:gd name="T12" fmla="*/ 49 w 82"/>
                    <a:gd name="T13" fmla="*/ 114 h 132"/>
                    <a:gd name="T14" fmla="*/ 29 w 82"/>
                    <a:gd name="T15" fmla="*/ 127 h 132"/>
                    <a:gd name="T16" fmla="*/ 14 w 82"/>
                    <a:gd name="T17" fmla="*/ 131 h 132"/>
                    <a:gd name="T18" fmla="*/ 0 w 82"/>
                    <a:gd name="T19" fmla="*/ 128 h 132"/>
                    <a:gd name="T20" fmla="*/ 0 w 82"/>
                    <a:gd name="T21" fmla="*/ 102 h 132"/>
                    <a:gd name="T22" fmla="*/ 11 w 82"/>
                    <a:gd name="T23" fmla="*/ 63 h 132"/>
                    <a:gd name="T24" fmla="*/ 17 w 82"/>
                    <a:gd name="T25" fmla="*/ 73 h 132"/>
                    <a:gd name="T26" fmla="*/ 29 w 82"/>
                    <a:gd name="T27" fmla="*/ 73 h 132"/>
                    <a:gd name="T28" fmla="*/ 45 w 82"/>
                    <a:gd name="T29" fmla="*/ 71 h 132"/>
                    <a:gd name="T30" fmla="*/ 56 w 82"/>
                    <a:gd name="T31" fmla="*/ 54 h 132"/>
                    <a:gd name="T32" fmla="*/ 66 w 82"/>
                    <a:gd name="T33" fmla="*/ 33 h 132"/>
                    <a:gd name="T34" fmla="*/ 76 w 82"/>
                    <a:gd name="T35" fmla="*/ 0 h 13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132"/>
                    <a:gd name="T56" fmla="*/ 82 w 82"/>
                    <a:gd name="T57" fmla="*/ 132 h 13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132">
                      <a:moveTo>
                        <a:pt x="76" y="0"/>
                      </a:moveTo>
                      <a:lnTo>
                        <a:pt x="81" y="19"/>
                      </a:lnTo>
                      <a:lnTo>
                        <a:pt x="81" y="58"/>
                      </a:lnTo>
                      <a:lnTo>
                        <a:pt x="73" y="43"/>
                      </a:lnTo>
                      <a:lnTo>
                        <a:pt x="64" y="62"/>
                      </a:lnTo>
                      <a:lnTo>
                        <a:pt x="61" y="89"/>
                      </a:lnTo>
                      <a:lnTo>
                        <a:pt x="49" y="114"/>
                      </a:lnTo>
                      <a:lnTo>
                        <a:pt x="29" y="127"/>
                      </a:lnTo>
                      <a:lnTo>
                        <a:pt x="14" y="131"/>
                      </a:lnTo>
                      <a:lnTo>
                        <a:pt x="0" y="128"/>
                      </a:lnTo>
                      <a:lnTo>
                        <a:pt x="0" y="102"/>
                      </a:lnTo>
                      <a:lnTo>
                        <a:pt x="11" y="63"/>
                      </a:lnTo>
                      <a:lnTo>
                        <a:pt x="17" y="73"/>
                      </a:lnTo>
                      <a:lnTo>
                        <a:pt x="29" y="73"/>
                      </a:lnTo>
                      <a:lnTo>
                        <a:pt x="45" y="71"/>
                      </a:lnTo>
                      <a:lnTo>
                        <a:pt x="56" y="54"/>
                      </a:lnTo>
                      <a:lnTo>
                        <a:pt x="66" y="33"/>
                      </a:lnTo>
                      <a:lnTo>
                        <a:pt x="76" y="0"/>
                      </a:lnTo>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8946" name="Freeform 209"/>
                <p:cNvSpPr/>
                <p:nvPr/>
              </p:nvSpPr>
              <p:spPr bwMode="auto">
                <a:xfrm>
                  <a:off x="3784" y="3055"/>
                  <a:ext cx="75" cy="137"/>
                </a:xfrm>
                <a:custGeom>
                  <a:avLst/>
                  <a:gdLst>
                    <a:gd name="T0" fmla="*/ 1 w 75"/>
                    <a:gd name="T1" fmla="*/ 0 h 137"/>
                    <a:gd name="T2" fmla="*/ 0 w 75"/>
                    <a:gd name="T3" fmla="*/ 53 h 137"/>
                    <a:gd name="T4" fmla="*/ 4 w 75"/>
                    <a:gd name="T5" fmla="*/ 40 h 137"/>
                    <a:gd name="T6" fmla="*/ 11 w 75"/>
                    <a:gd name="T7" fmla="*/ 57 h 137"/>
                    <a:gd name="T8" fmla="*/ 16 w 75"/>
                    <a:gd name="T9" fmla="*/ 83 h 137"/>
                    <a:gd name="T10" fmla="*/ 22 w 75"/>
                    <a:gd name="T11" fmla="*/ 104 h 137"/>
                    <a:gd name="T12" fmla="*/ 37 w 75"/>
                    <a:gd name="T13" fmla="*/ 122 h 137"/>
                    <a:gd name="T14" fmla="*/ 51 w 75"/>
                    <a:gd name="T15" fmla="*/ 131 h 137"/>
                    <a:gd name="T16" fmla="*/ 64 w 75"/>
                    <a:gd name="T17" fmla="*/ 136 h 137"/>
                    <a:gd name="T18" fmla="*/ 69 w 75"/>
                    <a:gd name="T19" fmla="*/ 129 h 137"/>
                    <a:gd name="T20" fmla="*/ 73 w 75"/>
                    <a:gd name="T21" fmla="*/ 116 h 137"/>
                    <a:gd name="T22" fmla="*/ 74 w 75"/>
                    <a:gd name="T23" fmla="*/ 103 h 137"/>
                    <a:gd name="T24" fmla="*/ 72 w 75"/>
                    <a:gd name="T25" fmla="*/ 89 h 137"/>
                    <a:gd name="T26" fmla="*/ 66 w 75"/>
                    <a:gd name="T27" fmla="*/ 66 h 137"/>
                    <a:gd name="T28" fmla="*/ 55 w 75"/>
                    <a:gd name="T29" fmla="*/ 74 h 137"/>
                    <a:gd name="T30" fmla="*/ 39 w 75"/>
                    <a:gd name="T31" fmla="*/ 74 h 137"/>
                    <a:gd name="T32" fmla="*/ 29 w 75"/>
                    <a:gd name="T33" fmla="*/ 73 h 137"/>
                    <a:gd name="T34" fmla="*/ 9 w 75"/>
                    <a:gd name="T35" fmla="*/ 27 h 137"/>
                    <a:gd name="T36" fmla="*/ 1 w 75"/>
                    <a:gd name="T37" fmla="*/ 0 h 13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5"/>
                    <a:gd name="T58" fmla="*/ 0 h 137"/>
                    <a:gd name="T59" fmla="*/ 75 w 75"/>
                    <a:gd name="T60" fmla="*/ 137 h 13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5" h="137">
                      <a:moveTo>
                        <a:pt x="1" y="0"/>
                      </a:moveTo>
                      <a:lnTo>
                        <a:pt x="0" y="53"/>
                      </a:lnTo>
                      <a:lnTo>
                        <a:pt x="4" y="40"/>
                      </a:lnTo>
                      <a:lnTo>
                        <a:pt x="11" y="57"/>
                      </a:lnTo>
                      <a:lnTo>
                        <a:pt x="16" y="83"/>
                      </a:lnTo>
                      <a:lnTo>
                        <a:pt x="22" y="104"/>
                      </a:lnTo>
                      <a:lnTo>
                        <a:pt x="37" y="122"/>
                      </a:lnTo>
                      <a:lnTo>
                        <a:pt x="51" y="131"/>
                      </a:lnTo>
                      <a:lnTo>
                        <a:pt x="64" y="136"/>
                      </a:lnTo>
                      <a:lnTo>
                        <a:pt x="69" y="129"/>
                      </a:lnTo>
                      <a:lnTo>
                        <a:pt x="73" y="116"/>
                      </a:lnTo>
                      <a:lnTo>
                        <a:pt x="74" y="103"/>
                      </a:lnTo>
                      <a:lnTo>
                        <a:pt x="72" y="89"/>
                      </a:lnTo>
                      <a:lnTo>
                        <a:pt x="66" y="66"/>
                      </a:lnTo>
                      <a:lnTo>
                        <a:pt x="55" y="74"/>
                      </a:lnTo>
                      <a:lnTo>
                        <a:pt x="39" y="74"/>
                      </a:lnTo>
                      <a:lnTo>
                        <a:pt x="29" y="73"/>
                      </a:lnTo>
                      <a:lnTo>
                        <a:pt x="9" y="27"/>
                      </a:lnTo>
                      <a:lnTo>
                        <a:pt x="1" y="0"/>
                      </a:lnTo>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
            <p:nvSpPr>
              <p:cNvPr id="38935" name="Freeform 210"/>
              <p:cNvSpPr/>
              <p:nvPr/>
            </p:nvSpPr>
            <p:spPr bwMode="auto">
              <a:xfrm>
                <a:off x="3598" y="2045"/>
                <a:ext cx="300" cy="997"/>
              </a:xfrm>
              <a:custGeom>
                <a:avLst/>
                <a:gdLst>
                  <a:gd name="T0" fmla="*/ 215 w 300"/>
                  <a:gd name="T1" fmla="*/ 10 h 997"/>
                  <a:gd name="T2" fmla="*/ 274 w 300"/>
                  <a:gd name="T3" fmla="*/ 42 h 997"/>
                  <a:gd name="T4" fmla="*/ 289 w 300"/>
                  <a:gd name="T5" fmla="*/ 69 h 997"/>
                  <a:gd name="T6" fmla="*/ 299 w 300"/>
                  <a:gd name="T7" fmla="*/ 298 h 997"/>
                  <a:gd name="T8" fmla="*/ 294 w 300"/>
                  <a:gd name="T9" fmla="*/ 353 h 997"/>
                  <a:gd name="T10" fmla="*/ 259 w 300"/>
                  <a:gd name="T11" fmla="*/ 348 h 997"/>
                  <a:gd name="T12" fmla="*/ 261 w 300"/>
                  <a:gd name="T13" fmla="*/ 484 h 997"/>
                  <a:gd name="T14" fmla="*/ 244 w 300"/>
                  <a:gd name="T15" fmla="*/ 484 h 997"/>
                  <a:gd name="T16" fmla="*/ 224 w 300"/>
                  <a:gd name="T17" fmla="*/ 767 h 997"/>
                  <a:gd name="T18" fmla="*/ 222 w 300"/>
                  <a:gd name="T19" fmla="*/ 915 h 997"/>
                  <a:gd name="T20" fmla="*/ 219 w 300"/>
                  <a:gd name="T21" fmla="*/ 983 h 997"/>
                  <a:gd name="T22" fmla="*/ 204 w 300"/>
                  <a:gd name="T23" fmla="*/ 996 h 997"/>
                  <a:gd name="T24" fmla="*/ 178 w 300"/>
                  <a:gd name="T25" fmla="*/ 985 h 997"/>
                  <a:gd name="T26" fmla="*/ 164 w 300"/>
                  <a:gd name="T27" fmla="*/ 869 h 997"/>
                  <a:gd name="T28" fmla="*/ 154 w 300"/>
                  <a:gd name="T29" fmla="*/ 989 h 997"/>
                  <a:gd name="T30" fmla="*/ 132 w 300"/>
                  <a:gd name="T31" fmla="*/ 995 h 997"/>
                  <a:gd name="T32" fmla="*/ 112 w 300"/>
                  <a:gd name="T33" fmla="*/ 987 h 997"/>
                  <a:gd name="T34" fmla="*/ 91 w 300"/>
                  <a:gd name="T35" fmla="*/ 760 h 997"/>
                  <a:gd name="T36" fmla="*/ 64 w 300"/>
                  <a:gd name="T37" fmla="*/ 594 h 997"/>
                  <a:gd name="T38" fmla="*/ 24 w 300"/>
                  <a:gd name="T39" fmla="*/ 441 h 997"/>
                  <a:gd name="T40" fmla="*/ 0 w 300"/>
                  <a:gd name="T41" fmla="*/ 438 h 997"/>
                  <a:gd name="T42" fmla="*/ 22 w 300"/>
                  <a:gd name="T43" fmla="*/ 225 h 997"/>
                  <a:gd name="T44" fmla="*/ 23 w 300"/>
                  <a:gd name="T45" fmla="*/ 59 h 997"/>
                  <a:gd name="T46" fmla="*/ 36 w 300"/>
                  <a:gd name="T47" fmla="*/ 40 h 997"/>
                  <a:gd name="T48" fmla="*/ 98 w 300"/>
                  <a:gd name="T49" fmla="*/ 0 h 997"/>
                  <a:gd name="T50" fmla="*/ 151 w 300"/>
                  <a:gd name="T51" fmla="*/ 89 h 997"/>
                  <a:gd name="T52" fmla="*/ 215 w 300"/>
                  <a:gd name="T53" fmla="*/ 10 h 99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00"/>
                  <a:gd name="T82" fmla="*/ 0 h 997"/>
                  <a:gd name="T83" fmla="*/ 300 w 300"/>
                  <a:gd name="T84" fmla="*/ 997 h 99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00" h="997">
                    <a:moveTo>
                      <a:pt x="215" y="10"/>
                    </a:moveTo>
                    <a:lnTo>
                      <a:pt x="274" y="42"/>
                    </a:lnTo>
                    <a:lnTo>
                      <a:pt x="289" y="69"/>
                    </a:lnTo>
                    <a:lnTo>
                      <a:pt x="299" y="298"/>
                    </a:lnTo>
                    <a:lnTo>
                      <a:pt x="294" y="353"/>
                    </a:lnTo>
                    <a:lnTo>
                      <a:pt x="259" y="348"/>
                    </a:lnTo>
                    <a:lnTo>
                      <a:pt x="261" y="484"/>
                    </a:lnTo>
                    <a:lnTo>
                      <a:pt x="244" y="484"/>
                    </a:lnTo>
                    <a:lnTo>
                      <a:pt x="224" y="767"/>
                    </a:lnTo>
                    <a:lnTo>
                      <a:pt x="222" y="915"/>
                    </a:lnTo>
                    <a:lnTo>
                      <a:pt x="219" y="983"/>
                    </a:lnTo>
                    <a:lnTo>
                      <a:pt x="204" y="996"/>
                    </a:lnTo>
                    <a:lnTo>
                      <a:pt x="178" y="985"/>
                    </a:lnTo>
                    <a:lnTo>
                      <a:pt x="164" y="869"/>
                    </a:lnTo>
                    <a:lnTo>
                      <a:pt x="154" y="989"/>
                    </a:lnTo>
                    <a:lnTo>
                      <a:pt x="132" y="995"/>
                    </a:lnTo>
                    <a:lnTo>
                      <a:pt x="112" y="987"/>
                    </a:lnTo>
                    <a:lnTo>
                      <a:pt x="91" y="760"/>
                    </a:lnTo>
                    <a:lnTo>
                      <a:pt x="64" y="594"/>
                    </a:lnTo>
                    <a:lnTo>
                      <a:pt x="24" y="441"/>
                    </a:lnTo>
                    <a:lnTo>
                      <a:pt x="0" y="438"/>
                    </a:lnTo>
                    <a:lnTo>
                      <a:pt x="22" y="225"/>
                    </a:lnTo>
                    <a:lnTo>
                      <a:pt x="23" y="59"/>
                    </a:lnTo>
                    <a:lnTo>
                      <a:pt x="36" y="40"/>
                    </a:lnTo>
                    <a:lnTo>
                      <a:pt x="98" y="0"/>
                    </a:lnTo>
                    <a:lnTo>
                      <a:pt x="151" y="89"/>
                    </a:lnTo>
                    <a:lnTo>
                      <a:pt x="215" y="10"/>
                    </a:lnTo>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nvGrpSpPr>
              <p:cNvPr id="38936" name="Group 211"/>
              <p:cNvGrpSpPr/>
              <p:nvPr/>
            </p:nvGrpSpPr>
            <p:grpSpPr bwMode="auto">
              <a:xfrm>
                <a:off x="3675" y="2148"/>
                <a:ext cx="183" cy="244"/>
                <a:chOff x="3675" y="2148"/>
                <a:chExt cx="183" cy="244"/>
              </a:xfrm>
            </p:grpSpPr>
            <p:sp>
              <p:nvSpPr>
                <p:cNvPr id="38942" name="Freeform 212"/>
                <p:cNvSpPr/>
                <p:nvPr/>
              </p:nvSpPr>
              <p:spPr bwMode="auto">
                <a:xfrm>
                  <a:off x="3688" y="2148"/>
                  <a:ext cx="156" cy="183"/>
                </a:xfrm>
                <a:custGeom>
                  <a:avLst/>
                  <a:gdLst>
                    <a:gd name="T0" fmla="*/ 155 w 156"/>
                    <a:gd name="T1" fmla="*/ 65 h 183"/>
                    <a:gd name="T2" fmla="*/ 55 w 156"/>
                    <a:gd name="T3" fmla="*/ 0 h 183"/>
                    <a:gd name="T4" fmla="*/ 0 w 156"/>
                    <a:gd name="T5" fmla="*/ 123 h 183"/>
                    <a:gd name="T6" fmla="*/ 100 w 156"/>
                    <a:gd name="T7" fmla="*/ 182 h 183"/>
                    <a:gd name="T8" fmla="*/ 155 w 156"/>
                    <a:gd name="T9" fmla="*/ 65 h 183"/>
                    <a:gd name="T10" fmla="*/ 0 60000 65536"/>
                    <a:gd name="T11" fmla="*/ 0 60000 65536"/>
                    <a:gd name="T12" fmla="*/ 0 60000 65536"/>
                    <a:gd name="T13" fmla="*/ 0 60000 65536"/>
                    <a:gd name="T14" fmla="*/ 0 60000 65536"/>
                    <a:gd name="T15" fmla="*/ 0 w 156"/>
                    <a:gd name="T16" fmla="*/ 0 h 183"/>
                    <a:gd name="T17" fmla="*/ 156 w 156"/>
                    <a:gd name="T18" fmla="*/ 183 h 183"/>
                  </a:gdLst>
                  <a:ahLst/>
                  <a:cxnLst>
                    <a:cxn ang="T10">
                      <a:pos x="T0" y="T1"/>
                    </a:cxn>
                    <a:cxn ang="T11">
                      <a:pos x="T2" y="T3"/>
                    </a:cxn>
                    <a:cxn ang="T12">
                      <a:pos x="T4" y="T5"/>
                    </a:cxn>
                    <a:cxn ang="T13">
                      <a:pos x="T6" y="T7"/>
                    </a:cxn>
                    <a:cxn ang="T14">
                      <a:pos x="T8" y="T9"/>
                    </a:cxn>
                  </a:cxnLst>
                  <a:rect l="T15" t="T16" r="T17" b="T18"/>
                  <a:pathLst>
                    <a:path w="156" h="183">
                      <a:moveTo>
                        <a:pt x="155" y="65"/>
                      </a:moveTo>
                      <a:lnTo>
                        <a:pt x="55" y="0"/>
                      </a:lnTo>
                      <a:lnTo>
                        <a:pt x="0" y="123"/>
                      </a:lnTo>
                      <a:lnTo>
                        <a:pt x="100" y="182"/>
                      </a:lnTo>
                      <a:lnTo>
                        <a:pt x="155" y="65"/>
                      </a:lnTo>
                    </a:path>
                  </a:pathLst>
                </a:custGeom>
                <a:solidFill>
                  <a:srgbClr val="E0E0FF"/>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8943" name="Freeform 213"/>
                <p:cNvSpPr/>
                <p:nvPr/>
              </p:nvSpPr>
              <p:spPr bwMode="auto">
                <a:xfrm>
                  <a:off x="3675" y="2227"/>
                  <a:ext cx="65" cy="95"/>
                </a:xfrm>
                <a:custGeom>
                  <a:avLst/>
                  <a:gdLst>
                    <a:gd name="T0" fmla="*/ 64 w 65"/>
                    <a:gd name="T1" fmla="*/ 58 h 95"/>
                    <a:gd name="T2" fmla="*/ 48 w 65"/>
                    <a:gd name="T3" fmla="*/ 44 h 95"/>
                    <a:gd name="T4" fmla="*/ 39 w 65"/>
                    <a:gd name="T5" fmla="*/ 16 h 95"/>
                    <a:gd name="T6" fmla="*/ 27 w 65"/>
                    <a:gd name="T7" fmla="*/ 7 h 95"/>
                    <a:gd name="T8" fmla="*/ 21 w 65"/>
                    <a:gd name="T9" fmla="*/ 0 h 95"/>
                    <a:gd name="T10" fmla="*/ 17 w 65"/>
                    <a:gd name="T11" fmla="*/ 3 h 95"/>
                    <a:gd name="T12" fmla="*/ 16 w 65"/>
                    <a:gd name="T13" fmla="*/ 10 h 95"/>
                    <a:gd name="T14" fmla="*/ 4 w 65"/>
                    <a:gd name="T15" fmla="*/ 23 h 95"/>
                    <a:gd name="T16" fmla="*/ 0 w 65"/>
                    <a:gd name="T17" fmla="*/ 47 h 95"/>
                    <a:gd name="T18" fmla="*/ 4 w 65"/>
                    <a:gd name="T19" fmla="*/ 63 h 95"/>
                    <a:gd name="T20" fmla="*/ 22 w 65"/>
                    <a:gd name="T21" fmla="*/ 82 h 95"/>
                    <a:gd name="T22" fmla="*/ 58 w 65"/>
                    <a:gd name="T23" fmla="*/ 94 h 95"/>
                    <a:gd name="T24" fmla="*/ 64 w 65"/>
                    <a:gd name="T25" fmla="*/ 58 h 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5"/>
                    <a:gd name="T40" fmla="*/ 0 h 95"/>
                    <a:gd name="T41" fmla="*/ 65 w 65"/>
                    <a:gd name="T42" fmla="*/ 95 h 9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5" h="95">
                      <a:moveTo>
                        <a:pt x="64" y="58"/>
                      </a:moveTo>
                      <a:lnTo>
                        <a:pt x="48" y="44"/>
                      </a:lnTo>
                      <a:lnTo>
                        <a:pt x="39" y="16"/>
                      </a:lnTo>
                      <a:lnTo>
                        <a:pt x="27" y="7"/>
                      </a:lnTo>
                      <a:lnTo>
                        <a:pt x="21" y="0"/>
                      </a:lnTo>
                      <a:lnTo>
                        <a:pt x="17" y="3"/>
                      </a:lnTo>
                      <a:lnTo>
                        <a:pt x="16" y="10"/>
                      </a:lnTo>
                      <a:lnTo>
                        <a:pt x="4" y="23"/>
                      </a:lnTo>
                      <a:lnTo>
                        <a:pt x="0" y="47"/>
                      </a:lnTo>
                      <a:lnTo>
                        <a:pt x="4" y="63"/>
                      </a:lnTo>
                      <a:lnTo>
                        <a:pt x="22" y="82"/>
                      </a:lnTo>
                      <a:lnTo>
                        <a:pt x="58" y="94"/>
                      </a:lnTo>
                      <a:lnTo>
                        <a:pt x="64" y="58"/>
                      </a:lnTo>
                    </a:path>
                  </a:pathLst>
                </a:custGeom>
                <a:solidFill>
                  <a:srgbClr val="FF808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sp>
              <p:nvSpPr>
                <p:cNvPr id="38944" name="Freeform 214"/>
                <p:cNvSpPr/>
                <p:nvPr/>
              </p:nvSpPr>
              <p:spPr bwMode="auto">
                <a:xfrm>
                  <a:off x="3733" y="2285"/>
                  <a:ext cx="125" cy="107"/>
                </a:xfrm>
                <a:custGeom>
                  <a:avLst/>
                  <a:gdLst>
                    <a:gd name="T0" fmla="*/ 124 w 125"/>
                    <a:gd name="T1" fmla="*/ 106 h 107"/>
                    <a:gd name="T2" fmla="*/ 74 w 125"/>
                    <a:gd name="T3" fmla="*/ 87 h 107"/>
                    <a:gd name="T4" fmla="*/ 36 w 125"/>
                    <a:gd name="T5" fmla="*/ 66 h 107"/>
                    <a:gd name="T6" fmla="*/ 0 w 125"/>
                    <a:gd name="T7" fmla="*/ 45 h 107"/>
                    <a:gd name="T8" fmla="*/ 14 w 125"/>
                    <a:gd name="T9" fmla="*/ 0 h 107"/>
                    <a:gd name="T10" fmla="*/ 79 w 125"/>
                    <a:gd name="T11" fmla="*/ 29 h 107"/>
                    <a:gd name="T12" fmla="*/ 119 w 125"/>
                    <a:gd name="T13" fmla="*/ 43 h 107"/>
                    <a:gd name="T14" fmla="*/ 120 w 125"/>
                    <a:gd name="T15" fmla="*/ 36 h 107"/>
                    <a:gd name="T16" fmla="*/ 124 w 125"/>
                    <a:gd name="T17" fmla="*/ 106 h 10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5"/>
                    <a:gd name="T28" fmla="*/ 0 h 107"/>
                    <a:gd name="T29" fmla="*/ 125 w 125"/>
                    <a:gd name="T30" fmla="*/ 107 h 10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5" h="107">
                      <a:moveTo>
                        <a:pt x="124" y="106"/>
                      </a:moveTo>
                      <a:lnTo>
                        <a:pt x="74" y="87"/>
                      </a:lnTo>
                      <a:lnTo>
                        <a:pt x="36" y="66"/>
                      </a:lnTo>
                      <a:lnTo>
                        <a:pt x="0" y="45"/>
                      </a:lnTo>
                      <a:lnTo>
                        <a:pt x="14" y="0"/>
                      </a:lnTo>
                      <a:lnTo>
                        <a:pt x="79" y="29"/>
                      </a:lnTo>
                      <a:lnTo>
                        <a:pt x="119" y="43"/>
                      </a:lnTo>
                      <a:lnTo>
                        <a:pt x="120" y="36"/>
                      </a:lnTo>
                      <a:lnTo>
                        <a:pt x="124" y="106"/>
                      </a:lnTo>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grpSp>
            <p:nvGrpSpPr>
              <p:cNvPr id="38937" name="Group 215"/>
              <p:cNvGrpSpPr/>
              <p:nvPr/>
            </p:nvGrpSpPr>
            <p:grpSpPr bwMode="auto">
              <a:xfrm>
                <a:off x="3724" y="2321"/>
                <a:ext cx="134" cy="607"/>
                <a:chOff x="3724" y="2321"/>
                <a:chExt cx="134" cy="607"/>
              </a:xfrm>
            </p:grpSpPr>
            <p:grpSp>
              <p:nvGrpSpPr>
                <p:cNvPr id="38938" name="Group 216"/>
                <p:cNvGrpSpPr/>
                <p:nvPr/>
              </p:nvGrpSpPr>
              <p:grpSpPr bwMode="auto">
                <a:xfrm>
                  <a:off x="3724" y="2321"/>
                  <a:ext cx="134" cy="212"/>
                  <a:chOff x="3724" y="2321"/>
                  <a:chExt cx="134" cy="212"/>
                </a:xfrm>
              </p:grpSpPr>
              <p:sp>
                <p:nvSpPr>
                  <p:cNvPr id="38940" name="Freeform 217"/>
                  <p:cNvSpPr/>
                  <p:nvPr/>
                </p:nvSpPr>
                <p:spPr bwMode="auto">
                  <a:xfrm>
                    <a:off x="3724" y="2321"/>
                    <a:ext cx="117" cy="212"/>
                  </a:xfrm>
                  <a:custGeom>
                    <a:avLst/>
                    <a:gdLst>
                      <a:gd name="T0" fmla="*/ 116 w 117"/>
                      <a:gd name="T1" fmla="*/ 211 h 212"/>
                      <a:gd name="T2" fmla="*/ 3 w 117"/>
                      <a:gd name="T3" fmla="*/ 200 h 212"/>
                      <a:gd name="T4" fmla="*/ 0 w 117"/>
                      <a:gd name="T5" fmla="*/ 0 h 212"/>
                      <a:gd name="T6" fmla="*/ 0 60000 65536"/>
                      <a:gd name="T7" fmla="*/ 0 60000 65536"/>
                      <a:gd name="T8" fmla="*/ 0 60000 65536"/>
                      <a:gd name="T9" fmla="*/ 0 w 117"/>
                      <a:gd name="T10" fmla="*/ 0 h 212"/>
                      <a:gd name="T11" fmla="*/ 117 w 117"/>
                      <a:gd name="T12" fmla="*/ 212 h 212"/>
                    </a:gdLst>
                    <a:ahLst/>
                    <a:cxnLst>
                      <a:cxn ang="T6">
                        <a:pos x="T0" y="T1"/>
                      </a:cxn>
                      <a:cxn ang="T7">
                        <a:pos x="T2" y="T3"/>
                      </a:cxn>
                      <a:cxn ang="T8">
                        <a:pos x="T4" y="T5"/>
                      </a:cxn>
                    </a:cxnLst>
                    <a:rect l="T9" t="T10" r="T11" b="T12"/>
                    <a:pathLst>
                      <a:path w="117" h="212">
                        <a:moveTo>
                          <a:pt x="116" y="211"/>
                        </a:moveTo>
                        <a:lnTo>
                          <a:pt x="3" y="200"/>
                        </a:lnTo>
                        <a:lnTo>
                          <a:pt x="0" y="0"/>
                        </a:lnTo>
                      </a:path>
                    </a:pathLst>
                  </a:custGeom>
                  <a:noFill/>
                  <a:ln w="12700" cap="rnd">
                    <a:solidFill>
                      <a:srgbClr val="80808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sp>
                <p:nvSpPr>
                  <p:cNvPr id="38941" name="Freeform 218"/>
                  <p:cNvSpPr/>
                  <p:nvPr/>
                </p:nvSpPr>
                <p:spPr bwMode="auto">
                  <a:xfrm>
                    <a:off x="3727" y="2346"/>
                    <a:ext cx="131" cy="54"/>
                  </a:xfrm>
                  <a:custGeom>
                    <a:avLst/>
                    <a:gdLst>
                      <a:gd name="T0" fmla="*/ 130 w 131"/>
                      <a:gd name="T1" fmla="*/ 53 h 54"/>
                      <a:gd name="T2" fmla="*/ 84 w 131"/>
                      <a:gd name="T3" fmla="*/ 38 h 54"/>
                      <a:gd name="T4" fmla="*/ 0 w 131"/>
                      <a:gd name="T5" fmla="*/ 0 h 54"/>
                      <a:gd name="T6" fmla="*/ 0 60000 65536"/>
                      <a:gd name="T7" fmla="*/ 0 60000 65536"/>
                      <a:gd name="T8" fmla="*/ 0 60000 65536"/>
                      <a:gd name="T9" fmla="*/ 0 w 131"/>
                      <a:gd name="T10" fmla="*/ 0 h 54"/>
                      <a:gd name="T11" fmla="*/ 131 w 131"/>
                      <a:gd name="T12" fmla="*/ 54 h 54"/>
                    </a:gdLst>
                    <a:ahLst/>
                    <a:cxnLst>
                      <a:cxn ang="T6">
                        <a:pos x="T0" y="T1"/>
                      </a:cxn>
                      <a:cxn ang="T7">
                        <a:pos x="T2" y="T3"/>
                      </a:cxn>
                      <a:cxn ang="T8">
                        <a:pos x="T4" y="T5"/>
                      </a:cxn>
                    </a:cxnLst>
                    <a:rect l="T9" t="T10" r="T11" b="T12"/>
                    <a:pathLst>
                      <a:path w="131" h="54">
                        <a:moveTo>
                          <a:pt x="130" y="53"/>
                        </a:moveTo>
                        <a:lnTo>
                          <a:pt x="84" y="38"/>
                        </a:lnTo>
                        <a:lnTo>
                          <a:pt x="0" y="0"/>
                        </a:lnTo>
                      </a:path>
                    </a:pathLst>
                  </a:custGeom>
                  <a:noFill/>
                  <a:ln w="12700" cap="rnd">
                    <a:solidFill>
                      <a:srgbClr val="80808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grpSp>
            <p:sp>
              <p:nvSpPr>
                <p:cNvPr id="38939" name="Freeform 219"/>
                <p:cNvSpPr/>
                <p:nvPr/>
              </p:nvSpPr>
              <p:spPr bwMode="auto">
                <a:xfrm>
                  <a:off x="3747" y="2563"/>
                  <a:ext cx="18" cy="365"/>
                </a:xfrm>
                <a:custGeom>
                  <a:avLst/>
                  <a:gdLst>
                    <a:gd name="T0" fmla="*/ 0 w 18"/>
                    <a:gd name="T1" fmla="*/ 0 h 365"/>
                    <a:gd name="T2" fmla="*/ 6 w 18"/>
                    <a:gd name="T3" fmla="*/ 196 h 365"/>
                    <a:gd name="T4" fmla="*/ 17 w 18"/>
                    <a:gd name="T5" fmla="*/ 364 h 365"/>
                    <a:gd name="T6" fmla="*/ 0 60000 65536"/>
                    <a:gd name="T7" fmla="*/ 0 60000 65536"/>
                    <a:gd name="T8" fmla="*/ 0 60000 65536"/>
                    <a:gd name="T9" fmla="*/ 0 w 18"/>
                    <a:gd name="T10" fmla="*/ 0 h 365"/>
                    <a:gd name="T11" fmla="*/ 18 w 18"/>
                    <a:gd name="T12" fmla="*/ 365 h 365"/>
                  </a:gdLst>
                  <a:ahLst/>
                  <a:cxnLst>
                    <a:cxn ang="T6">
                      <a:pos x="T0" y="T1"/>
                    </a:cxn>
                    <a:cxn ang="T7">
                      <a:pos x="T2" y="T3"/>
                    </a:cxn>
                    <a:cxn ang="T8">
                      <a:pos x="T4" y="T5"/>
                    </a:cxn>
                  </a:cxnLst>
                  <a:rect l="T9" t="T10" r="T11" b="T12"/>
                  <a:pathLst>
                    <a:path w="18" h="365">
                      <a:moveTo>
                        <a:pt x="0" y="0"/>
                      </a:moveTo>
                      <a:lnTo>
                        <a:pt x="6" y="196"/>
                      </a:lnTo>
                      <a:lnTo>
                        <a:pt x="17" y="364"/>
                      </a:lnTo>
                    </a:path>
                  </a:pathLst>
                </a:custGeom>
                <a:noFill/>
                <a:ln w="12700" cap="rnd">
                  <a:solidFill>
                    <a:srgbClr val="80808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p>
                  <a:endParaRPr lang="zh-CN" altLang="en-US"/>
                </a:p>
              </p:txBody>
            </p:sp>
          </p:grpSp>
        </p:grpSp>
      </p:grpSp>
      <p:sp>
        <p:nvSpPr>
          <p:cNvPr id="153820" name="Rectangle 220"/>
          <p:cNvSpPr>
            <a:spLocks noChangeArrowheads="1"/>
          </p:cNvSpPr>
          <p:nvPr/>
        </p:nvSpPr>
        <p:spPr bwMode="auto">
          <a:xfrm>
            <a:off x="6056313" y="1844361"/>
            <a:ext cx="4216400" cy="579437"/>
          </a:xfrm>
          <a:prstGeom prst="rect">
            <a:avLst/>
          </a:prstGeom>
          <a:noFill/>
          <a:ln w="9525">
            <a:noFill/>
            <a:miter lim="800000"/>
          </a:ln>
          <a:effectLst/>
        </p:spPr>
        <p:txBody>
          <a:bodyPr>
            <a:spAutoFit/>
          </a:bodyPr>
          <a:p>
            <a:pPr>
              <a:defRPr/>
            </a:pPr>
            <a:r>
              <a:rPr lang="zh-CN" altLang="en-US" sz="3200" dirty="0">
                <a:effectLst>
                  <a:outerShdw blurRad="38100" dist="38100" dir="2700000" algn="tl">
                    <a:srgbClr val="C0C0C0"/>
                  </a:outerShdw>
                </a:effectLst>
              </a:rPr>
              <a:t>左图中存在哪些类？</a:t>
            </a:r>
            <a:endParaRPr lang="en-US" altLang="zh-CN" sz="3200" dirty="0">
              <a:effectLst>
                <a:outerShdw blurRad="38100" dist="38100" dir="2700000" algn="tl">
                  <a:srgbClr val="C0C0C0"/>
                </a:outerShdw>
              </a:effectLst>
            </a:endParaRPr>
          </a:p>
        </p:txBody>
      </p:sp>
      <p:sp>
        <p:nvSpPr>
          <p:cNvPr id="153821" name="Rectangle 221"/>
          <p:cNvSpPr>
            <a:spLocks noChangeArrowheads="1"/>
          </p:cNvSpPr>
          <p:nvPr/>
        </p:nvSpPr>
        <p:spPr bwMode="auto">
          <a:xfrm>
            <a:off x="2878455" y="5157156"/>
            <a:ext cx="6337250" cy="584775"/>
          </a:xfrm>
          <a:prstGeom prst="rect">
            <a:avLst/>
          </a:prstGeom>
          <a:solidFill>
            <a:schemeClr val="accent1">
              <a:lumMod val="20000"/>
              <a:lumOff val="80000"/>
            </a:schemeClr>
          </a:solidFill>
          <a:ln w="9525">
            <a:noFill/>
            <a:miter lim="800000"/>
          </a:ln>
          <a:effectLst/>
        </p:spPr>
        <p:txBody>
          <a:bodyPr wrap="square">
            <a:spAutoFit/>
          </a:bodyPr>
          <a:p>
            <a:pPr>
              <a:defRPr/>
            </a:pPr>
            <a:r>
              <a:rPr lang="zh-CN" altLang="en-US" sz="3200" dirty="0">
                <a:solidFill>
                  <a:srgbClr val="FF0000"/>
                </a:solidFill>
                <a:effectLst>
                  <a:outerShdw blurRad="38100" dist="38100" dir="2700000" algn="tl">
                    <a:srgbClr val="C0C0C0"/>
                  </a:outerShdw>
                </a:effectLst>
              </a:rPr>
              <a:t>抽象取决于项目的上下文（需求）</a:t>
            </a:r>
            <a:endParaRPr lang="en-US" altLang="zh-CN" sz="3200" dirty="0">
              <a:solidFill>
                <a:srgbClr val="FF0000"/>
              </a:solidFill>
              <a:effectLst>
                <a:outerShdw blurRad="38100" dist="38100" dir="2700000" algn="tl">
                  <a:srgbClr val="C0C0C0"/>
                </a:outerShdw>
              </a:effectLst>
            </a:endParaRPr>
          </a:p>
        </p:txBody>
      </p:sp>
      <p:sp>
        <p:nvSpPr>
          <p:cNvPr id="153822" name="Rectangle 222"/>
          <p:cNvSpPr>
            <a:spLocks noChangeArrowheads="1"/>
          </p:cNvSpPr>
          <p:nvPr/>
        </p:nvSpPr>
        <p:spPr bwMode="auto">
          <a:xfrm>
            <a:off x="6672266" y="2563498"/>
            <a:ext cx="2427287" cy="1800225"/>
          </a:xfrm>
          <a:prstGeom prst="rect">
            <a:avLst/>
          </a:prstGeom>
          <a:noFill/>
          <a:ln w="9525">
            <a:noFill/>
            <a:miter lim="800000"/>
          </a:ln>
          <a:effectLst/>
        </p:spPr>
        <p:txBody>
          <a:bodyPr wrap="none">
            <a:spAutoFit/>
          </a:bodyPr>
          <a:p>
            <a:pPr marL="457200" indent="-457200">
              <a:buFontTx/>
              <a:buAutoNum type="alphaUcPeriod"/>
              <a:defRPr/>
            </a:pPr>
            <a:r>
              <a:rPr lang="zh-CN" altLang="en-US" sz="2800" dirty="0">
                <a:effectLst>
                  <a:outerShdw blurRad="38100" dist="38100" dir="2700000" algn="tl">
                    <a:srgbClr val="C0C0C0"/>
                  </a:outerShdw>
                </a:effectLst>
              </a:rPr>
              <a:t>人</a:t>
            </a:r>
            <a:endParaRPr lang="zh-CN" altLang="en-US" sz="2800" dirty="0">
              <a:effectLst>
                <a:outerShdw blurRad="38100" dist="38100" dir="2700000" algn="tl">
                  <a:srgbClr val="C0C0C0"/>
                </a:outerShdw>
              </a:effectLst>
            </a:endParaRPr>
          </a:p>
          <a:p>
            <a:pPr marL="457200" indent="-457200">
              <a:buFontTx/>
              <a:buAutoNum type="alphaUcPeriod"/>
              <a:defRPr/>
            </a:pPr>
            <a:r>
              <a:rPr lang="zh-CN" altLang="en-US" sz="2800" dirty="0">
                <a:effectLst>
                  <a:outerShdw blurRad="38100" dist="38100" dir="2700000" algn="tl">
                    <a:srgbClr val="C0C0C0"/>
                  </a:outerShdw>
                </a:effectLst>
              </a:rPr>
              <a:t>男人、女人</a:t>
            </a:r>
            <a:endParaRPr lang="zh-CN" altLang="en-US" sz="2800" dirty="0">
              <a:effectLst>
                <a:outerShdw blurRad="38100" dist="38100" dir="2700000" algn="tl">
                  <a:srgbClr val="C0C0C0"/>
                </a:outerShdw>
              </a:effectLst>
            </a:endParaRPr>
          </a:p>
          <a:p>
            <a:pPr marL="457200" indent="-457200">
              <a:buFontTx/>
              <a:buAutoNum type="alphaUcPeriod"/>
              <a:defRPr/>
            </a:pPr>
            <a:r>
              <a:rPr lang="zh-CN" altLang="en-US" sz="2800" dirty="0">
                <a:effectLst>
                  <a:outerShdw blurRad="38100" dist="38100" dir="2700000" algn="tl">
                    <a:srgbClr val="C0C0C0"/>
                  </a:outerShdw>
                </a:effectLst>
              </a:rPr>
              <a:t>老板、员工</a:t>
            </a:r>
            <a:endParaRPr lang="zh-CN" altLang="en-US" sz="2800" dirty="0">
              <a:effectLst>
                <a:outerShdw blurRad="38100" dist="38100" dir="2700000" algn="tl">
                  <a:srgbClr val="C0C0C0"/>
                </a:outerShdw>
              </a:effectLst>
            </a:endParaRPr>
          </a:p>
          <a:p>
            <a:pPr marL="457200" indent="-457200">
              <a:buFontTx/>
              <a:buAutoNum type="alphaUcPeriod"/>
              <a:defRPr/>
            </a:pPr>
            <a:r>
              <a:rPr lang="zh-CN" altLang="en-US" sz="2800" dirty="0">
                <a:effectLst>
                  <a:outerShdw blurRad="38100" dist="38100" dir="2700000" algn="tl">
                    <a:srgbClr val="C0C0C0"/>
                  </a:outerShdw>
                </a:effectLst>
              </a:rPr>
              <a:t>老师、学生</a:t>
            </a:r>
            <a:endParaRPr lang="en-US" altLang="zh-CN" sz="2800" dirty="0">
              <a:effectLst>
                <a:outerShdw blurRad="38100" dist="38100" dir="2700000" algn="tl">
                  <a:srgbClr val="C0C0C0"/>
                </a:outerShdw>
              </a:effectLst>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3822"/>
                                        </p:tgtEl>
                                        <p:attrNameLst>
                                          <p:attrName>style.visibility</p:attrName>
                                        </p:attrNameLst>
                                      </p:cBhvr>
                                      <p:to>
                                        <p:strVal val="visible"/>
                                      </p:to>
                                    </p:set>
                                    <p:animEffect transition="in" filter="dissolve">
                                      <p:cBhvr>
                                        <p:cTn id="7" dur="500"/>
                                        <p:tgtEl>
                                          <p:spTgt spid="1538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3821"/>
                                        </p:tgtEl>
                                        <p:attrNameLst>
                                          <p:attrName>style.visibility</p:attrName>
                                        </p:attrNameLst>
                                      </p:cBhvr>
                                      <p:to>
                                        <p:strVal val="visible"/>
                                      </p:to>
                                    </p:set>
                                    <p:animEffect transition="in" filter="dissolve">
                                      <p:cBhvr>
                                        <p:cTn id="12" dur="500"/>
                                        <p:tgtEl>
                                          <p:spTgt spid="1538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821" grpId="0" bldLvl="0" animBg="1"/>
      <p:bldP spid="153822" grpId="0" bldLvl="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1.4 </a:t>
              </a:r>
              <a:r>
                <a:rPr lang="zh-CN" altLang="en-US" sz="3200" b="1" dirty="0">
                  <a:solidFill>
                    <a:schemeClr val="tx2">
                      <a:lumMod val="75000"/>
                    </a:schemeClr>
                  </a:solidFill>
                  <a:latin typeface="+mj-lt"/>
                  <a:ea typeface="黑体" panose="02010609060101010101" pitchFamily="49" charset="-122"/>
                  <a:cs typeface="+mj-lt"/>
                </a:rPr>
                <a:t>面向对象技术的相关</a:t>
              </a:r>
              <a:r>
                <a:rPr lang="zh-CN" altLang="en-US" sz="3200" b="1" dirty="0">
                  <a:solidFill>
                    <a:schemeClr val="tx2">
                      <a:lumMod val="75000"/>
                    </a:schemeClr>
                  </a:solidFill>
                  <a:latin typeface="+mj-lt"/>
                  <a:ea typeface="黑体" panose="02010609060101010101" pitchFamily="49" charset="-122"/>
                  <a:cs typeface="+mj-lt"/>
                </a:rPr>
                <a:t>原则</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25221"/>
            <a:ext cx="10872184" cy="5400675"/>
          </a:xfrm>
        </p:spPr>
        <p:txBody>
          <a:bodyPr/>
          <a:p>
            <a:pPr eaLnBrk="1" hangingPunct="1"/>
            <a:r>
              <a:rPr lang="zh-CN" altLang="en-US" sz="2800">
                <a:sym typeface="+mn-ea"/>
              </a:rPr>
              <a:t>封装</a:t>
            </a:r>
            <a:r>
              <a:rPr lang="en-US" altLang="zh-CN" sz="2800">
                <a:sym typeface="+mn-ea"/>
              </a:rPr>
              <a:t>-Encapsulation</a:t>
            </a:r>
            <a:endParaRPr lang="en-US" altLang="zh-CN" sz="2800">
              <a:sym typeface="+mn-ea"/>
            </a:endParaRPr>
          </a:p>
          <a:p>
            <a:pPr lvl="1" eaLnBrk="1" hangingPunct="1">
              <a:buSzPct val="80000"/>
              <a:buFont typeface="Wingdings" panose="05000000000000000000" charset="0"/>
              <a:buChar char=""/>
            </a:pPr>
            <a:r>
              <a:rPr lang="zh-CN" altLang="en-US" sz="2800" dirty="0">
                <a:sym typeface="+mn-ea"/>
              </a:rPr>
              <a:t>封装是对客户（使用者）</a:t>
            </a:r>
            <a:r>
              <a:rPr lang="zh-CN" altLang="en-US" sz="2800" dirty="0">
                <a:solidFill>
                  <a:srgbClr val="C00000"/>
                </a:solidFill>
                <a:sym typeface="+mn-ea"/>
              </a:rPr>
              <a:t>隐藏具体实现细节</a:t>
            </a:r>
            <a:endParaRPr lang="en-US" altLang="zh-CN" sz="2800" dirty="0"/>
          </a:p>
          <a:p>
            <a:pPr lvl="2" eaLnBrk="1" hangingPunct="1">
              <a:buSzPct val="80000"/>
              <a:buFont typeface="Wingdings" panose="05000000000000000000" charset="0"/>
              <a:buChar char=""/>
            </a:pPr>
            <a:r>
              <a:rPr lang="zh-CN" altLang="en-US" sz="2800" dirty="0">
                <a:sym typeface="+mn-ea"/>
              </a:rPr>
              <a:t>客户</a:t>
            </a:r>
            <a:r>
              <a:rPr lang="zh-CN" altLang="en-US" sz="2800" dirty="0">
                <a:solidFill>
                  <a:srgbClr val="C00000"/>
                </a:solidFill>
                <a:sym typeface="+mn-ea"/>
              </a:rPr>
              <a:t>只依赖于接口</a:t>
            </a:r>
            <a:endParaRPr lang="en-US" altLang="zh-CN" sz="2800" dirty="0"/>
          </a:p>
          <a:p>
            <a:pPr lvl="2" eaLnBrk="1" hangingPunct="1">
              <a:buSzPct val="80000"/>
              <a:buFont typeface="Wingdings" panose="05000000000000000000" charset="0"/>
              <a:buChar char=""/>
            </a:pPr>
            <a:r>
              <a:rPr lang="zh-CN" altLang="en-US" sz="2800" dirty="0">
                <a:sym typeface="+mn-ea"/>
              </a:rPr>
              <a:t>通过封装实现</a:t>
            </a:r>
            <a:r>
              <a:rPr lang="zh-CN" altLang="en-US" sz="2800" b="1" dirty="0">
                <a:solidFill>
                  <a:srgbClr val="C00000"/>
                </a:solidFill>
                <a:sym typeface="+mn-ea"/>
              </a:rPr>
              <a:t>信息隐藏和数据抽象</a:t>
            </a:r>
            <a:endParaRPr lang="en-US" altLang="zh-CN" sz="28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graphicFrame>
        <p:nvGraphicFramePr>
          <p:cNvPr id="4098" name="Object 4"/>
          <p:cNvGraphicFramePr>
            <a:graphicFrameLocks noChangeAspect="1"/>
          </p:cNvGraphicFramePr>
          <p:nvPr/>
        </p:nvGraphicFramePr>
        <p:xfrm>
          <a:off x="7750587" y="3501390"/>
          <a:ext cx="4248150" cy="3238500"/>
        </p:xfrm>
        <a:graphic>
          <a:graphicData uri="http://schemas.openxmlformats.org/presentationml/2006/ole">
            <mc:AlternateContent xmlns:mc="http://schemas.openxmlformats.org/markup-compatibility/2006">
              <mc:Choice xmlns:v="urn:schemas-microsoft-com:vml" Requires="v">
                <p:oleObj spid="_x0000_s4229" name="位图图像" r:id="rId1" imgW="4248150" imgH="3238500" progId="Paint.Picture">
                  <p:embed/>
                </p:oleObj>
              </mc:Choice>
              <mc:Fallback>
                <p:oleObj name="位图图像" r:id="rId1" imgW="4248150" imgH="3238500" progId="Paint.Picture">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0587" y="3501390"/>
                        <a:ext cx="4248150" cy="323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random/>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1.4 </a:t>
              </a:r>
              <a:r>
                <a:rPr lang="zh-CN" altLang="en-US" sz="3200" b="1" dirty="0">
                  <a:solidFill>
                    <a:schemeClr val="tx2">
                      <a:lumMod val="75000"/>
                    </a:schemeClr>
                  </a:solidFill>
                  <a:latin typeface="+mj-lt"/>
                  <a:ea typeface="黑体" panose="02010609060101010101" pitchFamily="49" charset="-122"/>
                  <a:cs typeface="+mj-lt"/>
                </a:rPr>
                <a:t>面向对象技术的相关</a:t>
              </a:r>
              <a:r>
                <a:rPr lang="zh-CN" altLang="en-US" sz="3200" b="1" dirty="0">
                  <a:solidFill>
                    <a:schemeClr val="tx2">
                      <a:lumMod val="75000"/>
                    </a:schemeClr>
                  </a:solidFill>
                  <a:latin typeface="+mj-lt"/>
                  <a:ea typeface="黑体" panose="02010609060101010101" pitchFamily="49" charset="-122"/>
                  <a:cs typeface="+mj-lt"/>
                </a:rPr>
                <a:t>原则</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25221"/>
            <a:ext cx="10872184" cy="5400675"/>
          </a:xfrm>
        </p:spPr>
        <p:txBody>
          <a:bodyPr/>
          <a:p>
            <a:pPr eaLnBrk="1" hangingPunct="1"/>
            <a:r>
              <a:rPr lang="zh-CN" altLang="en-US" sz="2800">
                <a:sym typeface="+mn-ea"/>
              </a:rPr>
              <a:t>封装</a:t>
            </a:r>
            <a:r>
              <a:rPr lang="en-US" altLang="zh-CN" sz="2800">
                <a:sym typeface="+mn-ea"/>
              </a:rPr>
              <a:t>-Encapsulation</a:t>
            </a:r>
            <a:endParaRPr lang="en-US" altLang="zh-CN" sz="2800">
              <a:sym typeface="+mn-ea"/>
            </a:endParaRPr>
          </a:p>
          <a:p>
            <a:pPr lvl="1" eaLnBrk="1" hangingPunct="1">
              <a:buSzPct val="80000"/>
              <a:buFont typeface="Wingdings" panose="05000000000000000000" charset="0"/>
              <a:buChar char=""/>
            </a:pPr>
            <a:r>
              <a:rPr lang="zh-CN" altLang="zh-CN" sz="2600" dirty="0">
                <a:sym typeface="+mn-ea"/>
              </a:rPr>
              <a:t>对象有着坚硬的外壳，从外部看来，除了它用来与外界交互的消息通道之外，对象内部就是一个黑匣子，什么也看不到</a:t>
            </a:r>
            <a:r>
              <a:rPr lang="zh-CN" altLang="en-US" sz="2600" dirty="0">
                <a:sym typeface="+mn-ea"/>
              </a:rPr>
              <a:t>。</a:t>
            </a:r>
            <a:endParaRPr lang="en-US" altLang="zh-CN" sz="2600" dirty="0"/>
          </a:p>
          <a:p>
            <a:pPr lvl="1" eaLnBrk="1" hangingPunct="1">
              <a:buSzPct val="80000"/>
              <a:buFont typeface="Wingdings" panose="05000000000000000000" charset="0"/>
              <a:buChar char=""/>
            </a:pPr>
            <a:r>
              <a:rPr lang="zh-CN" altLang="en-US" sz="2600" dirty="0">
                <a:sym typeface="+mn-ea"/>
              </a:rPr>
              <a:t>可以封装类的属性： “人” 这个类，封装个人的年龄、工资等信息 </a:t>
            </a:r>
            <a:endParaRPr lang="en-US" altLang="zh-CN" sz="2600" dirty="0"/>
          </a:p>
          <a:p>
            <a:pPr lvl="1" eaLnBrk="1" hangingPunct="1">
              <a:buSzPct val="80000"/>
              <a:buFont typeface="Wingdings" panose="05000000000000000000" charset="0"/>
              <a:buChar char=""/>
            </a:pPr>
            <a:r>
              <a:rPr lang="zh-CN" altLang="en-US" sz="2600" dirty="0">
                <a:sym typeface="+mn-ea"/>
              </a:rPr>
              <a:t>可以封装类的方法： “人”如何赚钱（）？如何消磨时间（）？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pic>
        <p:nvPicPr>
          <p:cNvPr id="2" name="图片 1"/>
          <p:cNvPicPr>
            <a:picLocks noChangeAspect="1"/>
          </p:cNvPicPr>
          <p:nvPr/>
        </p:nvPicPr>
        <p:blipFill>
          <a:blip r:embed="rId1"/>
          <a:stretch>
            <a:fillRect/>
          </a:stretch>
        </p:blipFill>
        <p:spPr>
          <a:xfrm>
            <a:off x="4870450" y="4725670"/>
            <a:ext cx="1984375" cy="1984375"/>
          </a:xfrm>
          <a:prstGeom prst="rect">
            <a:avLst/>
          </a:prstGeom>
        </p:spPr>
      </p:pic>
    </p:spTree>
  </p:cSld>
  <p:clrMapOvr>
    <a:masterClrMapping/>
  </p:clrMapOvr>
  <p:transition spd="slow">
    <p:random/>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1.4 </a:t>
              </a:r>
              <a:r>
                <a:rPr lang="zh-CN" altLang="en-US" sz="3200" b="1" dirty="0">
                  <a:solidFill>
                    <a:schemeClr val="tx2">
                      <a:lumMod val="75000"/>
                    </a:schemeClr>
                  </a:solidFill>
                  <a:latin typeface="+mj-lt"/>
                  <a:ea typeface="黑体" panose="02010609060101010101" pitchFamily="49" charset="-122"/>
                  <a:cs typeface="+mj-lt"/>
                </a:rPr>
                <a:t>面向对象技术的相关</a:t>
              </a:r>
              <a:r>
                <a:rPr lang="zh-CN" altLang="en-US" sz="3200" b="1" dirty="0">
                  <a:solidFill>
                    <a:schemeClr val="tx2">
                      <a:lumMod val="75000"/>
                    </a:schemeClr>
                  </a:solidFill>
                  <a:latin typeface="+mj-lt"/>
                  <a:ea typeface="黑体" panose="02010609060101010101" pitchFamily="49" charset="-122"/>
                  <a:cs typeface="+mj-lt"/>
                </a:rPr>
                <a:t>原则</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25221"/>
            <a:ext cx="10872184" cy="5400675"/>
          </a:xfrm>
        </p:spPr>
        <p:txBody>
          <a:bodyPr/>
          <a:p>
            <a:pPr eaLnBrk="1" hangingPunct="1"/>
            <a:r>
              <a:rPr lang="zh-CN" altLang="en-US" sz="2800">
                <a:sym typeface="+mn-ea"/>
              </a:rPr>
              <a:t>为什么</a:t>
            </a:r>
            <a:r>
              <a:rPr lang="zh-CN" altLang="en-US" sz="2800">
                <a:sym typeface="+mn-ea"/>
              </a:rPr>
              <a:t>要封装？</a:t>
            </a:r>
            <a:endParaRPr lang="en-US" altLang="zh-CN" sz="28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sp>
        <p:nvSpPr>
          <p:cNvPr id="419843" name="Text Box 3"/>
          <p:cNvSpPr txBox="1">
            <a:spLocks noChangeArrowheads="1"/>
          </p:cNvSpPr>
          <p:nvPr/>
        </p:nvSpPr>
        <p:spPr bwMode="auto">
          <a:xfrm>
            <a:off x="2136775" y="2059623"/>
            <a:ext cx="7272338" cy="519112"/>
          </a:xfrm>
          <a:prstGeom prst="rect">
            <a:avLst/>
          </a:prstGeom>
          <a:noFill/>
          <a:ln w="9525">
            <a:noFill/>
            <a:miter lim="800000"/>
          </a:ln>
          <a:effectLst/>
        </p:spPr>
        <p:txBody>
          <a:bodyPr>
            <a:spAutoFit/>
          </a:bodyPr>
          <a:p>
            <a:pPr>
              <a:spcBef>
                <a:spcPct val="50000"/>
              </a:spcBef>
              <a:defRPr/>
            </a:pPr>
            <a:r>
              <a:rPr kumimoji="0" lang="zh-CN" altLang="en-US" sz="2800" b="0">
                <a:solidFill>
                  <a:srgbClr val="000000"/>
                </a:solidFill>
                <a:effectLst>
                  <a:outerShdw blurRad="38100" dist="38100" dir="2700000" algn="tl">
                    <a:srgbClr val="C0C0C0"/>
                  </a:outerShdw>
                </a:effectLst>
                <a:latin typeface="Times New Roman" panose="02020603050405020304" charset="0"/>
                <a:ea typeface="微软雅黑" panose="020B0503020204020204" pitchFamily="34" charset="-122"/>
              </a:rPr>
              <a:t>结构化程序设计：程序 </a:t>
            </a:r>
            <a:r>
              <a:rPr kumimoji="0" lang="en-US" altLang="zh-CN" sz="2800" b="0">
                <a:solidFill>
                  <a:srgbClr val="000000"/>
                </a:solidFill>
                <a:effectLst>
                  <a:outerShdw blurRad="38100" dist="38100" dir="2700000" algn="tl">
                    <a:srgbClr val="C0C0C0"/>
                  </a:outerShdw>
                </a:effectLst>
                <a:latin typeface="Times New Roman" panose="02020603050405020304" charset="0"/>
                <a:ea typeface="微软雅黑" panose="020B0503020204020204" pitchFamily="34" charset="-122"/>
              </a:rPr>
              <a:t>= </a:t>
            </a:r>
            <a:r>
              <a:rPr kumimoji="0" lang="zh-CN" altLang="en-US" sz="2800" b="0">
                <a:solidFill>
                  <a:srgbClr val="000000"/>
                </a:solidFill>
                <a:effectLst>
                  <a:outerShdw blurRad="38100" dist="38100" dir="2700000" algn="tl">
                    <a:srgbClr val="C0C0C0"/>
                  </a:outerShdw>
                </a:effectLst>
                <a:latin typeface="Times New Roman" panose="02020603050405020304" charset="0"/>
                <a:ea typeface="微软雅黑" panose="020B0503020204020204" pitchFamily="34" charset="-122"/>
              </a:rPr>
              <a:t>算法 </a:t>
            </a:r>
            <a:r>
              <a:rPr kumimoji="0" lang="en-US" altLang="zh-CN" sz="2800" b="0">
                <a:solidFill>
                  <a:srgbClr val="000000"/>
                </a:solidFill>
                <a:effectLst>
                  <a:outerShdw blurRad="38100" dist="38100" dir="2700000" algn="tl">
                    <a:srgbClr val="C0C0C0"/>
                  </a:outerShdw>
                </a:effectLst>
                <a:latin typeface="Times New Roman" panose="02020603050405020304" charset="0"/>
                <a:ea typeface="微软雅黑" panose="020B0503020204020204" pitchFamily="34" charset="-122"/>
              </a:rPr>
              <a:t>+ </a:t>
            </a:r>
            <a:r>
              <a:rPr kumimoji="0" lang="zh-CN" altLang="en-US" sz="2800" b="0">
                <a:solidFill>
                  <a:srgbClr val="000000"/>
                </a:solidFill>
                <a:effectLst>
                  <a:outerShdw blurRad="38100" dist="38100" dir="2700000" algn="tl">
                    <a:srgbClr val="C0C0C0"/>
                  </a:outerShdw>
                </a:effectLst>
                <a:latin typeface="Times New Roman" panose="02020603050405020304" charset="0"/>
                <a:ea typeface="微软雅黑" panose="020B0503020204020204" pitchFamily="34" charset="-122"/>
              </a:rPr>
              <a:t>数据结构</a:t>
            </a:r>
            <a:endParaRPr kumimoji="0" lang="zh-CN" altLang="en-US" sz="2800" b="0">
              <a:solidFill>
                <a:srgbClr val="000000"/>
              </a:solidFill>
              <a:effectLst>
                <a:outerShdw blurRad="38100" dist="38100" dir="2700000" algn="tl">
                  <a:srgbClr val="C0C0C0"/>
                </a:outerShdw>
              </a:effectLst>
              <a:latin typeface="Times New Roman" panose="02020603050405020304" charset="0"/>
              <a:ea typeface="微软雅黑" panose="020B0503020204020204" pitchFamily="34" charset="-122"/>
            </a:endParaRPr>
          </a:p>
        </p:txBody>
      </p:sp>
      <p:sp>
        <p:nvSpPr>
          <p:cNvPr id="419844" name="AutoShape 4"/>
          <p:cNvSpPr>
            <a:spLocks noChangeArrowheads="1"/>
          </p:cNvSpPr>
          <p:nvPr/>
        </p:nvSpPr>
        <p:spPr bwMode="auto">
          <a:xfrm>
            <a:off x="3649663" y="2850201"/>
            <a:ext cx="4032250" cy="1800225"/>
          </a:xfrm>
          <a:prstGeom prst="roundRect">
            <a:avLst>
              <a:gd name="adj" fmla="val 16667"/>
            </a:avLst>
          </a:prstGeom>
          <a:solidFill>
            <a:srgbClr val="969696"/>
          </a:solidFill>
          <a:ln w="9525">
            <a:solidFill>
              <a:schemeClr val="tx1"/>
            </a:solidFill>
            <a:round/>
          </a:ln>
          <a:effectLst/>
        </p:spPr>
        <p:txBody>
          <a:bodyPr wrap="none" anchor="ctr"/>
          <a:p>
            <a:pPr algn="ctr">
              <a:defRPr/>
            </a:pPr>
            <a:r>
              <a:rPr kumimoji="0" lang="zh-CN" altLang="en-US" sz="3600" b="0" dirty="0">
                <a:solidFill>
                  <a:srgbClr val="000000"/>
                </a:solidFill>
                <a:effectLst>
                  <a:outerShdw blurRad="38100" dist="38100" dir="2700000" algn="tl">
                    <a:srgbClr val="FFFFFF"/>
                  </a:outerShdw>
                </a:effectLst>
                <a:latin typeface="Times New Roman" panose="02020603050405020304" charset="0"/>
                <a:ea typeface="微软雅黑" panose="020B0503020204020204" pitchFamily="34" charset="-122"/>
              </a:rPr>
              <a:t>全局数据</a:t>
            </a:r>
            <a:endParaRPr kumimoji="0" lang="zh-CN" altLang="en-US" sz="3600" b="0" dirty="0">
              <a:solidFill>
                <a:srgbClr val="000000"/>
              </a:solidFill>
              <a:effectLst>
                <a:outerShdw blurRad="38100" dist="38100" dir="2700000" algn="tl">
                  <a:srgbClr val="FFFFFF"/>
                </a:outerShdw>
              </a:effectLst>
              <a:latin typeface="Times New Roman" panose="02020603050405020304" charset="0"/>
              <a:ea typeface="微软雅黑" panose="020B0503020204020204" pitchFamily="34" charset="-122"/>
            </a:endParaRPr>
          </a:p>
        </p:txBody>
      </p:sp>
      <p:sp>
        <p:nvSpPr>
          <p:cNvPr id="419845" name="AutoShape 5"/>
          <p:cNvSpPr>
            <a:spLocks noChangeArrowheads="1"/>
          </p:cNvSpPr>
          <p:nvPr/>
        </p:nvSpPr>
        <p:spPr bwMode="auto">
          <a:xfrm rot="4944321">
            <a:off x="7707313" y="1945323"/>
            <a:ext cx="863600" cy="2305050"/>
          </a:xfrm>
          <a:prstGeom prst="lightningBolt">
            <a:avLst/>
          </a:prstGeom>
          <a:solidFill>
            <a:srgbClr val="CCFFFF"/>
          </a:solidFill>
          <a:ln w="9525">
            <a:solidFill>
              <a:schemeClr val="tx1"/>
            </a:solidFill>
            <a:miter lim="800000"/>
          </a:ln>
        </p:spPr>
        <p:txBody>
          <a:bodyPr rot="10800000" vert="eaVert" wrap="none" anchor="ctr"/>
          <a:p>
            <a:pPr algn="ctr"/>
            <a:r>
              <a:rPr kumimoji="0" lang="zh-CN" altLang="en-US" sz="1800" b="0">
                <a:solidFill>
                  <a:srgbClr val="000000"/>
                </a:solidFill>
                <a:latin typeface="Times New Roman" panose="02020603050405020304" charset="0"/>
                <a:ea typeface="微软雅黑" panose="020B0503020204020204" pitchFamily="34" charset="-122"/>
              </a:rPr>
              <a:t>算法</a:t>
            </a:r>
            <a:endParaRPr kumimoji="0" lang="zh-CN" altLang="en-US" sz="1800" b="0">
              <a:solidFill>
                <a:srgbClr val="000000"/>
              </a:solidFill>
              <a:latin typeface="Times New Roman" panose="02020603050405020304" charset="0"/>
              <a:ea typeface="微软雅黑" panose="020B0503020204020204" pitchFamily="34" charset="-122"/>
            </a:endParaRPr>
          </a:p>
        </p:txBody>
      </p:sp>
      <p:sp>
        <p:nvSpPr>
          <p:cNvPr id="419846" name="AutoShape 6"/>
          <p:cNvSpPr>
            <a:spLocks noChangeArrowheads="1"/>
          </p:cNvSpPr>
          <p:nvPr/>
        </p:nvSpPr>
        <p:spPr bwMode="auto">
          <a:xfrm>
            <a:off x="5160963" y="3931288"/>
            <a:ext cx="647700" cy="2232025"/>
          </a:xfrm>
          <a:prstGeom prst="upArrow">
            <a:avLst>
              <a:gd name="adj1" fmla="val 50000"/>
              <a:gd name="adj2" fmla="val 86152"/>
            </a:avLst>
          </a:prstGeom>
          <a:solidFill>
            <a:srgbClr val="CCFFFF"/>
          </a:solidFill>
          <a:ln w="9525">
            <a:solidFill>
              <a:schemeClr val="tx1"/>
            </a:solidFill>
            <a:miter lim="800000"/>
          </a:ln>
        </p:spPr>
        <p:txBody>
          <a:bodyPr vert="eaVert" wrap="none" anchor="ctr"/>
          <a:p>
            <a:pPr algn="ctr"/>
            <a:r>
              <a:rPr kumimoji="0" lang="zh-CN" altLang="en-US" sz="1800" b="0">
                <a:solidFill>
                  <a:srgbClr val="000000"/>
                </a:solidFill>
                <a:latin typeface="Times New Roman" panose="02020603050405020304" charset="0"/>
                <a:ea typeface="微软雅黑" panose="020B0503020204020204" pitchFamily="34" charset="-122"/>
              </a:rPr>
              <a:t>算法</a:t>
            </a:r>
            <a:endParaRPr kumimoji="0" lang="zh-CN" altLang="en-US" sz="1800" b="0">
              <a:solidFill>
                <a:srgbClr val="000000"/>
              </a:solidFill>
              <a:latin typeface="Times New Roman" panose="02020603050405020304" charset="0"/>
              <a:ea typeface="微软雅黑" panose="020B0503020204020204" pitchFamily="34" charset="-122"/>
            </a:endParaRPr>
          </a:p>
        </p:txBody>
      </p:sp>
      <p:sp>
        <p:nvSpPr>
          <p:cNvPr id="419847" name="AutoShape 7"/>
          <p:cNvSpPr>
            <a:spLocks noChangeArrowheads="1"/>
          </p:cNvSpPr>
          <p:nvPr/>
        </p:nvSpPr>
        <p:spPr bwMode="auto">
          <a:xfrm rot="-2346731">
            <a:off x="2928941" y="4075748"/>
            <a:ext cx="1584325" cy="1439862"/>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CCFFFF"/>
          </a:solidFill>
          <a:ln w="9525">
            <a:solidFill>
              <a:schemeClr val="tx1"/>
            </a:solidFill>
            <a:miter lim="800000"/>
          </a:ln>
        </p:spPr>
        <p:txBody>
          <a:bodyPr wrap="none" anchor="ctr"/>
          <a:p>
            <a:pPr algn="ctr"/>
            <a:r>
              <a:rPr kumimoji="0" lang="zh-CN" altLang="en-US" sz="1800" b="0">
                <a:solidFill>
                  <a:srgbClr val="000000"/>
                </a:solidFill>
                <a:latin typeface="Times New Roman" panose="02020603050405020304" charset="0"/>
                <a:ea typeface="微软雅黑" panose="020B0503020204020204" pitchFamily="34" charset="-122"/>
              </a:rPr>
              <a:t>算法</a:t>
            </a:r>
            <a:endParaRPr kumimoji="0" lang="zh-CN" altLang="en-US" sz="1800" b="0">
              <a:solidFill>
                <a:srgbClr val="000000"/>
              </a:solidFill>
              <a:latin typeface="Times New Roman" panose="02020603050405020304" charset="0"/>
              <a:ea typeface="微软雅黑" panose="020B0503020204020204" pitchFamily="34" charset="-122"/>
            </a:endParaRPr>
          </a:p>
        </p:txBody>
      </p:sp>
      <p:sp>
        <p:nvSpPr>
          <p:cNvPr id="419848" name="AutoShape 8"/>
          <p:cNvSpPr>
            <a:spLocks noChangeArrowheads="1"/>
          </p:cNvSpPr>
          <p:nvPr/>
        </p:nvSpPr>
        <p:spPr bwMode="auto">
          <a:xfrm>
            <a:off x="1992313" y="2850201"/>
            <a:ext cx="2159000" cy="719137"/>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CCFFFF"/>
          </a:solidFill>
          <a:ln w="9525">
            <a:solidFill>
              <a:schemeClr val="tx1"/>
            </a:solidFill>
            <a:miter lim="800000"/>
          </a:ln>
        </p:spPr>
        <p:txBody>
          <a:bodyPr wrap="none" anchor="ctr"/>
          <a:p>
            <a:pPr algn="ctr"/>
            <a:r>
              <a:rPr kumimoji="0" lang="zh-CN" altLang="en-US" sz="1800" b="0">
                <a:solidFill>
                  <a:srgbClr val="000000"/>
                </a:solidFill>
                <a:latin typeface="Times New Roman" panose="02020603050405020304" charset="0"/>
                <a:ea typeface="微软雅黑" panose="020B0503020204020204" pitchFamily="34" charset="-122"/>
              </a:rPr>
              <a:t>算法</a:t>
            </a:r>
            <a:endParaRPr kumimoji="0" lang="zh-CN" altLang="en-US" sz="1800" b="0">
              <a:solidFill>
                <a:srgbClr val="000000"/>
              </a:solidFill>
              <a:latin typeface="Times New Roman" panose="02020603050405020304" charset="0"/>
              <a:ea typeface="微软雅黑" panose="020B0503020204020204" pitchFamily="34" charset="-122"/>
            </a:endParaRPr>
          </a:p>
        </p:txBody>
      </p:sp>
      <p:sp>
        <p:nvSpPr>
          <p:cNvPr id="419849" name="Text Box 9"/>
          <p:cNvSpPr txBox="1">
            <a:spLocks noChangeArrowheads="1"/>
          </p:cNvSpPr>
          <p:nvPr/>
        </p:nvSpPr>
        <p:spPr bwMode="auto">
          <a:xfrm>
            <a:off x="5880100" y="4867910"/>
            <a:ext cx="4787900" cy="579438"/>
          </a:xfrm>
          <a:prstGeom prst="rect">
            <a:avLst/>
          </a:prstGeom>
          <a:noFill/>
          <a:ln w="9525">
            <a:noFill/>
            <a:miter lim="800000"/>
          </a:ln>
          <a:effectLst/>
        </p:spPr>
        <p:txBody>
          <a:bodyPr>
            <a:spAutoFit/>
          </a:bodyPr>
          <a:p>
            <a:pPr>
              <a:spcBef>
                <a:spcPct val="50000"/>
              </a:spcBef>
              <a:defRPr/>
            </a:pPr>
            <a:r>
              <a:rPr kumimoji="0" lang="zh-CN" altLang="en-US" sz="3200" b="0">
                <a:solidFill>
                  <a:srgbClr val="FF0000"/>
                </a:solidFill>
                <a:effectLst>
                  <a:outerShdw blurRad="38100" dist="38100" dir="2700000" algn="tl">
                    <a:srgbClr val="C0C0C0"/>
                  </a:outerShdw>
                </a:effectLst>
                <a:latin typeface="Times New Roman" panose="02020603050405020304" charset="0"/>
                <a:ea typeface="微软雅黑" panose="020B0503020204020204" pitchFamily="34" charset="-122"/>
              </a:rPr>
              <a:t>如何保证数据的一致性？</a:t>
            </a:r>
            <a:endParaRPr kumimoji="0" lang="zh-CN" altLang="en-US" sz="3200" b="0">
              <a:solidFill>
                <a:srgbClr val="FF0000"/>
              </a:solidFill>
              <a:effectLst>
                <a:outerShdw blurRad="38100" dist="38100" dir="2700000" algn="tl">
                  <a:srgbClr val="C0C0C0"/>
                </a:outerShdw>
              </a:effectLst>
              <a:latin typeface="Times New Roman" panose="02020603050405020304" charset="0"/>
              <a:ea typeface="微软雅黑" panose="020B0503020204020204" pitchFamily="34" charset="-122"/>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19844"/>
                                        </p:tgtEl>
                                        <p:attrNameLst>
                                          <p:attrName>style.visibility</p:attrName>
                                        </p:attrNameLst>
                                      </p:cBhvr>
                                      <p:to>
                                        <p:strVal val="visible"/>
                                      </p:to>
                                    </p:set>
                                    <p:animEffect transition="in" filter="dissolve">
                                      <p:cBhvr>
                                        <p:cTn id="7" dur="500"/>
                                        <p:tgtEl>
                                          <p:spTgt spid="41984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419845"/>
                                        </p:tgtEl>
                                        <p:attrNameLst>
                                          <p:attrName>style.visibility</p:attrName>
                                        </p:attrNameLst>
                                      </p:cBhvr>
                                      <p:to>
                                        <p:strVal val="visible"/>
                                      </p:to>
                                    </p:set>
                                    <p:animEffect transition="in" filter="strips(downRight)">
                                      <p:cBhvr>
                                        <p:cTn id="12" dur="500"/>
                                        <p:tgtEl>
                                          <p:spTgt spid="419845"/>
                                        </p:tgtEl>
                                      </p:cBhvr>
                                    </p:animEffect>
                                  </p:childTnLst>
                                </p:cTn>
                              </p:par>
                              <p:par>
                                <p:cTn id="13" presetID="18" presetClass="entr" presetSubtype="6" fill="hold" grpId="0" nodeType="withEffect">
                                  <p:stCondLst>
                                    <p:cond delay="0"/>
                                  </p:stCondLst>
                                  <p:childTnLst>
                                    <p:set>
                                      <p:cBhvr>
                                        <p:cTn id="14" dur="1" fill="hold">
                                          <p:stCondLst>
                                            <p:cond delay="0"/>
                                          </p:stCondLst>
                                        </p:cTn>
                                        <p:tgtEl>
                                          <p:spTgt spid="419846"/>
                                        </p:tgtEl>
                                        <p:attrNameLst>
                                          <p:attrName>style.visibility</p:attrName>
                                        </p:attrNameLst>
                                      </p:cBhvr>
                                      <p:to>
                                        <p:strVal val="visible"/>
                                      </p:to>
                                    </p:set>
                                    <p:animEffect transition="in" filter="strips(downRight)">
                                      <p:cBhvr>
                                        <p:cTn id="15" dur="500"/>
                                        <p:tgtEl>
                                          <p:spTgt spid="419846"/>
                                        </p:tgtEl>
                                      </p:cBhvr>
                                    </p:animEffect>
                                  </p:childTnLst>
                                </p:cTn>
                              </p:par>
                              <p:par>
                                <p:cTn id="16" presetID="18" presetClass="entr" presetSubtype="6" fill="hold" grpId="0" nodeType="withEffect">
                                  <p:stCondLst>
                                    <p:cond delay="0"/>
                                  </p:stCondLst>
                                  <p:childTnLst>
                                    <p:set>
                                      <p:cBhvr>
                                        <p:cTn id="17" dur="1" fill="hold">
                                          <p:stCondLst>
                                            <p:cond delay="0"/>
                                          </p:stCondLst>
                                        </p:cTn>
                                        <p:tgtEl>
                                          <p:spTgt spid="419847"/>
                                        </p:tgtEl>
                                        <p:attrNameLst>
                                          <p:attrName>style.visibility</p:attrName>
                                        </p:attrNameLst>
                                      </p:cBhvr>
                                      <p:to>
                                        <p:strVal val="visible"/>
                                      </p:to>
                                    </p:set>
                                    <p:animEffect transition="in" filter="strips(downRight)">
                                      <p:cBhvr>
                                        <p:cTn id="18" dur="500"/>
                                        <p:tgtEl>
                                          <p:spTgt spid="419847"/>
                                        </p:tgtEl>
                                      </p:cBhvr>
                                    </p:animEffect>
                                  </p:childTnLst>
                                </p:cTn>
                              </p:par>
                              <p:par>
                                <p:cTn id="19" presetID="18" presetClass="entr" presetSubtype="6" fill="hold" grpId="0" nodeType="withEffect">
                                  <p:stCondLst>
                                    <p:cond delay="0"/>
                                  </p:stCondLst>
                                  <p:childTnLst>
                                    <p:set>
                                      <p:cBhvr>
                                        <p:cTn id="20" dur="1" fill="hold">
                                          <p:stCondLst>
                                            <p:cond delay="0"/>
                                          </p:stCondLst>
                                        </p:cTn>
                                        <p:tgtEl>
                                          <p:spTgt spid="419848"/>
                                        </p:tgtEl>
                                        <p:attrNameLst>
                                          <p:attrName>style.visibility</p:attrName>
                                        </p:attrNameLst>
                                      </p:cBhvr>
                                      <p:to>
                                        <p:strVal val="visible"/>
                                      </p:to>
                                    </p:set>
                                    <p:animEffect transition="in" filter="strips(downRight)">
                                      <p:cBhvr>
                                        <p:cTn id="21" dur="500"/>
                                        <p:tgtEl>
                                          <p:spTgt spid="419848"/>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grpId="0" nodeType="clickEffect">
                                  <p:stCondLst>
                                    <p:cond delay="0"/>
                                  </p:stCondLst>
                                  <p:childTnLst>
                                    <p:set>
                                      <p:cBhvr>
                                        <p:cTn id="25" dur="1" fill="hold">
                                          <p:stCondLst>
                                            <p:cond delay="0"/>
                                          </p:stCondLst>
                                        </p:cTn>
                                        <p:tgtEl>
                                          <p:spTgt spid="419849"/>
                                        </p:tgtEl>
                                        <p:attrNameLst>
                                          <p:attrName>style.visibility</p:attrName>
                                        </p:attrNameLst>
                                      </p:cBhvr>
                                      <p:to>
                                        <p:strVal val="visible"/>
                                      </p:to>
                                    </p:set>
                                    <p:anim calcmode="lin" valueType="num">
                                      <p:cBhvr>
                                        <p:cTn id="26" dur="1000" fill="hold"/>
                                        <p:tgtEl>
                                          <p:spTgt spid="419849"/>
                                        </p:tgtEl>
                                        <p:attrNameLst>
                                          <p:attrName>ppt_w</p:attrName>
                                        </p:attrNameLst>
                                      </p:cBhvr>
                                      <p:tavLst>
                                        <p:tav tm="0">
                                          <p:val>
                                            <p:strVal val="#ppt_w*0.70"/>
                                          </p:val>
                                        </p:tav>
                                        <p:tav tm="100000">
                                          <p:val>
                                            <p:strVal val="#ppt_w"/>
                                          </p:val>
                                        </p:tav>
                                      </p:tavLst>
                                    </p:anim>
                                    <p:anim calcmode="lin" valueType="num">
                                      <p:cBhvr>
                                        <p:cTn id="27" dur="1000" fill="hold"/>
                                        <p:tgtEl>
                                          <p:spTgt spid="419849"/>
                                        </p:tgtEl>
                                        <p:attrNameLst>
                                          <p:attrName>ppt_h</p:attrName>
                                        </p:attrNameLst>
                                      </p:cBhvr>
                                      <p:tavLst>
                                        <p:tav tm="0">
                                          <p:val>
                                            <p:strVal val="#ppt_h"/>
                                          </p:val>
                                        </p:tav>
                                        <p:tav tm="100000">
                                          <p:val>
                                            <p:strVal val="#ppt_h"/>
                                          </p:val>
                                        </p:tav>
                                      </p:tavLst>
                                    </p:anim>
                                    <p:animEffect transition="in" filter="fade">
                                      <p:cBhvr>
                                        <p:cTn id="28" dur="1000"/>
                                        <p:tgtEl>
                                          <p:spTgt spid="4198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44" grpId="0" bldLvl="0" animBg="1"/>
      <p:bldP spid="419845" grpId="0" bldLvl="0" animBg="1"/>
      <p:bldP spid="419846" grpId="0" bldLvl="0" animBg="1"/>
      <p:bldP spid="419847" grpId="0" bldLvl="0" animBg="1"/>
      <p:bldP spid="419848" grpId="0" bldLvl="0" animBg="1"/>
      <p:bldP spid="419849" grpId="0" bldLvl="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1.4 </a:t>
              </a:r>
              <a:r>
                <a:rPr lang="zh-CN" altLang="en-US" sz="3200" b="1" dirty="0">
                  <a:solidFill>
                    <a:schemeClr val="tx2">
                      <a:lumMod val="75000"/>
                    </a:schemeClr>
                  </a:solidFill>
                  <a:latin typeface="+mj-lt"/>
                  <a:ea typeface="黑体" panose="02010609060101010101" pitchFamily="49" charset="-122"/>
                  <a:cs typeface="+mj-lt"/>
                </a:rPr>
                <a:t>面向对象技术的相关</a:t>
              </a:r>
              <a:r>
                <a:rPr lang="zh-CN" altLang="en-US" sz="3200" b="1" dirty="0">
                  <a:solidFill>
                    <a:schemeClr val="tx2">
                      <a:lumMod val="75000"/>
                    </a:schemeClr>
                  </a:solidFill>
                  <a:latin typeface="+mj-lt"/>
                  <a:ea typeface="黑体" panose="02010609060101010101" pitchFamily="49" charset="-122"/>
                  <a:cs typeface="+mj-lt"/>
                </a:rPr>
                <a:t>原则</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25221"/>
            <a:ext cx="10872184" cy="5400675"/>
          </a:xfrm>
        </p:spPr>
        <p:txBody>
          <a:bodyPr/>
          <a:p>
            <a:pPr eaLnBrk="1" hangingPunct="1"/>
            <a:r>
              <a:rPr lang="zh-CN" altLang="en-US" sz="2800">
                <a:sym typeface="+mn-ea"/>
              </a:rPr>
              <a:t>范例：数据</a:t>
            </a:r>
            <a:r>
              <a:rPr lang="zh-CN" altLang="en-US" sz="2800">
                <a:sym typeface="+mn-ea"/>
              </a:rPr>
              <a:t>一致性</a:t>
            </a:r>
            <a:endParaRPr lang="en-US" altLang="zh-CN" sz="28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sp>
        <p:nvSpPr>
          <p:cNvPr id="420867" name="Text Box 3"/>
          <p:cNvSpPr txBox="1">
            <a:spLocks noChangeArrowheads="1"/>
          </p:cNvSpPr>
          <p:nvPr/>
        </p:nvSpPr>
        <p:spPr bwMode="auto">
          <a:xfrm>
            <a:off x="2275171" y="2170426"/>
            <a:ext cx="4176712"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kumimoji="0" lang="en-US" altLang="zh-CN" b="0" dirty="0">
                <a:solidFill>
                  <a:srgbClr val="FF0000"/>
                </a:solidFill>
                <a:latin typeface="Times New Roman" panose="02020603050405020304" charset="0"/>
                <a:ea typeface="微软雅黑" panose="020B0503020204020204" pitchFamily="34" charset="-122"/>
              </a:rPr>
              <a:t>struct</a:t>
            </a:r>
            <a:r>
              <a:rPr kumimoji="0" lang="en-US" altLang="zh-CN" b="0" dirty="0">
                <a:solidFill>
                  <a:srgbClr val="000000"/>
                </a:solidFill>
                <a:latin typeface="Times New Roman" panose="02020603050405020304" charset="0"/>
                <a:ea typeface="微软雅黑" panose="020B0503020204020204" pitchFamily="34" charset="-122"/>
              </a:rPr>
              <a:t> </a:t>
            </a:r>
            <a:r>
              <a:rPr kumimoji="0" lang="en-US" altLang="zh-CN" b="0" dirty="0" err="1">
                <a:solidFill>
                  <a:schemeClr val="tx2"/>
                </a:solidFill>
                <a:latin typeface="Times New Roman" panose="02020603050405020304" charset="0"/>
                <a:ea typeface="微软雅黑" panose="020B0503020204020204" pitchFamily="34" charset="-122"/>
              </a:rPr>
              <a:t>ShippingAddress</a:t>
            </a:r>
            <a:r>
              <a:rPr kumimoji="0" lang="en-US" altLang="zh-CN" b="0" dirty="0">
                <a:solidFill>
                  <a:srgbClr val="000000"/>
                </a:solidFill>
                <a:latin typeface="Times New Roman" panose="02020603050405020304" charset="0"/>
                <a:ea typeface="微软雅黑" panose="020B0503020204020204" pitchFamily="34" charset="-122"/>
              </a:rPr>
              <a:t> {</a:t>
            </a:r>
            <a:endParaRPr kumimoji="0" lang="en-US" altLang="zh-CN" b="0" dirty="0">
              <a:solidFill>
                <a:srgbClr val="000000"/>
              </a:solidFill>
              <a:latin typeface="Times New Roman" panose="02020603050405020304" charset="0"/>
              <a:ea typeface="微软雅黑" panose="020B0503020204020204" pitchFamily="34" charset="-122"/>
            </a:endParaRPr>
          </a:p>
          <a:p>
            <a:pPr eaLnBrk="1" hangingPunct="1">
              <a:spcBef>
                <a:spcPct val="50000"/>
              </a:spcBef>
            </a:pPr>
            <a:r>
              <a:rPr kumimoji="0" lang="en-US" altLang="zh-CN" b="0" dirty="0">
                <a:solidFill>
                  <a:srgbClr val="000000"/>
                </a:solidFill>
                <a:latin typeface="Times New Roman" panose="02020603050405020304" charset="0"/>
                <a:ea typeface="微软雅黑" panose="020B0503020204020204" pitchFamily="34" charset="-122"/>
              </a:rPr>
              <a:t>    long </a:t>
            </a:r>
            <a:r>
              <a:rPr kumimoji="0" lang="en-US" altLang="zh-CN" b="0" dirty="0" err="1">
                <a:solidFill>
                  <a:srgbClr val="000000"/>
                </a:solidFill>
                <a:latin typeface="Times New Roman" panose="02020603050405020304" charset="0"/>
                <a:ea typeface="微软雅黑" panose="020B0503020204020204" pitchFamily="34" charset="-122"/>
              </a:rPr>
              <a:t>cityCode</a:t>
            </a:r>
            <a:r>
              <a:rPr kumimoji="0" lang="en-US" altLang="zh-CN" b="0" dirty="0">
                <a:solidFill>
                  <a:srgbClr val="000000"/>
                </a:solidFill>
                <a:latin typeface="Times New Roman" panose="02020603050405020304" charset="0"/>
                <a:ea typeface="微软雅黑" panose="020B0503020204020204" pitchFamily="34" charset="-122"/>
              </a:rPr>
              <a:t>;</a:t>
            </a:r>
            <a:endParaRPr kumimoji="0" lang="en-US" altLang="zh-CN" b="0" dirty="0">
              <a:solidFill>
                <a:srgbClr val="000000"/>
              </a:solidFill>
              <a:latin typeface="Times New Roman" panose="02020603050405020304" charset="0"/>
              <a:ea typeface="微软雅黑" panose="020B0503020204020204" pitchFamily="34" charset="-122"/>
            </a:endParaRPr>
          </a:p>
          <a:p>
            <a:pPr eaLnBrk="1" hangingPunct="1">
              <a:spcBef>
                <a:spcPct val="50000"/>
              </a:spcBef>
            </a:pPr>
            <a:r>
              <a:rPr kumimoji="0" lang="en-US" altLang="zh-CN" b="0" dirty="0">
                <a:solidFill>
                  <a:srgbClr val="000000"/>
                </a:solidFill>
                <a:latin typeface="Times New Roman" panose="02020603050405020304" charset="0"/>
                <a:ea typeface="微软雅黑" panose="020B0503020204020204" pitchFamily="34" charset="-122"/>
              </a:rPr>
              <a:t>    String address;</a:t>
            </a:r>
            <a:endParaRPr kumimoji="0" lang="en-US" altLang="zh-CN" b="0" dirty="0">
              <a:solidFill>
                <a:srgbClr val="000000"/>
              </a:solidFill>
              <a:latin typeface="Times New Roman" panose="02020603050405020304" charset="0"/>
              <a:ea typeface="微软雅黑" panose="020B0503020204020204" pitchFamily="34" charset="-122"/>
            </a:endParaRPr>
          </a:p>
          <a:p>
            <a:pPr eaLnBrk="1" hangingPunct="1">
              <a:spcBef>
                <a:spcPct val="50000"/>
              </a:spcBef>
            </a:pPr>
            <a:r>
              <a:rPr kumimoji="0" lang="en-US" altLang="zh-CN" b="0" dirty="0">
                <a:solidFill>
                  <a:srgbClr val="000000"/>
                </a:solidFill>
                <a:latin typeface="Times New Roman" panose="02020603050405020304" charset="0"/>
                <a:ea typeface="微软雅黑" panose="020B0503020204020204" pitchFamily="34" charset="-122"/>
              </a:rPr>
              <a:t>}</a:t>
            </a:r>
            <a:endParaRPr kumimoji="0" lang="en-US" altLang="zh-CN" b="0" dirty="0">
              <a:solidFill>
                <a:srgbClr val="000000"/>
              </a:solidFill>
              <a:latin typeface="Times New Roman" panose="02020603050405020304" charset="0"/>
              <a:ea typeface="微软雅黑" panose="020B0503020204020204" pitchFamily="34" charset="-122"/>
            </a:endParaRPr>
          </a:p>
        </p:txBody>
      </p:sp>
      <p:sp>
        <p:nvSpPr>
          <p:cNvPr id="420868" name="AutoShape 4"/>
          <p:cNvSpPr>
            <a:spLocks noChangeArrowheads="1"/>
          </p:cNvSpPr>
          <p:nvPr/>
        </p:nvSpPr>
        <p:spPr bwMode="auto">
          <a:xfrm>
            <a:off x="6018499" y="1521138"/>
            <a:ext cx="3455987" cy="1081088"/>
          </a:xfrm>
          <a:prstGeom prst="wedgeEllipseCallout">
            <a:avLst>
              <a:gd name="adj1" fmla="val -75403"/>
              <a:gd name="adj2" fmla="val 81278"/>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a:lstStyle/>
          <a:p>
            <a:pPr algn="ctr"/>
            <a:r>
              <a:rPr kumimoji="0" lang="zh-CN" altLang="en-US" sz="2000" b="0">
                <a:solidFill>
                  <a:srgbClr val="000000"/>
                </a:solidFill>
                <a:latin typeface="Times New Roman" panose="02020603050405020304" charset="0"/>
                <a:ea typeface="微软雅黑" panose="020B0503020204020204" pitchFamily="34" charset="-122"/>
              </a:rPr>
              <a:t>城市代码</a:t>
            </a:r>
            <a:endParaRPr kumimoji="0" lang="zh-CN" altLang="en-US" sz="2000" b="0">
              <a:solidFill>
                <a:srgbClr val="000000"/>
              </a:solidFill>
              <a:latin typeface="Times New Roman" panose="02020603050405020304" charset="0"/>
              <a:ea typeface="微软雅黑" panose="020B0503020204020204" pitchFamily="34" charset="-122"/>
            </a:endParaRPr>
          </a:p>
          <a:p>
            <a:pPr algn="ctr"/>
            <a:r>
              <a:rPr kumimoji="0" lang="zh-CN" altLang="en-US" sz="2000" b="0">
                <a:solidFill>
                  <a:srgbClr val="000000"/>
                </a:solidFill>
                <a:latin typeface="Times New Roman" panose="02020603050405020304" charset="0"/>
                <a:ea typeface="微软雅黑" panose="020B0503020204020204" pitchFamily="34" charset="-122"/>
              </a:rPr>
              <a:t>例如：北京为</a:t>
            </a:r>
            <a:r>
              <a:rPr kumimoji="0" lang="en-US" altLang="zh-CN" sz="2000" b="0">
                <a:solidFill>
                  <a:srgbClr val="000000"/>
                </a:solidFill>
                <a:latin typeface="Times New Roman" panose="02020603050405020304" charset="0"/>
                <a:ea typeface="微软雅黑" panose="020B0503020204020204" pitchFamily="34" charset="-122"/>
              </a:rPr>
              <a:t>01</a:t>
            </a:r>
            <a:endParaRPr kumimoji="0" lang="en-US" altLang="zh-CN" sz="2000" b="0">
              <a:solidFill>
                <a:srgbClr val="000000"/>
              </a:solidFill>
              <a:latin typeface="Times New Roman" panose="02020603050405020304" charset="0"/>
              <a:ea typeface="微软雅黑" panose="020B0503020204020204" pitchFamily="34" charset="-122"/>
            </a:endParaRPr>
          </a:p>
          <a:p>
            <a:pPr algn="ctr"/>
            <a:r>
              <a:rPr kumimoji="0" lang="zh-CN" altLang="en-US" sz="2000" b="0">
                <a:solidFill>
                  <a:srgbClr val="000000"/>
                </a:solidFill>
                <a:latin typeface="Times New Roman" panose="02020603050405020304" charset="0"/>
                <a:ea typeface="微软雅黑" panose="020B0503020204020204" pitchFamily="34" charset="-122"/>
              </a:rPr>
              <a:t>上海为</a:t>
            </a:r>
            <a:r>
              <a:rPr kumimoji="0" lang="en-US" altLang="zh-CN" sz="2000" b="0">
                <a:solidFill>
                  <a:srgbClr val="000000"/>
                </a:solidFill>
                <a:latin typeface="Times New Roman" panose="02020603050405020304" charset="0"/>
                <a:ea typeface="微软雅黑" panose="020B0503020204020204" pitchFamily="34" charset="-122"/>
              </a:rPr>
              <a:t>02</a:t>
            </a:r>
            <a:endParaRPr kumimoji="0" lang="en-US" altLang="zh-CN" sz="2000" b="0">
              <a:solidFill>
                <a:srgbClr val="000000"/>
              </a:solidFill>
              <a:latin typeface="Times New Roman" panose="02020603050405020304" charset="0"/>
              <a:ea typeface="微软雅黑" panose="020B0503020204020204" pitchFamily="34" charset="-122"/>
            </a:endParaRPr>
          </a:p>
        </p:txBody>
      </p:sp>
      <p:sp>
        <p:nvSpPr>
          <p:cNvPr id="420869" name="AutoShape 5"/>
          <p:cNvSpPr>
            <a:spLocks noChangeArrowheads="1"/>
          </p:cNvSpPr>
          <p:nvPr/>
        </p:nvSpPr>
        <p:spPr bwMode="auto">
          <a:xfrm flipV="1">
            <a:off x="6378858" y="2673666"/>
            <a:ext cx="3024188" cy="1439863"/>
          </a:xfrm>
          <a:prstGeom prst="wedgeEllipseCallout">
            <a:avLst>
              <a:gd name="adj1" fmla="val -91366"/>
              <a:gd name="adj2" fmla="val -8546"/>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rot="10800000"/>
          <a:lstStyle/>
          <a:p>
            <a:pPr algn="ctr"/>
            <a:r>
              <a:rPr kumimoji="0" lang="zh-CN" altLang="en-US" sz="2000" b="0">
                <a:solidFill>
                  <a:srgbClr val="000000"/>
                </a:solidFill>
                <a:latin typeface="Times New Roman" panose="02020603050405020304" charset="0"/>
                <a:ea typeface="微软雅黑" panose="020B0503020204020204" pitchFamily="34" charset="-122"/>
              </a:rPr>
              <a:t>邮政地址</a:t>
            </a:r>
            <a:endParaRPr kumimoji="0" lang="zh-CN" altLang="en-US" sz="2000" b="0">
              <a:solidFill>
                <a:srgbClr val="000000"/>
              </a:solidFill>
              <a:latin typeface="Times New Roman" panose="02020603050405020304" charset="0"/>
              <a:ea typeface="微软雅黑" panose="020B0503020204020204" pitchFamily="34" charset="-122"/>
            </a:endParaRPr>
          </a:p>
          <a:p>
            <a:pPr algn="ctr"/>
            <a:r>
              <a:rPr kumimoji="0" lang="zh-CN" altLang="en-US" sz="2000" b="0">
                <a:solidFill>
                  <a:srgbClr val="000000"/>
                </a:solidFill>
                <a:latin typeface="Times New Roman" panose="02020603050405020304" charset="0"/>
                <a:ea typeface="微软雅黑" panose="020B0503020204020204" pitchFamily="34" charset="-122"/>
              </a:rPr>
              <a:t>“北京朝阳区静安里</a:t>
            </a:r>
            <a:r>
              <a:rPr kumimoji="0" lang="en-US" altLang="zh-CN" sz="2000" b="0">
                <a:solidFill>
                  <a:srgbClr val="000000"/>
                </a:solidFill>
                <a:latin typeface="Times New Roman" panose="02020603050405020304" charset="0"/>
                <a:ea typeface="微软雅黑" panose="020B0503020204020204" pitchFamily="34" charset="-122"/>
              </a:rPr>
              <a:t>6</a:t>
            </a:r>
            <a:r>
              <a:rPr kumimoji="0" lang="zh-CN" altLang="en-US" sz="2000" b="0">
                <a:solidFill>
                  <a:srgbClr val="000000"/>
                </a:solidFill>
                <a:latin typeface="Times New Roman" panose="02020603050405020304" charset="0"/>
                <a:ea typeface="微软雅黑" panose="020B0503020204020204" pitchFamily="34" charset="-122"/>
              </a:rPr>
              <a:t>号”</a:t>
            </a:r>
            <a:endParaRPr kumimoji="0" lang="zh-CN" altLang="en-US" sz="2000" b="0">
              <a:solidFill>
                <a:srgbClr val="000000"/>
              </a:solidFill>
              <a:latin typeface="Times New Roman" panose="02020603050405020304" charset="0"/>
              <a:ea typeface="微软雅黑" panose="020B0503020204020204" pitchFamily="34" charset="-122"/>
            </a:endParaRPr>
          </a:p>
        </p:txBody>
      </p:sp>
      <p:sp>
        <p:nvSpPr>
          <p:cNvPr id="420870" name="Text Box 6"/>
          <p:cNvSpPr txBox="1">
            <a:spLocks noChangeArrowheads="1"/>
          </p:cNvSpPr>
          <p:nvPr/>
        </p:nvSpPr>
        <p:spPr bwMode="auto">
          <a:xfrm>
            <a:off x="2059271" y="4546913"/>
            <a:ext cx="7993062" cy="1754326"/>
          </a:xfrm>
          <a:prstGeom prst="rect">
            <a:avLst/>
          </a:prstGeom>
          <a:noFill/>
          <a:ln w="9525">
            <a:noFill/>
            <a:miter lim="800000"/>
          </a:ln>
          <a:effectLst/>
        </p:spPr>
        <p:txBody>
          <a:bodyPr>
            <a:spAutoFit/>
          </a:bodyPr>
          <a:lstStyle/>
          <a:p>
            <a:pPr marL="457200" indent="-457200">
              <a:spcBef>
                <a:spcPct val="50000"/>
              </a:spcBef>
              <a:buClr>
                <a:schemeClr val="hlink"/>
              </a:buClr>
              <a:buFont typeface="Wingdings" panose="05000000000000000000" pitchFamily="2" charset="2"/>
              <a:buChar char="ü"/>
              <a:defRPr/>
            </a:pPr>
            <a:r>
              <a:rPr kumimoji="0" lang="zh-CN" altLang="en-US" b="0" dirty="0">
                <a:solidFill>
                  <a:srgbClr val="000000"/>
                </a:solidFill>
                <a:effectLst>
                  <a:outerShdw blurRad="38100" dist="38100" dir="2700000" algn="tl">
                    <a:srgbClr val="C0C0C0"/>
                  </a:outerShdw>
                </a:effectLst>
                <a:latin typeface="Times New Roman" panose="02020603050405020304" charset="0"/>
                <a:ea typeface="微软雅黑" panose="020B0503020204020204" pitchFamily="34" charset="-122"/>
              </a:rPr>
              <a:t>操作这个数据结构的程序员，必须严格遵守一系列业务逻辑规则，否则很容易破坏数据的一致性</a:t>
            </a:r>
            <a:endParaRPr kumimoji="0" lang="zh-CN" altLang="en-US" b="0" dirty="0">
              <a:solidFill>
                <a:srgbClr val="000000"/>
              </a:solidFill>
              <a:effectLst>
                <a:outerShdw blurRad="38100" dist="38100" dir="2700000" algn="tl">
                  <a:srgbClr val="C0C0C0"/>
                </a:outerShdw>
              </a:effectLst>
              <a:latin typeface="Times New Roman" panose="02020603050405020304" charset="0"/>
              <a:ea typeface="微软雅黑" panose="020B0503020204020204" pitchFamily="34" charset="-122"/>
            </a:endParaRPr>
          </a:p>
          <a:p>
            <a:pPr marL="457200" indent="-457200">
              <a:spcBef>
                <a:spcPct val="50000"/>
              </a:spcBef>
              <a:buClr>
                <a:schemeClr val="hlink"/>
              </a:buClr>
              <a:buFont typeface="Wingdings" panose="05000000000000000000" pitchFamily="2" charset="2"/>
              <a:buChar char="ü"/>
              <a:defRPr/>
            </a:pPr>
            <a:r>
              <a:rPr kumimoji="0" lang="zh-CN" altLang="en-US" b="0" dirty="0">
                <a:solidFill>
                  <a:srgbClr val="000000"/>
                </a:solidFill>
                <a:effectLst>
                  <a:outerShdw blurRad="38100" dist="38100" dir="2700000" algn="tl">
                    <a:srgbClr val="C0C0C0"/>
                  </a:outerShdw>
                </a:effectLst>
                <a:latin typeface="Times New Roman" panose="02020603050405020304" charset="0"/>
                <a:ea typeface="微软雅黑" panose="020B0503020204020204" pitchFamily="34" charset="-122"/>
              </a:rPr>
              <a:t>结构化程序设计处理大项目时，多人协同开发时，本质上无法保证数据的一致性</a:t>
            </a:r>
            <a:endParaRPr kumimoji="0" lang="zh-CN" altLang="en-US" b="0" dirty="0">
              <a:solidFill>
                <a:srgbClr val="000000"/>
              </a:solidFill>
              <a:effectLst>
                <a:outerShdw blurRad="38100" dist="38100" dir="2700000" algn="tl">
                  <a:srgbClr val="C0C0C0"/>
                </a:outerShdw>
              </a:effectLst>
              <a:latin typeface="Times New Roman" panose="02020603050405020304" charset="0"/>
              <a:ea typeface="微软雅黑" panose="020B0503020204020204" pitchFamily="34" charset="-122"/>
            </a:endParaRPr>
          </a:p>
        </p:txBody>
      </p:sp>
      <p:sp>
        <p:nvSpPr>
          <p:cNvPr id="420871" name="Text Box 7"/>
          <p:cNvSpPr txBox="1">
            <a:spLocks noChangeArrowheads="1"/>
          </p:cNvSpPr>
          <p:nvPr/>
        </p:nvSpPr>
        <p:spPr bwMode="auto">
          <a:xfrm>
            <a:off x="2489486" y="3019084"/>
            <a:ext cx="6985000" cy="2657475"/>
          </a:xfrm>
          <a:prstGeom prst="rect">
            <a:avLst/>
          </a:prstGeom>
          <a:solidFill>
            <a:srgbClr val="CCFFCC"/>
          </a:solidFill>
          <a:ln w="9525">
            <a:solidFill>
              <a:srgbClr val="333399"/>
            </a:solidFill>
            <a:miter lim="800000"/>
          </a:ln>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kumimoji="0" lang="en-US" altLang="zh-CN" b="0">
                <a:solidFill>
                  <a:srgbClr val="FF0000"/>
                </a:solidFill>
                <a:latin typeface="Times New Roman" panose="02020603050405020304" charset="0"/>
                <a:ea typeface="微软雅黑" panose="020B0503020204020204" pitchFamily="34" charset="-122"/>
              </a:rPr>
              <a:t>class</a:t>
            </a:r>
            <a:r>
              <a:rPr kumimoji="0" lang="en-US" altLang="zh-CN" b="0">
                <a:solidFill>
                  <a:srgbClr val="000000"/>
                </a:solidFill>
                <a:latin typeface="Times New Roman" panose="02020603050405020304" charset="0"/>
                <a:ea typeface="微软雅黑" panose="020B0503020204020204" pitchFamily="34" charset="-122"/>
              </a:rPr>
              <a:t> </a:t>
            </a:r>
            <a:r>
              <a:rPr kumimoji="0" lang="en-US" altLang="zh-CN" b="0">
                <a:solidFill>
                  <a:schemeClr val="tx2"/>
                </a:solidFill>
                <a:latin typeface="Times New Roman" panose="02020603050405020304" charset="0"/>
                <a:ea typeface="微软雅黑" panose="020B0503020204020204" pitchFamily="34" charset="-122"/>
              </a:rPr>
              <a:t>ShippingAddress</a:t>
            </a:r>
            <a:r>
              <a:rPr kumimoji="0" lang="en-US" altLang="zh-CN" b="0">
                <a:solidFill>
                  <a:srgbClr val="000000"/>
                </a:solidFill>
                <a:latin typeface="Times New Roman" panose="02020603050405020304" charset="0"/>
                <a:ea typeface="微软雅黑" panose="020B0503020204020204" pitchFamily="34" charset="-122"/>
              </a:rPr>
              <a:t> {</a:t>
            </a:r>
            <a:endParaRPr kumimoji="0" lang="en-US" altLang="zh-CN" b="0">
              <a:solidFill>
                <a:srgbClr val="000000"/>
              </a:solidFill>
              <a:latin typeface="Times New Roman" panose="02020603050405020304" charset="0"/>
              <a:ea typeface="微软雅黑" panose="020B0503020204020204" pitchFamily="34" charset="-122"/>
            </a:endParaRPr>
          </a:p>
          <a:p>
            <a:pPr eaLnBrk="1" hangingPunct="1">
              <a:spcBef>
                <a:spcPct val="50000"/>
              </a:spcBef>
            </a:pPr>
            <a:r>
              <a:rPr kumimoji="0" lang="en-US" altLang="zh-CN" b="0">
                <a:solidFill>
                  <a:srgbClr val="000000"/>
                </a:solidFill>
                <a:latin typeface="Times New Roman" panose="02020603050405020304" charset="0"/>
                <a:ea typeface="微软雅黑" panose="020B0503020204020204" pitchFamily="34" charset="-122"/>
              </a:rPr>
              <a:t>  </a:t>
            </a:r>
            <a:r>
              <a:rPr kumimoji="0" lang="en-US" altLang="zh-CN" b="0">
                <a:solidFill>
                  <a:schemeClr val="hlink"/>
                </a:solidFill>
                <a:latin typeface="Times New Roman" panose="02020603050405020304" charset="0"/>
                <a:ea typeface="微软雅黑" panose="020B0503020204020204" pitchFamily="34" charset="-122"/>
              </a:rPr>
              <a:t>private</a:t>
            </a:r>
            <a:r>
              <a:rPr kumimoji="0" lang="en-US" altLang="zh-CN" b="0">
                <a:solidFill>
                  <a:srgbClr val="000000"/>
                </a:solidFill>
                <a:latin typeface="Times New Roman" panose="02020603050405020304" charset="0"/>
                <a:ea typeface="微软雅黑" panose="020B0503020204020204" pitchFamily="34" charset="-122"/>
              </a:rPr>
              <a:t> long cityCode;</a:t>
            </a:r>
            <a:endParaRPr kumimoji="0" lang="en-US" altLang="zh-CN" b="0">
              <a:solidFill>
                <a:srgbClr val="000000"/>
              </a:solidFill>
              <a:latin typeface="Times New Roman" panose="02020603050405020304" charset="0"/>
              <a:ea typeface="微软雅黑" panose="020B0503020204020204" pitchFamily="34" charset="-122"/>
            </a:endParaRPr>
          </a:p>
          <a:p>
            <a:pPr eaLnBrk="1" hangingPunct="1">
              <a:spcBef>
                <a:spcPct val="50000"/>
              </a:spcBef>
            </a:pPr>
            <a:r>
              <a:rPr kumimoji="0" lang="en-US" altLang="zh-CN" b="0">
                <a:solidFill>
                  <a:srgbClr val="000000"/>
                </a:solidFill>
                <a:latin typeface="Times New Roman" panose="02020603050405020304" charset="0"/>
                <a:ea typeface="微软雅黑" panose="020B0503020204020204" pitchFamily="34" charset="-122"/>
              </a:rPr>
              <a:t>  </a:t>
            </a:r>
            <a:r>
              <a:rPr kumimoji="0" lang="en-US" altLang="zh-CN" b="0">
                <a:solidFill>
                  <a:schemeClr val="hlink"/>
                </a:solidFill>
                <a:latin typeface="Times New Roman" panose="02020603050405020304" charset="0"/>
                <a:ea typeface="微软雅黑" panose="020B0503020204020204" pitchFamily="34" charset="-122"/>
              </a:rPr>
              <a:t>private</a:t>
            </a:r>
            <a:r>
              <a:rPr kumimoji="0" lang="en-US" altLang="zh-CN" b="0">
                <a:solidFill>
                  <a:srgbClr val="000000"/>
                </a:solidFill>
                <a:latin typeface="Times New Roman" panose="02020603050405020304" charset="0"/>
                <a:ea typeface="微软雅黑" panose="020B0503020204020204" pitchFamily="34" charset="-122"/>
              </a:rPr>
              <a:t> string address;</a:t>
            </a:r>
            <a:endParaRPr kumimoji="0" lang="en-US" altLang="zh-CN" b="0">
              <a:solidFill>
                <a:srgbClr val="000000"/>
              </a:solidFill>
              <a:latin typeface="Times New Roman" panose="02020603050405020304" charset="0"/>
              <a:ea typeface="微软雅黑" panose="020B0503020204020204" pitchFamily="34" charset="-122"/>
            </a:endParaRPr>
          </a:p>
          <a:p>
            <a:pPr eaLnBrk="1" hangingPunct="1">
              <a:spcBef>
                <a:spcPct val="50000"/>
              </a:spcBef>
            </a:pPr>
            <a:r>
              <a:rPr kumimoji="0" lang="en-US" altLang="zh-CN" b="0">
                <a:solidFill>
                  <a:srgbClr val="000000"/>
                </a:solidFill>
                <a:latin typeface="Times New Roman" panose="02020603050405020304" charset="0"/>
                <a:ea typeface="微软雅黑" panose="020B0503020204020204" pitchFamily="34" charset="-122"/>
              </a:rPr>
              <a:t>  </a:t>
            </a:r>
            <a:r>
              <a:rPr kumimoji="0" lang="en-US" altLang="zh-CN" b="0">
                <a:solidFill>
                  <a:schemeClr val="hlink"/>
                </a:solidFill>
                <a:latin typeface="Times New Roman" panose="02020603050405020304" charset="0"/>
                <a:ea typeface="微软雅黑" panose="020B0503020204020204" pitchFamily="34" charset="-122"/>
              </a:rPr>
              <a:t>public</a:t>
            </a:r>
            <a:r>
              <a:rPr kumimoji="0" lang="en-US" altLang="zh-CN" b="0">
                <a:solidFill>
                  <a:srgbClr val="000000"/>
                </a:solidFill>
                <a:latin typeface="Times New Roman" panose="02020603050405020304" charset="0"/>
                <a:ea typeface="微软雅黑" panose="020B0503020204020204" pitchFamily="34" charset="-122"/>
              </a:rPr>
              <a:t> long ModifyAddress(String address)</a:t>
            </a:r>
            <a:endParaRPr kumimoji="0" lang="en-US" altLang="zh-CN" b="0">
              <a:solidFill>
                <a:srgbClr val="000000"/>
              </a:solidFill>
              <a:latin typeface="Times New Roman" panose="02020603050405020304" charset="0"/>
              <a:ea typeface="微软雅黑" panose="020B0503020204020204" pitchFamily="34" charset="-122"/>
            </a:endParaRPr>
          </a:p>
          <a:p>
            <a:pPr eaLnBrk="1" hangingPunct="1">
              <a:spcBef>
                <a:spcPct val="50000"/>
              </a:spcBef>
            </a:pPr>
            <a:r>
              <a:rPr kumimoji="0" lang="en-US" altLang="zh-CN" b="0">
                <a:solidFill>
                  <a:srgbClr val="000000"/>
                </a:solidFill>
                <a:latin typeface="Times New Roman" panose="02020603050405020304" charset="0"/>
                <a:ea typeface="微软雅黑" panose="020B0503020204020204" pitchFamily="34" charset="-122"/>
              </a:rPr>
              <a:t>}</a:t>
            </a:r>
            <a:endParaRPr kumimoji="0" lang="en-US" altLang="zh-CN" b="0">
              <a:solidFill>
                <a:srgbClr val="000000"/>
              </a:solidFill>
              <a:latin typeface="Times New Roman" panose="02020603050405020304" charset="0"/>
              <a:ea typeface="微软雅黑" panose="020B0503020204020204" pitchFamily="34" charset="-122"/>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20867"/>
                                        </p:tgtEl>
                                        <p:attrNameLst>
                                          <p:attrName>style.visibility</p:attrName>
                                        </p:attrNameLst>
                                      </p:cBhvr>
                                      <p:to>
                                        <p:strVal val="visible"/>
                                      </p:to>
                                    </p:set>
                                    <p:animEffect transition="in" filter="dissolve">
                                      <p:cBhvr>
                                        <p:cTn id="7" dur="500"/>
                                        <p:tgtEl>
                                          <p:spTgt spid="420867"/>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420868"/>
                                        </p:tgtEl>
                                        <p:attrNameLst>
                                          <p:attrName>style.visibility</p:attrName>
                                        </p:attrNameLst>
                                      </p:cBhvr>
                                      <p:to>
                                        <p:strVal val="visible"/>
                                      </p:to>
                                    </p:set>
                                    <p:anim calcmode="lin" valueType="num">
                                      <p:cBhvr>
                                        <p:cTn id="12" dur="500" fill="hold"/>
                                        <p:tgtEl>
                                          <p:spTgt spid="420868"/>
                                        </p:tgtEl>
                                        <p:attrNameLst>
                                          <p:attrName>ppt_w</p:attrName>
                                        </p:attrNameLst>
                                      </p:cBhvr>
                                      <p:tavLst>
                                        <p:tav tm="0">
                                          <p:val>
                                            <p:fltVal val="0"/>
                                          </p:val>
                                        </p:tav>
                                        <p:tav tm="100000">
                                          <p:val>
                                            <p:strVal val="#ppt_w"/>
                                          </p:val>
                                        </p:tav>
                                      </p:tavLst>
                                    </p:anim>
                                    <p:anim calcmode="lin" valueType="num">
                                      <p:cBhvr>
                                        <p:cTn id="13" dur="500" fill="hold"/>
                                        <p:tgtEl>
                                          <p:spTgt spid="420868"/>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420869"/>
                                        </p:tgtEl>
                                        <p:attrNameLst>
                                          <p:attrName>style.visibility</p:attrName>
                                        </p:attrNameLst>
                                      </p:cBhvr>
                                      <p:to>
                                        <p:strVal val="visible"/>
                                      </p:to>
                                    </p:set>
                                    <p:anim calcmode="lin" valueType="num">
                                      <p:cBhvr>
                                        <p:cTn id="18" dur="500" fill="hold"/>
                                        <p:tgtEl>
                                          <p:spTgt spid="420869"/>
                                        </p:tgtEl>
                                        <p:attrNameLst>
                                          <p:attrName>ppt_w</p:attrName>
                                        </p:attrNameLst>
                                      </p:cBhvr>
                                      <p:tavLst>
                                        <p:tav tm="0">
                                          <p:val>
                                            <p:fltVal val="0"/>
                                          </p:val>
                                        </p:tav>
                                        <p:tav tm="100000">
                                          <p:val>
                                            <p:strVal val="#ppt_w"/>
                                          </p:val>
                                        </p:tav>
                                      </p:tavLst>
                                    </p:anim>
                                    <p:anim calcmode="lin" valueType="num">
                                      <p:cBhvr>
                                        <p:cTn id="19" dur="500" fill="hold"/>
                                        <p:tgtEl>
                                          <p:spTgt spid="420869"/>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420870"/>
                                        </p:tgtEl>
                                        <p:attrNameLst>
                                          <p:attrName>style.visibility</p:attrName>
                                        </p:attrNameLst>
                                      </p:cBhvr>
                                      <p:to>
                                        <p:strVal val="visible"/>
                                      </p:to>
                                    </p:set>
                                    <p:animEffect transition="in" filter="dissolve">
                                      <p:cBhvr>
                                        <p:cTn id="24" dur="500"/>
                                        <p:tgtEl>
                                          <p:spTgt spid="420870"/>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420871"/>
                                        </p:tgtEl>
                                        <p:attrNameLst>
                                          <p:attrName>style.visibility</p:attrName>
                                        </p:attrNameLst>
                                      </p:cBhvr>
                                      <p:to>
                                        <p:strVal val="visible"/>
                                      </p:to>
                                    </p:set>
                                    <p:animEffect transition="in" filter="dissolve">
                                      <p:cBhvr>
                                        <p:cTn id="29" dur="500"/>
                                        <p:tgtEl>
                                          <p:spTgt spid="4208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867" grpId="0"/>
      <p:bldP spid="420868" grpId="0" bldLvl="0" animBg="1"/>
      <p:bldP spid="420869" grpId="0" bldLvl="0" animBg="1"/>
      <p:bldP spid="420870" grpId="0" bldLvl="0" animBg="1"/>
      <p:bldP spid="420871" grpId="0" bldLvl="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1.4 </a:t>
              </a:r>
              <a:r>
                <a:rPr lang="zh-CN" altLang="en-US" sz="3200" b="1" dirty="0">
                  <a:solidFill>
                    <a:schemeClr val="tx2">
                      <a:lumMod val="75000"/>
                    </a:schemeClr>
                  </a:solidFill>
                  <a:latin typeface="+mj-lt"/>
                  <a:ea typeface="黑体" panose="02010609060101010101" pitchFamily="49" charset="-122"/>
                  <a:cs typeface="+mj-lt"/>
                </a:rPr>
                <a:t>面向对象技术的相关</a:t>
              </a:r>
              <a:r>
                <a:rPr lang="zh-CN" altLang="en-US" sz="3200" b="1" dirty="0">
                  <a:solidFill>
                    <a:schemeClr val="tx2">
                      <a:lumMod val="75000"/>
                    </a:schemeClr>
                  </a:solidFill>
                  <a:latin typeface="+mj-lt"/>
                  <a:ea typeface="黑体" panose="02010609060101010101" pitchFamily="49" charset="-122"/>
                  <a:cs typeface="+mj-lt"/>
                </a:rPr>
                <a:t>原则</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41731"/>
            <a:ext cx="10872184" cy="5400675"/>
          </a:xfrm>
        </p:spPr>
        <p:txBody>
          <a:bodyPr/>
          <a:p>
            <a:pPr eaLnBrk="1" hangingPunct="1"/>
            <a:r>
              <a:rPr lang="zh-CN" altLang="en-US" sz="2800">
                <a:sym typeface="+mn-ea"/>
              </a:rPr>
              <a:t>为什么要</a:t>
            </a:r>
            <a:r>
              <a:rPr lang="zh-CN" altLang="en-US" sz="2800">
                <a:sym typeface="+mn-ea"/>
              </a:rPr>
              <a:t>封装？</a:t>
            </a:r>
            <a:endParaRPr lang="zh-CN" altLang="en-US" sz="2800">
              <a:sym typeface="+mn-ea"/>
            </a:endParaRPr>
          </a:p>
          <a:p>
            <a:pPr lvl="1" eaLnBrk="1" hangingPunct="1">
              <a:lnSpc>
                <a:spcPct val="110000"/>
              </a:lnSpc>
              <a:buFont typeface="Wingdings" panose="05000000000000000000" charset="0"/>
              <a:buChar char=""/>
            </a:pPr>
            <a:r>
              <a:rPr lang="zh-CN" altLang="en-US" sz="2600" dirty="0">
                <a:sym typeface="+mn-ea"/>
              </a:rPr>
              <a:t>保护隐私</a:t>
            </a:r>
            <a:endParaRPr lang="en-US" altLang="zh-CN" sz="2600" dirty="0"/>
          </a:p>
          <a:p>
            <a:pPr lvl="1" eaLnBrk="1" hangingPunct="1">
              <a:lnSpc>
                <a:spcPct val="110000"/>
              </a:lnSpc>
              <a:buFont typeface="Wingdings" panose="05000000000000000000" charset="0"/>
              <a:buChar char=""/>
            </a:pPr>
            <a:r>
              <a:rPr lang="zh-CN" altLang="en-US" sz="2600" dirty="0">
                <a:sym typeface="+mn-ea"/>
              </a:rPr>
              <a:t>保护数据安全</a:t>
            </a:r>
            <a:endParaRPr lang="en-US" altLang="zh-CN" sz="2600" dirty="0"/>
          </a:p>
          <a:p>
            <a:pPr lvl="1" eaLnBrk="1" hangingPunct="1">
              <a:lnSpc>
                <a:spcPct val="110000"/>
              </a:lnSpc>
              <a:buFont typeface="Wingdings" panose="05000000000000000000" charset="0"/>
              <a:buChar char=""/>
            </a:pPr>
            <a:r>
              <a:rPr lang="zh-CN" altLang="en-US" sz="2600" dirty="0">
                <a:sym typeface="+mn-ea"/>
              </a:rPr>
              <a:t>隔离复杂度（内部实现细节不对外公开）</a:t>
            </a:r>
            <a:endParaRPr lang="en-US" altLang="zh-CN" sz="2800" dirty="0"/>
          </a:p>
          <a:p>
            <a:pPr eaLnBrk="1" hangingPunct="1">
              <a:lnSpc>
                <a:spcPct val="110000"/>
              </a:lnSpc>
            </a:pPr>
            <a:r>
              <a:rPr lang="zh-CN" altLang="en-US" sz="2800" dirty="0">
                <a:highlight>
                  <a:srgbClr val="FFFF00"/>
                </a:highlight>
                <a:sym typeface="+mn-ea"/>
              </a:rPr>
              <a:t>面向对象的封装有四种方式（可见性</a:t>
            </a:r>
            <a:r>
              <a:rPr lang="en-US" altLang="zh-CN" sz="2800" dirty="0">
                <a:highlight>
                  <a:srgbClr val="FFFF00"/>
                </a:highlight>
                <a:sym typeface="+mn-ea"/>
              </a:rPr>
              <a:t>Visibility</a:t>
            </a:r>
            <a:r>
              <a:rPr lang="zh-CN" altLang="en-US" sz="2800" dirty="0">
                <a:highlight>
                  <a:srgbClr val="FFFF00"/>
                </a:highlight>
                <a:sym typeface="+mn-ea"/>
              </a:rPr>
              <a:t>）</a:t>
            </a:r>
            <a:endParaRPr lang="en-US" altLang="zh-CN" sz="2800" dirty="0">
              <a:highlight>
                <a:srgbClr val="FFFF00"/>
              </a:highlight>
            </a:endParaRPr>
          </a:p>
          <a:p>
            <a:pPr lvl="1" eaLnBrk="1" hangingPunct="1">
              <a:lnSpc>
                <a:spcPct val="90000"/>
              </a:lnSpc>
              <a:buFont typeface="Wingdings" panose="05000000000000000000" charset="0"/>
              <a:buChar char=""/>
            </a:pPr>
            <a:r>
              <a:rPr lang="en-US" altLang="zh-CN" sz="2600" dirty="0">
                <a:sym typeface="+mn-ea"/>
              </a:rPr>
              <a:t>public: +</a:t>
            </a:r>
            <a:endParaRPr lang="en-US" altLang="zh-CN" sz="2600" dirty="0"/>
          </a:p>
          <a:p>
            <a:pPr lvl="1" eaLnBrk="1" hangingPunct="1">
              <a:lnSpc>
                <a:spcPct val="90000"/>
              </a:lnSpc>
              <a:buFont typeface="Wingdings" panose="05000000000000000000" charset="0"/>
              <a:buChar char=""/>
            </a:pPr>
            <a:r>
              <a:rPr lang="en-US" altLang="zh-CN" sz="2600" dirty="0">
                <a:sym typeface="+mn-ea"/>
              </a:rPr>
              <a:t>package: ~</a:t>
            </a:r>
            <a:endParaRPr lang="en-US" altLang="zh-CN" sz="2600" dirty="0"/>
          </a:p>
          <a:p>
            <a:pPr lvl="1" eaLnBrk="1" hangingPunct="1">
              <a:lnSpc>
                <a:spcPct val="90000"/>
              </a:lnSpc>
              <a:buFont typeface="Wingdings" panose="05000000000000000000" charset="0"/>
              <a:buChar char=""/>
            </a:pPr>
            <a:r>
              <a:rPr lang="en-US" altLang="zh-CN" sz="2600" dirty="0">
                <a:sym typeface="+mn-ea"/>
              </a:rPr>
              <a:t>protected: #</a:t>
            </a:r>
            <a:endParaRPr lang="en-US" altLang="zh-CN" sz="2600" dirty="0"/>
          </a:p>
          <a:p>
            <a:pPr lvl="1" eaLnBrk="1" hangingPunct="1">
              <a:lnSpc>
                <a:spcPct val="90000"/>
              </a:lnSpc>
              <a:buFont typeface="Wingdings" panose="05000000000000000000" charset="0"/>
              <a:buChar char=""/>
            </a:pPr>
            <a:r>
              <a:rPr lang="en-US" altLang="zh-CN" sz="2600" dirty="0">
                <a:sym typeface="+mn-ea"/>
              </a:rPr>
              <a:t>private: -</a:t>
            </a:r>
            <a:endParaRPr lang="en-US" altLang="zh-CN" sz="2600" dirty="0"/>
          </a:p>
          <a:p>
            <a:pPr marL="457200" lvl="1" indent="0" eaLnBrk="1" hangingPunct="1">
              <a:lnSpc>
                <a:spcPct val="100000"/>
              </a:lnSpc>
              <a:buFont typeface="Wingdings" panose="05000000000000000000" charset="0"/>
              <a:buNone/>
            </a:pPr>
            <a:endParaRPr lang="en-US" altLang="zh-CN" sz="2800" b="1" dirty="0"/>
          </a:p>
          <a:p>
            <a:pPr eaLnBrk="1" hangingPunct="1"/>
            <a:endParaRPr lang="en-US" altLang="zh-CN" sz="28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pic>
        <p:nvPicPr>
          <p:cNvPr id="75781"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951538" y="4283393"/>
            <a:ext cx="1905000" cy="223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1763" y="4356421"/>
            <a:ext cx="2087562" cy="200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1.4 </a:t>
              </a:r>
              <a:r>
                <a:rPr lang="zh-CN" altLang="en-US" sz="3200" b="1" dirty="0">
                  <a:solidFill>
                    <a:schemeClr val="tx2">
                      <a:lumMod val="75000"/>
                    </a:schemeClr>
                  </a:solidFill>
                  <a:latin typeface="+mj-lt"/>
                  <a:ea typeface="黑体" panose="02010609060101010101" pitchFamily="49" charset="-122"/>
                  <a:cs typeface="+mj-lt"/>
                </a:rPr>
                <a:t>面向对象技术的相关</a:t>
              </a:r>
              <a:r>
                <a:rPr lang="zh-CN" altLang="en-US" sz="3200" b="1" dirty="0">
                  <a:solidFill>
                    <a:schemeClr val="tx2">
                      <a:lumMod val="75000"/>
                    </a:schemeClr>
                  </a:solidFill>
                  <a:latin typeface="+mj-lt"/>
                  <a:ea typeface="黑体" panose="02010609060101010101" pitchFamily="49" charset="-122"/>
                  <a:cs typeface="+mj-lt"/>
                </a:rPr>
                <a:t>原则</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41731"/>
            <a:ext cx="10872184" cy="5400675"/>
          </a:xfrm>
        </p:spPr>
        <p:txBody>
          <a:bodyPr/>
          <a:p>
            <a:pPr eaLnBrk="1" hangingPunct="1"/>
            <a:r>
              <a:rPr lang="zh-CN" altLang="en-US" sz="2800">
                <a:sym typeface="+mn-ea"/>
              </a:rPr>
              <a:t>分解</a:t>
            </a:r>
            <a:r>
              <a:rPr lang="en-US" altLang="zh-CN" sz="2800" dirty="0">
                <a:sym typeface="+mn-ea"/>
              </a:rPr>
              <a:t>Decomposition</a:t>
            </a:r>
            <a:endParaRPr lang="en-US" altLang="zh-CN" sz="2800" b="1" dirty="0"/>
          </a:p>
          <a:p>
            <a:pPr lvl="1" eaLnBrk="1" hangingPunct="1">
              <a:buSzPct val="80000"/>
              <a:buFont typeface="Wingdings" panose="05000000000000000000" charset="0"/>
              <a:buChar char=""/>
            </a:pPr>
            <a:r>
              <a:rPr lang="zh-CN" altLang="en-US" sz="2600" dirty="0">
                <a:sym typeface="+mn-ea"/>
              </a:rPr>
              <a:t>分解是指将单个大规模复杂系统划分为</a:t>
            </a:r>
            <a:r>
              <a:rPr lang="zh-CN" altLang="en-US" sz="2600" dirty="0">
                <a:solidFill>
                  <a:srgbClr val="052CFF"/>
                </a:solidFill>
                <a:sym typeface="+mn-ea"/>
              </a:rPr>
              <a:t>多个不同的小构件</a:t>
            </a:r>
            <a:endParaRPr lang="en-US" altLang="zh-CN" sz="2600" dirty="0"/>
          </a:p>
          <a:p>
            <a:pPr lvl="2">
              <a:buSzPct val="80000"/>
              <a:buFont typeface="Wingdings" panose="05000000000000000000" charset="0"/>
              <a:buChar char=""/>
            </a:pPr>
            <a:r>
              <a:rPr lang="zh-CN" altLang="en-US" sz="2400" dirty="0">
                <a:sym typeface="+mn-ea"/>
              </a:rPr>
              <a:t>分解的构件通过抽象、封装等技术形成相对独立的单元，可以独立设计和开发，从而实现化繁为简、分而治之</a:t>
            </a:r>
            <a:endParaRPr lang="en-US" altLang="zh-CN" sz="2400" dirty="0"/>
          </a:p>
          <a:p>
            <a:pPr lvl="1" eaLnBrk="1" hangingPunct="1">
              <a:buSzPct val="80000"/>
              <a:buFont typeface="Wingdings" panose="05000000000000000000" charset="0"/>
              <a:buChar char=""/>
            </a:pPr>
            <a:r>
              <a:rPr lang="zh-CN" altLang="en-US" sz="2600" dirty="0">
                <a:sym typeface="+mn-ea"/>
              </a:rPr>
              <a:t>分解的方法</a:t>
            </a:r>
            <a:endParaRPr lang="en-US" altLang="zh-CN" sz="2600" dirty="0"/>
          </a:p>
          <a:p>
            <a:pPr lvl="2">
              <a:buSzPct val="80000"/>
              <a:buFont typeface="Wingdings" panose="05000000000000000000" charset="0"/>
              <a:buChar char=""/>
            </a:pPr>
            <a:r>
              <a:rPr lang="zh-CN" altLang="en-US" sz="2400" dirty="0">
                <a:sym typeface="+mn-ea"/>
              </a:rPr>
              <a:t>结构化方法：</a:t>
            </a:r>
            <a:r>
              <a:rPr lang="zh-CN" altLang="en-US" sz="2400" dirty="0">
                <a:highlight>
                  <a:srgbClr val="FFFF00"/>
                </a:highlight>
                <a:sym typeface="+mn-ea"/>
              </a:rPr>
              <a:t>函数、模块</a:t>
            </a:r>
            <a:r>
              <a:rPr lang="zh-CN" altLang="en-US" sz="2400" dirty="0">
                <a:sym typeface="+mn-ea"/>
              </a:rPr>
              <a:t>进行功能分解</a:t>
            </a:r>
            <a:endParaRPr lang="en-US" altLang="zh-CN" sz="2400" dirty="0"/>
          </a:p>
          <a:p>
            <a:pPr lvl="2">
              <a:buSzPct val="80000"/>
              <a:buFont typeface="Wingdings" panose="05000000000000000000" charset="0"/>
              <a:buChar char=""/>
            </a:pPr>
            <a:r>
              <a:rPr lang="zh-CN" altLang="en-US" sz="2400" dirty="0">
                <a:sym typeface="+mn-ea"/>
              </a:rPr>
              <a:t>面向对象：基于</a:t>
            </a:r>
            <a:r>
              <a:rPr lang="zh-CN" altLang="en-US" sz="2400" dirty="0">
                <a:highlight>
                  <a:srgbClr val="FFFF00"/>
                </a:highlight>
                <a:sym typeface="+mn-ea"/>
              </a:rPr>
              <a:t>类和对象</a:t>
            </a:r>
            <a:r>
              <a:rPr lang="zh-CN" altLang="en-US" sz="2400" dirty="0">
                <a:sym typeface="+mn-ea"/>
              </a:rPr>
              <a:t>的分解基础上，进行合理的</a:t>
            </a:r>
            <a:r>
              <a:rPr lang="zh-CN" altLang="en-US" sz="2400" dirty="0">
                <a:highlight>
                  <a:srgbClr val="FFFF00"/>
                </a:highlight>
                <a:sym typeface="+mn-ea"/>
              </a:rPr>
              <a:t>打包和分层</a:t>
            </a:r>
            <a:r>
              <a:rPr lang="zh-CN" altLang="en-US" sz="2400" dirty="0">
                <a:sym typeface="+mn-ea"/>
              </a:rPr>
              <a:t>，从而形成更加复杂的分解结构</a:t>
            </a:r>
            <a:endParaRPr lang="zh-CN" altLang="en-US" sz="2400" dirty="0"/>
          </a:p>
          <a:p>
            <a:pPr eaLnBrk="1" hangingPunct="1"/>
            <a:endParaRPr lang="en-US" altLang="zh-CN" sz="28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spTree>
  </p:cSld>
  <p:clrMapOvr>
    <a:masterClrMapping/>
  </p:clrMapOvr>
  <p:transition spd="slow">
    <p:random/>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1.4 </a:t>
              </a:r>
              <a:r>
                <a:rPr lang="zh-CN" altLang="en-US" sz="3200" b="1" dirty="0">
                  <a:solidFill>
                    <a:schemeClr val="tx2">
                      <a:lumMod val="75000"/>
                    </a:schemeClr>
                  </a:solidFill>
                  <a:latin typeface="+mj-lt"/>
                  <a:ea typeface="黑体" panose="02010609060101010101" pitchFamily="49" charset="-122"/>
                  <a:cs typeface="+mj-lt"/>
                </a:rPr>
                <a:t>面向对象技术的相关</a:t>
              </a:r>
              <a:r>
                <a:rPr lang="zh-CN" altLang="en-US" sz="3200" b="1" dirty="0">
                  <a:solidFill>
                    <a:schemeClr val="tx2">
                      <a:lumMod val="75000"/>
                    </a:schemeClr>
                  </a:solidFill>
                  <a:latin typeface="+mj-lt"/>
                  <a:ea typeface="黑体" panose="02010609060101010101" pitchFamily="49" charset="-122"/>
                  <a:cs typeface="+mj-lt"/>
                </a:rPr>
                <a:t>原则</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41731"/>
            <a:ext cx="10872184" cy="5400675"/>
          </a:xfrm>
        </p:spPr>
        <p:txBody>
          <a:bodyPr/>
          <a:p>
            <a:pPr eaLnBrk="1" hangingPunct="1"/>
            <a:r>
              <a:rPr lang="zh-CN" altLang="en-US" sz="2800" b="1" dirty="0">
                <a:sym typeface="+mn-ea"/>
              </a:rPr>
              <a:t>泛化</a:t>
            </a:r>
            <a:r>
              <a:rPr lang="en-US" altLang="zh-CN" sz="2800" b="1" dirty="0">
                <a:sym typeface="+mn-ea"/>
              </a:rPr>
              <a:t>-Generalization</a:t>
            </a:r>
            <a:endParaRPr lang="en-US" altLang="zh-CN" sz="2800" b="1" dirty="0"/>
          </a:p>
          <a:p>
            <a:pPr lvl="1" eaLnBrk="1" hangingPunct="1">
              <a:lnSpc>
                <a:spcPct val="110000"/>
              </a:lnSpc>
              <a:buSzPct val="80000"/>
              <a:buFont typeface="Wingdings" panose="05000000000000000000" charset="0"/>
              <a:buChar char=""/>
              <a:defRPr/>
            </a:pPr>
            <a:r>
              <a:rPr lang="zh-CN" altLang="en-US" sz="2600" dirty="0">
                <a:sym typeface="+mn-ea"/>
              </a:rPr>
              <a:t>是类之间的一种“是”（</a:t>
            </a:r>
            <a:r>
              <a:rPr lang="en-US" altLang="zh-CN" sz="2600" dirty="0">
                <a:sym typeface="+mn-ea"/>
              </a:rPr>
              <a:t>is a/ is kind of</a:t>
            </a:r>
            <a:r>
              <a:rPr lang="zh-CN" altLang="en-US" sz="2600" dirty="0">
                <a:sym typeface="+mn-ea"/>
              </a:rPr>
              <a:t>）关系，通过该关系一个类（子类）可以共享另外一个或多个类（父类）的结构和行为</a:t>
            </a:r>
            <a:endParaRPr lang="en-US" altLang="zh-CN" sz="2600" dirty="0"/>
          </a:p>
          <a:p>
            <a:pPr lvl="2" eaLnBrk="1" hangingPunct="1">
              <a:lnSpc>
                <a:spcPct val="110000"/>
              </a:lnSpc>
              <a:buSzPct val="80000"/>
              <a:buFont typeface="Wingdings" panose="05000000000000000000" charset="0"/>
              <a:buChar char=""/>
              <a:defRPr/>
            </a:pPr>
            <a:r>
              <a:rPr lang="zh-CN" altLang="en-US" sz="2400" dirty="0">
                <a:sym typeface="+mn-ea"/>
              </a:rPr>
              <a:t>采用</a:t>
            </a:r>
            <a:r>
              <a:rPr lang="zh-CN" altLang="en-US" sz="2400" dirty="0">
                <a:highlight>
                  <a:srgbClr val="FFFF00"/>
                </a:highlight>
                <a:sym typeface="+mn-ea"/>
              </a:rPr>
              <a:t>继承（</a:t>
            </a:r>
            <a:r>
              <a:rPr lang="en-US" altLang="zh-CN" sz="2400" dirty="0">
                <a:highlight>
                  <a:srgbClr val="FFFF00"/>
                </a:highlight>
                <a:sym typeface="+mn-ea"/>
              </a:rPr>
              <a:t>Inheritance</a:t>
            </a:r>
            <a:r>
              <a:rPr lang="zh-CN" altLang="en-US" sz="2400" dirty="0">
                <a:highlight>
                  <a:srgbClr val="FFFF00"/>
                </a:highlight>
                <a:sym typeface="+mn-ea"/>
              </a:rPr>
              <a:t>）实现泛化关系</a:t>
            </a:r>
            <a:endParaRPr lang="zh-CN" altLang="en-US" sz="2400" dirty="0">
              <a:sym typeface="+mn-ea"/>
            </a:endParaRPr>
          </a:p>
          <a:p>
            <a:pPr lvl="2" eaLnBrk="1" hangingPunct="1">
              <a:lnSpc>
                <a:spcPct val="110000"/>
              </a:lnSpc>
              <a:buSzPct val="80000"/>
              <a:buFont typeface="Wingdings" panose="05000000000000000000" charset="0"/>
              <a:buChar char=""/>
              <a:defRPr/>
            </a:pPr>
            <a:endParaRPr lang="en-US" altLang="zh-CN" sz="2600" dirty="0"/>
          </a:p>
          <a:p>
            <a:pPr lvl="1" eaLnBrk="1" hangingPunct="1">
              <a:lnSpc>
                <a:spcPct val="110000"/>
              </a:lnSpc>
              <a:buSzPct val="80000"/>
              <a:buFont typeface="Wingdings" panose="05000000000000000000" charset="0"/>
              <a:buChar char=""/>
              <a:defRPr/>
            </a:pPr>
            <a:r>
              <a:rPr lang="zh-CN" altLang="en-US" sz="2600" dirty="0">
                <a:sym typeface="+mn-ea"/>
              </a:rPr>
              <a:t>通过泛化关系，可以建立类之间的层次结构，根据继承层次中父类的个数不同，分为：</a:t>
            </a:r>
            <a:endParaRPr lang="en-US" altLang="zh-CN" sz="2600" dirty="0"/>
          </a:p>
          <a:p>
            <a:pPr lvl="2" eaLnBrk="1" hangingPunct="1">
              <a:lnSpc>
                <a:spcPct val="110000"/>
              </a:lnSpc>
              <a:buSzPct val="80000"/>
              <a:buFont typeface="Wingdings" panose="05000000000000000000" charset="0"/>
              <a:buChar char=""/>
              <a:defRPr/>
            </a:pPr>
            <a:r>
              <a:rPr lang="zh-CN" altLang="en-US" sz="2600" dirty="0">
                <a:sym typeface="+mn-ea"/>
              </a:rPr>
              <a:t>单一继承</a:t>
            </a:r>
            <a:endParaRPr lang="en-US" altLang="zh-CN" sz="2600" dirty="0"/>
          </a:p>
          <a:p>
            <a:pPr lvl="2" eaLnBrk="1" hangingPunct="1">
              <a:lnSpc>
                <a:spcPct val="110000"/>
              </a:lnSpc>
              <a:buSzPct val="80000"/>
              <a:buFont typeface="Wingdings" panose="05000000000000000000" charset="0"/>
              <a:buChar char=""/>
              <a:defRPr/>
            </a:pPr>
            <a:r>
              <a:rPr lang="zh-CN" altLang="en-US" sz="2600" dirty="0">
                <a:sym typeface="+mn-ea"/>
              </a:rPr>
              <a:t>多重继承</a:t>
            </a:r>
            <a:endParaRPr lang="en-US" altLang="zh-CN" sz="2600" dirty="0"/>
          </a:p>
          <a:p>
            <a:pPr eaLnBrk="1" hangingPunct="1"/>
            <a:endParaRPr lang="en-US" altLang="zh-CN" sz="28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spTree>
  </p:cSld>
  <p:clrMapOvr>
    <a:masterClrMapping/>
  </p:clrMapOvr>
  <p:transition spd="slow">
    <p:random/>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1.4 </a:t>
              </a:r>
              <a:r>
                <a:rPr lang="zh-CN" altLang="en-US" sz="3200" b="1" dirty="0">
                  <a:solidFill>
                    <a:schemeClr val="tx2">
                      <a:lumMod val="75000"/>
                    </a:schemeClr>
                  </a:solidFill>
                  <a:latin typeface="+mj-lt"/>
                  <a:ea typeface="黑体" panose="02010609060101010101" pitchFamily="49" charset="-122"/>
                  <a:cs typeface="+mj-lt"/>
                </a:rPr>
                <a:t>面向对象技术的相关</a:t>
              </a:r>
              <a:r>
                <a:rPr lang="zh-CN" altLang="en-US" sz="3200" b="1" dirty="0">
                  <a:solidFill>
                    <a:schemeClr val="tx2">
                      <a:lumMod val="75000"/>
                    </a:schemeClr>
                  </a:solidFill>
                  <a:latin typeface="+mj-lt"/>
                  <a:ea typeface="黑体" panose="02010609060101010101" pitchFamily="49" charset="-122"/>
                  <a:cs typeface="+mj-lt"/>
                </a:rPr>
                <a:t>原则</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41731"/>
            <a:ext cx="10872184" cy="5400675"/>
          </a:xfrm>
        </p:spPr>
        <p:txBody>
          <a:bodyPr/>
          <a:p>
            <a:pPr eaLnBrk="1" hangingPunct="1"/>
            <a:r>
              <a:rPr lang="zh-CN" altLang="en-US" sz="2800" dirty="0">
                <a:sym typeface="+mn-ea"/>
              </a:rPr>
              <a:t>单一</a:t>
            </a:r>
            <a:r>
              <a:rPr lang="zh-CN" altLang="en-US" sz="2800" dirty="0">
                <a:sym typeface="+mn-ea"/>
              </a:rPr>
              <a:t>继承</a:t>
            </a:r>
            <a:endParaRPr lang="en-US" altLang="zh-CN" sz="2800" b="1" dirty="0"/>
          </a:p>
          <a:p>
            <a:pPr lvl="1" eaLnBrk="1" hangingPunct="1">
              <a:lnSpc>
                <a:spcPct val="110000"/>
              </a:lnSpc>
              <a:buFont typeface="Wingdings" panose="05000000000000000000" charset="0"/>
              <a:buChar char=""/>
              <a:defRPr/>
            </a:pPr>
            <a:r>
              <a:rPr lang="zh-CN" altLang="en-US" sz="2600" dirty="0">
                <a:sym typeface="+mn-ea"/>
              </a:rPr>
              <a:t>一个类继承另一个类</a:t>
            </a:r>
            <a:endParaRPr lang="en-US" altLang="zh-CN" sz="28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pic>
        <p:nvPicPr>
          <p:cNvPr id="8192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66988" y="2274253"/>
            <a:ext cx="6577012" cy="375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1.4 </a:t>
              </a:r>
              <a:r>
                <a:rPr lang="zh-CN" altLang="en-US" sz="3200" b="1" dirty="0">
                  <a:solidFill>
                    <a:schemeClr val="tx2">
                      <a:lumMod val="75000"/>
                    </a:schemeClr>
                  </a:solidFill>
                  <a:latin typeface="+mj-lt"/>
                  <a:ea typeface="黑体" panose="02010609060101010101" pitchFamily="49" charset="-122"/>
                  <a:cs typeface="+mj-lt"/>
                </a:rPr>
                <a:t>面向对象技术的相关</a:t>
              </a:r>
              <a:r>
                <a:rPr lang="zh-CN" altLang="en-US" sz="3200" b="1" dirty="0">
                  <a:solidFill>
                    <a:schemeClr val="tx2">
                      <a:lumMod val="75000"/>
                    </a:schemeClr>
                  </a:solidFill>
                  <a:latin typeface="+mj-lt"/>
                  <a:ea typeface="黑体" panose="02010609060101010101" pitchFamily="49" charset="-122"/>
                  <a:cs typeface="+mj-lt"/>
                </a:rPr>
                <a:t>原则</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41731"/>
            <a:ext cx="10872184" cy="5400675"/>
          </a:xfrm>
        </p:spPr>
        <p:txBody>
          <a:bodyPr/>
          <a:p>
            <a:pPr eaLnBrk="1" hangingPunct="1"/>
            <a:r>
              <a:rPr lang="zh-CN" altLang="en-US" sz="2800" dirty="0">
                <a:sym typeface="+mn-ea"/>
              </a:rPr>
              <a:t>多重继承</a:t>
            </a:r>
            <a:endParaRPr lang="en-US" altLang="zh-CN" sz="2800" b="1" dirty="0"/>
          </a:p>
          <a:p>
            <a:pPr lvl="1" eaLnBrk="1" hangingPunct="1">
              <a:lnSpc>
                <a:spcPct val="110000"/>
              </a:lnSpc>
              <a:buFont typeface="Wingdings" panose="05000000000000000000" charset="0"/>
              <a:buChar char=""/>
              <a:defRPr/>
            </a:pPr>
            <a:r>
              <a:rPr lang="zh-CN" altLang="en-US" sz="2600" dirty="0">
                <a:sym typeface="+mn-ea"/>
              </a:rPr>
              <a:t>一个类继承</a:t>
            </a:r>
            <a:r>
              <a:rPr lang="zh-CN" altLang="en-US" sz="2600" dirty="0">
                <a:sym typeface="+mn-ea"/>
              </a:rPr>
              <a:t>多一个类</a:t>
            </a:r>
            <a:endParaRPr lang="en-US" altLang="zh-CN" sz="28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pic>
        <p:nvPicPr>
          <p:cNvPr id="82949"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42254" y="2635141"/>
            <a:ext cx="8208962" cy="229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085" name="Text Box 5"/>
          <p:cNvSpPr txBox="1">
            <a:spLocks noChangeArrowheads="1"/>
          </p:cNvSpPr>
          <p:nvPr/>
        </p:nvSpPr>
        <p:spPr bwMode="auto">
          <a:xfrm>
            <a:off x="1631953" y="5361623"/>
            <a:ext cx="8964613" cy="946150"/>
          </a:xfrm>
          <a:prstGeom prst="rect">
            <a:avLst/>
          </a:prstGeom>
          <a:noFill/>
          <a:ln w="12700">
            <a:noFill/>
            <a:miter lim="800000"/>
            <a:headEnd type="none" w="sm" len="sm"/>
            <a:tailEnd type="none" w="sm" len="sm"/>
          </a:ln>
          <a:effectLst/>
        </p:spPr>
        <p:txBody>
          <a:bodyPr>
            <a:spAutoFit/>
          </a:bodyPr>
          <a:p>
            <a:pPr algn="ctr" eaLnBrk="0" hangingPunct="0">
              <a:spcBef>
                <a:spcPct val="50000"/>
              </a:spcBef>
              <a:defRPr/>
            </a:pPr>
            <a:r>
              <a:rPr kumimoji="0" lang="en-US" altLang="zh-CN" sz="2800" i="1" u="sng">
                <a:solidFill>
                  <a:srgbClr val="FF3300"/>
                </a:solidFill>
                <a:effectLst>
                  <a:outerShdw blurRad="38100" dist="38100" dir="2700000" algn="tl">
                    <a:srgbClr val="C0C0C0"/>
                  </a:outerShdw>
                </a:effectLst>
                <a:latin typeface="Arial" panose="020B0604020202090204" pitchFamily="34" charset="0"/>
              </a:rPr>
              <a:t>Use multiple inheritance only when needed and always with caution!</a:t>
            </a:r>
            <a:endParaRPr kumimoji="0" lang="en-US" altLang="zh-CN" sz="2800" i="1" u="sng">
              <a:solidFill>
                <a:srgbClr val="FF3300"/>
              </a:solidFill>
              <a:effectLst>
                <a:outerShdw blurRad="38100" dist="38100" dir="2700000" algn="tl">
                  <a:srgbClr val="C0C0C0"/>
                </a:outerShdw>
              </a:effectLst>
              <a:latin typeface="Arial" panose="020B0604020202090204" pitchFamily="34" charset="0"/>
            </a:endParaRPr>
          </a:p>
        </p:txBody>
      </p:sp>
    </p:spTree>
  </p:cSld>
  <p:clrMapOvr>
    <a:masterClrMapping/>
  </p:clrMapOvr>
  <p:transition spd="slow">
    <p:random/>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1.4 </a:t>
              </a:r>
              <a:r>
                <a:rPr lang="zh-CN" altLang="en-US" sz="3200" b="1" dirty="0">
                  <a:solidFill>
                    <a:schemeClr val="tx2">
                      <a:lumMod val="75000"/>
                    </a:schemeClr>
                  </a:solidFill>
                  <a:latin typeface="+mj-lt"/>
                  <a:ea typeface="黑体" panose="02010609060101010101" pitchFamily="49" charset="-122"/>
                  <a:cs typeface="+mj-lt"/>
                </a:rPr>
                <a:t>面向对象技术的相关</a:t>
              </a:r>
              <a:r>
                <a:rPr lang="zh-CN" altLang="en-US" sz="3200" b="1" dirty="0">
                  <a:solidFill>
                    <a:schemeClr val="tx2">
                      <a:lumMod val="75000"/>
                    </a:schemeClr>
                  </a:solidFill>
                  <a:latin typeface="+mj-lt"/>
                  <a:ea typeface="黑体" panose="02010609060101010101" pitchFamily="49" charset="-122"/>
                  <a:cs typeface="+mj-lt"/>
                </a:rPr>
                <a:t>原则</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41731"/>
            <a:ext cx="10872184" cy="5400675"/>
          </a:xfrm>
        </p:spPr>
        <p:txBody>
          <a:bodyPr/>
          <a:p>
            <a:pPr eaLnBrk="1" hangingPunct="1"/>
            <a:r>
              <a:rPr lang="zh-CN" altLang="en-US" sz="2800" b="1" dirty="0">
                <a:sym typeface="+mn-ea"/>
              </a:rPr>
              <a:t>继承</a:t>
            </a:r>
            <a:endParaRPr lang="en-US" altLang="zh-CN" sz="2800" b="1" dirty="0"/>
          </a:p>
          <a:p>
            <a:pPr lvl="1" eaLnBrk="1" hangingPunct="1">
              <a:lnSpc>
                <a:spcPct val="110000"/>
              </a:lnSpc>
              <a:buSzPct val="80000"/>
              <a:buFont typeface="Wingdings" panose="05000000000000000000" charset="0"/>
              <a:buChar char=""/>
              <a:defRPr/>
            </a:pPr>
            <a:r>
              <a:rPr lang="zh-CN" altLang="en-US" sz="2400" dirty="0">
                <a:sym typeface="+mn-ea"/>
              </a:rPr>
              <a:t>子类</a:t>
            </a:r>
            <a:r>
              <a:rPr lang="zh-CN" altLang="en-US" sz="2400" dirty="0">
                <a:solidFill>
                  <a:srgbClr val="052CFF"/>
                </a:solidFill>
                <a:sym typeface="+mn-ea"/>
              </a:rPr>
              <a:t>继承父类所有的内容</a:t>
            </a:r>
            <a:r>
              <a:rPr lang="zh-CN" altLang="en-US" sz="2400" dirty="0">
                <a:sym typeface="+mn-ea"/>
              </a:rPr>
              <a:t>：属性、操作、关系和语义</a:t>
            </a:r>
            <a:endParaRPr lang="en-US" altLang="zh-CN" sz="2400" dirty="0"/>
          </a:p>
          <a:p>
            <a:pPr lvl="2" eaLnBrk="1" hangingPunct="1">
              <a:lnSpc>
                <a:spcPct val="110000"/>
              </a:lnSpc>
              <a:buSzPct val="80000"/>
              <a:buFont typeface="Wingdings" panose="05000000000000000000" charset="0"/>
              <a:buChar char=""/>
              <a:defRPr/>
            </a:pPr>
            <a:r>
              <a:rPr lang="zh-CN" altLang="en-US" sz="2400" dirty="0">
                <a:sym typeface="+mn-ea"/>
              </a:rPr>
              <a:t>其访问权限仍受可见性的约束</a:t>
            </a:r>
            <a:endParaRPr lang="en-US" altLang="zh-CN" sz="2400" dirty="0"/>
          </a:p>
          <a:p>
            <a:pPr lvl="1" eaLnBrk="1" hangingPunct="1">
              <a:lnSpc>
                <a:spcPct val="110000"/>
              </a:lnSpc>
              <a:buSzPct val="80000"/>
              <a:buFont typeface="Wingdings" panose="05000000000000000000" charset="0"/>
              <a:buChar char=""/>
              <a:defRPr/>
            </a:pPr>
            <a:r>
              <a:rPr lang="zh-CN" altLang="en-US" sz="2400" dirty="0">
                <a:sym typeface="+mn-ea"/>
              </a:rPr>
              <a:t>子类还可以</a:t>
            </a:r>
            <a:r>
              <a:rPr lang="en-US" altLang="zh-CN" sz="2400" dirty="0">
                <a:sym typeface="+mn-ea"/>
              </a:rPr>
              <a:t>:</a:t>
            </a:r>
            <a:endParaRPr lang="en-US" altLang="zh-CN" sz="2400" dirty="0"/>
          </a:p>
          <a:p>
            <a:pPr lvl="2" eaLnBrk="1" hangingPunct="1">
              <a:lnSpc>
                <a:spcPct val="110000"/>
              </a:lnSpc>
              <a:buSzPct val="80000"/>
              <a:buFont typeface="Wingdings" panose="05000000000000000000" charset="0"/>
              <a:buChar char=""/>
              <a:defRPr/>
            </a:pPr>
            <a:r>
              <a:rPr lang="zh-CN" altLang="en-US" sz="2400" dirty="0">
                <a:solidFill>
                  <a:srgbClr val="052CFF"/>
                </a:solidFill>
                <a:sym typeface="+mn-ea"/>
              </a:rPr>
              <a:t>添加新</a:t>
            </a:r>
            <a:r>
              <a:rPr lang="zh-CN" altLang="en-US" sz="2400" dirty="0">
                <a:sym typeface="+mn-ea"/>
              </a:rPr>
              <a:t>的属性、操作、关系和语义</a:t>
            </a:r>
            <a:endParaRPr lang="en-US" altLang="zh-CN" sz="2400" dirty="0"/>
          </a:p>
          <a:p>
            <a:pPr lvl="2" eaLnBrk="1" hangingPunct="1">
              <a:lnSpc>
                <a:spcPct val="110000"/>
              </a:lnSpc>
              <a:buSzPct val="80000"/>
              <a:buFont typeface="Wingdings" panose="05000000000000000000" charset="0"/>
              <a:buChar char=""/>
              <a:defRPr/>
            </a:pPr>
            <a:r>
              <a:rPr lang="zh-CN" altLang="en-US" sz="2400" dirty="0">
                <a:sym typeface="+mn-ea"/>
              </a:rPr>
              <a:t>重定义继承的操作（小心！）</a:t>
            </a:r>
            <a:endParaRPr lang="en-US" altLang="zh-CN" sz="2400" dirty="0"/>
          </a:p>
          <a:p>
            <a:pPr lvl="1" eaLnBrk="1" hangingPunct="1">
              <a:lnSpc>
                <a:spcPct val="110000"/>
              </a:lnSpc>
              <a:buSzPct val="80000"/>
              <a:buFont typeface="Wingdings" panose="05000000000000000000" charset="0"/>
              <a:buChar char=""/>
              <a:defRPr/>
            </a:pPr>
            <a:r>
              <a:rPr lang="zh-CN" altLang="en-US" sz="2400" dirty="0">
                <a:sym typeface="+mn-ea"/>
              </a:rPr>
              <a:t>设计继承层次</a:t>
            </a:r>
            <a:endParaRPr lang="en-US" altLang="zh-CN" sz="2400" dirty="0"/>
          </a:p>
          <a:p>
            <a:pPr lvl="2" eaLnBrk="1" hangingPunct="1">
              <a:lnSpc>
                <a:spcPct val="110000"/>
              </a:lnSpc>
              <a:buSzPct val="80000"/>
              <a:buFont typeface="Wingdings" panose="05000000000000000000" charset="0"/>
              <a:buChar char=""/>
              <a:defRPr/>
            </a:pPr>
            <a:r>
              <a:rPr lang="zh-CN" altLang="en-US" sz="2400" dirty="0">
                <a:sym typeface="+mn-ea"/>
              </a:rPr>
              <a:t>父类定义</a:t>
            </a:r>
            <a:r>
              <a:rPr lang="zh-CN" altLang="en-US" sz="2400" dirty="0">
                <a:solidFill>
                  <a:srgbClr val="052CFF"/>
                </a:solidFill>
                <a:sym typeface="+mn-ea"/>
              </a:rPr>
              <a:t>公共</a:t>
            </a:r>
            <a:r>
              <a:rPr lang="zh-CN" altLang="en-US" sz="2400" dirty="0">
                <a:sym typeface="+mn-ea"/>
              </a:rPr>
              <a:t>的属性、操作、关系和语义</a:t>
            </a:r>
            <a:endParaRPr lang="en-US" altLang="zh-CN" sz="2400" dirty="0"/>
          </a:p>
          <a:p>
            <a:pPr lvl="2" eaLnBrk="1" hangingPunct="1">
              <a:lnSpc>
                <a:spcPct val="110000"/>
              </a:lnSpc>
              <a:buSzPct val="80000"/>
              <a:buFont typeface="Wingdings" panose="05000000000000000000" charset="0"/>
              <a:buChar char=""/>
              <a:defRPr/>
            </a:pPr>
            <a:r>
              <a:rPr lang="zh-CN" altLang="en-US" sz="2400" dirty="0">
                <a:sym typeface="+mn-ea"/>
              </a:rPr>
              <a:t>针对不同的情况定义不同的子类，以</a:t>
            </a:r>
            <a:r>
              <a:rPr lang="zh-CN" altLang="en-US" sz="2400" dirty="0">
                <a:solidFill>
                  <a:srgbClr val="052CFF"/>
                </a:solidFill>
                <a:sym typeface="+mn-ea"/>
              </a:rPr>
              <a:t>扩展</a:t>
            </a:r>
            <a:r>
              <a:rPr lang="zh-CN" altLang="en-US" sz="2400" dirty="0">
                <a:sym typeface="+mn-ea"/>
              </a:rPr>
              <a:t>父类的属性、操作、行为和语义</a:t>
            </a:r>
            <a:endParaRPr lang="en-US" altLang="zh-CN" sz="2400" dirty="0"/>
          </a:p>
          <a:p>
            <a:pPr lvl="1" eaLnBrk="1" hangingPunct="1">
              <a:lnSpc>
                <a:spcPct val="110000"/>
              </a:lnSpc>
              <a:buFont typeface="Wingdings" panose="05000000000000000000" charset="0"/>
              <a:buChar char=""/>
              <a:defRPr/>
            </a:pPr>
            <a:endParaRPr lang="en-US" altLang="zh-CN" sz="28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spTree>
  </p:cSld>
  <p:clrMapOvr>
    <a:masterClrMapping/>
  </p:clrMapOvr>
  <p:transition spd="slow">
    <p:random/>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1.4 </a:t>
              </a:r>
              <a:r>
                <a:rPr lang="zh-CN" altLang="en-US" sz="3200" b="1" dirty="0">
                  <a:solidFill>
                    <a:schemeClr val="tx2">
                      <a:lumMod val="75000"/>
                    </a:schemeClr>
                  </a:solidFill>
                  <a:latin typeface="+mj-lt"/>
                  <a:ea typeface="黑体" panose="02010609060101010101" pitchFamily="49" charset="-122"/>
                  <a:cs typeface="+mj-lt"/>
                </a:rPr>
                <a:t>面向对象技术的相关</a:t>
              </a:r>
              <a:r>
                <a:rPr lang="zh-CN" altLang="en-US" sz="3200" b="1" dirty="0">
                  <a:solidFill>
                    <a:schemeClr val="tx2">
                      <a:lumMod val="75000"/>
                    </a:schemeClr>
                  </a:solidFill>
                  <a:latin typeface="+mj-lt"/>
                  <a:ea typeface="黑体" panose="02010609060101010101" pitchFamily="49" charset="-122"/>
                  <a:cs typeface="+mj-lt"/>
                </a:rPr>
                <a:t>原则</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41731"/>
            <a:ext cx="10872184" cy="5400675"/>
          </a:xfrm>
        </p:spPr>
        <p:txBody>
          <a:bodyPr/>
          <a:p>
            <a:pPr eaLnBrk="1" hangingPunct="1"/>
            <a:r>
              <a:rPr lang="zh-CN" altLang="en-US" sz="2800" dirty="0">
                <a:sym typeface="+mn-ea"/>
              </a:rPr>
              <a:t>范例：继承什么？</a:t>
            </a:r>
            <a:endParaRPr lang="en-US" altLang="zh-CN" sz="2800" b="1" dirty="0"/>
          </a:p>
          <a:p>
            <a:pPr eaLnBrk="1" hangingPunct="1">
              <a:lnSpc>
                <a:spcPct val="80000"/>
              </a:lnSpc>
              <a:buFont typeface="Wingdings" panose="05000000000000000000" pitchFamily="2" charset="2"/>
              <a:buNone/>
            </a:pPr>
            <a:r>
              <a:rPr lang="en-US" altLang="zh-CN" sz="2000">
                <a:solidFill>
                  <a:srgbClr val="000000"/>
                </a:solidFill>
                <a:highlight>
                  <a:srgbClr val="C0C0C0"/>
                </a:highlight>
                <a:latin typeface="Times New Roman Regular" panose="02020603050405020304" charset="0"/>
                <a:cs typeface="Times New Roman Regular" panose="02020603050405020304" charset="0"/>
                <a:sym typeface="+mn-ea"/>
              </a:rPr>
              <a:t>class Student { </a:t>
            </a:r>
            <a:endParaRPr lang="en-US" altLang="zh-CN" sz="2000">
              <a:solidFill>
                <a:srgbClr val="000000"/>
              </a:solidFill>
              <a:highlight>
                <a:srgbClr val="C0C0C0"/>
              </a:highlight>
              <a:latin typeface="Times New Roman Regular" panose="02020603050405020304" charset="0"/>
              <a:cs typeface="Times New Roman Regular" panose="02020603050405020304" charset="0"/>
            </a:endParaRPr>
          </a:p>
          <a:p>
            <a:pPr eaLnBrk="1" hangingPunct="1">
              <a:lnSpc>
                <a:spcPct val="80000"/>
              </a:lnSpc>
              <a:buFont typeface="Wingdings" panose="05000000000000000000" pitchFamily="2" charset="2"/>
              <a:buNone/>
            </a:pPr>
            <a:r>
              <a:rPr lang="en-US" altLang="zh-CN" sz="2000">
                <a:solidFill>
                  <a:srgbClr val="000000"/>
                </a:solidFill>
                <a:highlight>
                  <a:srgbClr val="C0C0C0"/>
                </a:highlight>
                <a:latin typeface="Times New Roman Regular" panose="02020603050405020304" charset="0"/>
                <a:cs typeface="Times New Roman Regular" panose="02020603050405020304" charset="0"/>
                <a:sym typeface="+mn-ea"/>
              </a:rPr>
              <a:t>	protected string name;</a:t>
            </a:r>
            <a:br>
              <a:rPr lang="en-US" altLang="zh-CN" sz="2000">
                <a:solidFill>
                  <a:srgbClr val="000000"/>
                </a:solidFill>
                <a:highlight>
                  <a:srgbClr val="C0C0C0"/>
                </a:highlight>
                <a:latin typeface="Times New Roman Regular" panose="02020603050405020304" charset="0"/>
                <a:cs typeface="Times New Roman Regular" panose="02020603050405020304" charset="0"/>
                <a:sym typeface="+mn-ea"/>
              </a:rPr>
            </a:br>
            <a:r>
              <a:rPr lang="en-US" altLang="zh-CN" sz="2000">
                <a:solidFill>
                  <a:srgbClr val="000000"/>
                </a:solidFill>
                <a:highlight>
                  <a:srgbClr val="C0C0C0"/>
                </a:highlight>
                <a:latin typeface="Times New Roman Regular" panose="02020603050405020304" charset="0"/>
                <a:cs typeface="Times New Roman Regular" panose="02020603050405020304" charset="0"/>
                <a:sym typeface="+mn-ea"/>
              </a:rPr>
              <a:t>public string getName() {…}</a:t>
            </a:r>
            <a:br>
              <a:rPr lang="en-US" altLang="zh-CN" sz="2000">
                <a:solidFill>
                  <a:srgbClr val="000000"/>
                </a:solidFill>
                <a:highlight>
                  <a:srgbClr val="C0C0C0"/>
                </a:highlight>
                <a:latin typeface="Times New Roman Regular" panose="02020603050405020304" charset="0"/>
                <a:cs typeface="Times New Roman Regular" panose="02020603050405020304" charset="0"/>
                <a:sym typeface="+mn-ea"/>
              </a:rPr>
            </a:br>
            <a:r>
              <a:rPr lang="en-US" altLang="zh-CN" sz="2000">
                <a:solidFill>
                  <a:srgbClr val="000000"/>
                </a:solidFill>
                <a:highlight>
                  <a:srgbClr val="C0C0C0"/>
                </a:highlight>
                <a:latin typeface="Times New Roman Regular" panose="02020603050405020304" charset="0"/>
                <a:cs typeface="Times New Roman Regular" panose="02020603050405020304" charset="0"/>
                <a:sym typeface="+mn-ea"/>
              </a:rPr>
              <a:t>public Account theAccount;</a:t>
            </a:r>
            <a:br>
              <a:rPr lang="en-US" altLang="zh-CN" sz="2000">
                <a:solidFill>
                  <a:srgbClr val="000000"/>
                </a:solidFill>
                <a:highlight>
                  <a:srgbClr val="C0C0C0"/>
                </a:highlight>
                <a:latin typeface="Times New Roman Regular" panose="02020603050405020304" charset="0"/>
                <a:cs typeface="Times New Roman Regular" panose="02020603050405020304" charset="0"/>
                <a:sym typeface="+mn-ea"/>
              </a:rPr>
            </a:br>
            <a:r>
              <a:rPr lang="en-US" altLang="zh-CN" sz="2000">
                <a:solidFill>
                  <a:srgbClr val="000000"/>
                </a:solidFill>
                <a:highlight>
                  <a:srgbClr val="C0C0C0"/>
                </a:highlight>
                <a:latin typeface="Times New Roman Regular" panose="02020603050405020304" charset="0"/>
                <a:cs typeface="Times New Roman Regular" panose="02020603050405020304" charset="0"/>
                <a:sym typeface="+mn-ea"/>
              </a:rPr>
              <a:t>…</a:t>
            </a:r>
            <a:br>
              <a:rPr lang="en-US" altLang="zh-CN" sz="2000">
                <a:solidFill>
                  <a:srgbClr val="000000"/>
                </a:solidFill>
                <a:highlight>
                  <a:srgbClr val="C0C0C0"/>
                </a:highlight>
                <a:latin typeface="Times New Roman Regular" panose="02020603050405020304" charset="0"/>
                <a:cs typeface="Times New Roman Regular" panose="02020603050405020304" charset="0"/>
                <a:sym typeface="+mn-ea"/>
              </a:rPr>
            </a:br>
            <a:r>
              <a:rPr lang="en-US" altLang="zh-CN" sz="2000">
                <a:solidFill>
                  <a:srgbClr val="000000"/>
                </a:solidFill>
                <a:highlight>
                  <a:srgbClr val="C0C0C0"/>
                </a:highlight>
                <a:latin typeface="Times New Roman Regular" panose="02020603050405020304" charset="0"/>
                <a:cs typeface="Times New Roman Regular" panose="02020603050405020304" charset="0"/>
                <a:sym typeface="+mn-ea"/>
              </a:rPr>
              <a:t>}</a:t>
            </a:r>
            <a:endParaRPr lang="en-US" altLang="zh-CN" sz="2000">
              <a:solidFill>
                <a:srgbClr val="000000"/>
              </a:solidFill>
              <a:highlight>
                <a:srgbClr val="C0C0C0"/>
              </a:highlight>
              <a:latin typeface="Times New Roman Regular" panose="02020603050405020304" charset="0"/>
              <a:cs typeface="Times New Roman Regular" panose="02020603050405020304" charset="0"/>
            </a:endParaRPr>
          </a:p>
          <a:p>
            <a:pPr eaLnBrk="1" hangingPunct="1">
              <a:lnSpc>
                <a:spcPct val="90000"/>
              </a:lnSpc>
              <a:buFont typeface="Wingdings" panose="05000000000000000000" pitchFamily="2" charset="2"/>
              <a:buNone/>
            </a:pPr>
            <a:r>
              <a:rPr lang="en-US" altLang="zh-CN" sz="2000">
                <a:solidFill>
                  <a:srgbClr val="000000"/>
                </a:solidFill>
                <a:highlight>
                  <a:srgbClr val="C0C0C0"/>
                </a:highlight>
                <a:latin typeface="Times New Roman Regular" panose="02020603050405020304" charset="0"/>
                <a:cs typeface="Times New Roman Regular" panose="02020603050405020304" charset="0"/>
                <a:sym typeface="+mn-ea"/>
              </a:rPr>
              <a:t>class GraduateStudent </a:t>
            </a:r>
            <a:r>
              <a:rPr lang="en-US" altLang="zh-CN" sz="2000">
                <a:solidFill>
                  <a:srgbClr val="FF3300"/>
                </a:solidFill>
                <a:highlight>
                  <a:srgbClr val="C0C0C0"/>
                </a:highlight>
                <a:latin typeface="Times New Roman Regular" panose="02020603050405020304" charset="0"/>
                <a:cs typeface="Times New Roman Regular" panose="02020603050405020304" charset="0"/>
                <a:sym typeface="+mn-ea"/>
              </a:rPr>
              <a:t>extends</a:t>
            </a:r>
            <a:r>
              <a:rPr lang="en-US" altLang="zh-CN" sz="2000">
                <a:solidFill>
                  <a:srgbClr val="000000"/>
                </a:solidFill>
                <a:highlight>
                  <a:srgbClr val="C0C0C0"/>
                </a:highlight>
                <a:latin typeface="Times New Roman Regular" panose="02020603050405020304" charset="0"/>
                <a:cs typeface="Times New Roman Regular" panose="02020603050405020304" charset="0"/>
                <a:sym typeface="+mn-ea"/>
              </a:rPr>
              <a:t> Student {</a:t>
            </a:r>
            <a:br>
              <a:rPr lang="en-US" altLang="zh-CN" sz="2000">
                <a:solidFill>
                  <a:srgbClr val="000000"/>
                </a:solidFill>
                <a:highlight>
                  <a:srgbClr val="C0C0C0"/>
                </a:highlight>
                <a:latin typeface="Times New Roman Regular" panose="02020603050405020304" charset="0"/>
                <a:cs typeface="Times New Roman Regular" panose="02020603050405020304" charset="0"/>
                <a:sym typeface="+mn-ea"/>
              </a:rPr>
            </a:br>
            <a:r>
              <a:rPr lang="en-US" altLang="zh-CN" sz="2000">
                <a:solidFill>
                  <a:srgbClr val="000000"/>
                </a:solidFill>
                <a:highlight>
                  <a:srgbClr val="C0C0C0"/>
                </a:highlight>
                <a:latin typeface="Times New Roman Regular" panose="02020603050405020304" charset="0"/>
                <a:cs typeface="Times New Roman Regular" panose="02020603050405020304" charset="0"/>
                <a:sym typeface="+mn-ea"/>
              </a:rPr>
              <a:t>…</a:t>
            </a:r>
            <a:br>
              <a:rPr lang="en-US" altLang="zh-CN" sz="2000">
                <a:solidFill>
                  <a:srgbClr val="000000"/>
                </a:solidFill>
                <a:highlight>
                  <a:srgbClr val="C0C0C0"/>
                </a:highlight>
                <a:latin typeface="Times New Roman Regular" panose="02020603050405020304" charset="0"/>
                <a:cs typeface="Times New Roman Regular" panose="02020603050405020304" charset="0"/>
                <a:sym typeface="+mn-ea"/>
              </a:rPr>
            </a:br>
            <a:r>
              <a:rPr lang="en-US" altLang="zh-CN" sz="2000">
                <a:solidFill>
                  <a:srgbClr val="000000"/>
                </a:solidFill>
                <a:highlight>
                  <a:srgbClr val="C0C0C0"/>
                </a:highlight>
                <a:latin typeface="Times New Roman Regular" panose="02020603050405020304" charset="0"/>
                <a:cs typeface="Times New Roman Regular" panose="02020603050405020304" charset="0"/>
                <a:sym typeface="+mn-ea"/>
              </a:rPr>
              <a:t>} </a:t>
            </a:r>
            <a:r>
              <a:rPr lang="en-US" altLang="zh-CN" sz="2400">
                <a:solidFill>
                  <a:srgbClr val="000000"/>
                </a:solidFill>
                <a:sym typeface="+mn-ea"/>
              </a:rPr>
              <a:t> </a:t>
            </a:r>
            <a:endParaRPr lang="en-US" altLang="zh-CN" sz="2400">
              <a:solidFill>
                <a:srgbClr val="000000"/>
              </a:solidFill>
            </a:endParaRPr>
          </a:p>
          <a:p>
            <a:pPr lvl="1" eaLnBrk="1" hangingPunct="1">
              <a:lnSpc>
                <a:spcPct val="90000"/>
              </a:lnSpc>
              <a:buSzPct val="80000"/>
              <a:buFont typeface="Wingdings" panose="05000000000000000000" charset="0"/>
              <a:buChar char=""/>
            </a:pPr>
            <a:r>
              <a:rPr lang="zh-CN" altLang="en-US" sz="2400">
                <a:solidFill>
                  <a:srgbClr val="000000"/>
                </a:solidFill>
                <a:sym typeface="+mn-ea"/>
              </a:rPr>
              <a:t>派生类（子类）从基类（超类、父类）中派生，继承了基类全部数据成员和方法。所以即使</a:t>
            </a:r>
            <a:r>
              <a:rPr lang="en-US" altLang="zh-CN" sz="2400">
                <a:solidFill>
                  <a:srgbClr val="000000"/>
                </a:solidFill>
                <a:sym typeface="+mn-ea"/>
              </a:rPr>
              <a:t>GraduateStudent</a:t>
            </a:r>
            <a:r>
              <a:rPr lang="zh-CN" altLang="en-US" sz="2400">
                <a:solidFill>
                  <a:srgbClr val="000000"/>
                </a:solidFill>
                <a:sym typeface="+mn-ea"/>
              </a:rPr>
              <a:t>中没有定义</a:t>
            </a:r>
            <a:r>
              <a:rPr lang="en-US" altLang="zh-CN" sz="2400">
                <a:solidFill>
                  <a:srgbClr val="000000"/>
                </a:solidFill>
                <a:sym typeface="+mn-ea"/>
              </a:rPr>
              <a:t>getName()</a:t>
            </a:r>
            <a:r>
              <a:rPr lang="zh-CN" altLang="en-US" sz="2400">
                <a:solidFill>
                  <a:srgbClr val="000000"/>
                </a:solidFill>
                <a:sym typeface="+mn-ea"/>
              </a:rPr>
              <a:t>，也会从</a:t>
            </a:r>
            <a:r>
              <a:rPr lang="en-US" altLang="zh-CN" sz="2400">
                <a:solidFill>
                  <a:srgbClr val="000000"/>
                </a:solidFill>
                <a:sym typeface="+mn-ea"/>
              </a:rPr>
              <a:t>Student</a:t>
            </a:r>
            <a:r>
              <a:rPr lang="zh-CN" altLang="en-US" sz="2400">
                <a:solidFill>
                  <a:srgbClr val="000000"/>
                </a:solidFill>
                <a:sym typeface="+mn-ea"/>
              </a:rPr>
              <a:t>中得到</a:t>
            </a:r>
            <a:r>
              <a:rPr lang="en-US" altLang="zh-CN" sz="2400">
                <a:solidFill>
                  <a:srgbClr val="000000"/>
                </a:solidFill>
                <a:sym typeface="+mn-ea"/>
              </a:rPr>
              <a:t>getName()</a:t>
            </a:r>
            <a:r>
              <a:rPr lang="zh-CN" altLang="en-US" sz="2400">
                <a:solidFill>
                  <a:srgbClr val="000000"/>
                </a:solidFill>
                <a:sym typeface="+mn-ea"/>
              </a:rPr>
              <a:t>方法的全部实现</a:t>
            </a:r>
            <a:endParaRPr lang="zh-CN" altLang="en-US" sz="2400">
              <a:solidFill>
                <a:srgbClr val="000000"/>
              </a:solidFill>
            </a:endParaRPr>
          </a:p>
          <a:p>
            <a:pPr lvl="1" eaLnBrk="1" hangingPunct="1">
              <a:lnSpc>
                <a:spcPct val="90000"/>
              </a:lnSpc>
              <a:buSzPct val="80000"/>
              <a:buFont typeface="Wingdings" panose="05000000000000000000" charset="0"/>
              <a:buChar char=""/>
            </a:pPr>
            <a:r>
              <a:rPr lang="zh-CN" altLang="en-US" sz="2400">
                <a:solidFill>
                  <a:srgbClr val="000000"/>
                </a:solidFill>
                <a:sym typeface="+mn-ea"/>
              </a:rPr>
              <a:t>派生类也会继承基类中的关系，因此</a:t>
            </a:r>
            <a:r>
              <a:rPr lang="en-US" altLang="zh-CN" sz="2400">
                <a:solidFill>
                  <a:srgbClr val="000000"/>
                </a:solidFill>
                <a:sym typeface="+mn-ea"/>
              </a:rPr>
              <a:t>GraduateStudent</a:t>
            </a:r>
            <a:r>
              <a:rPr lang="zh-CN" altLang="en-US" sz="2400">
                <a:solidFill>
                  <a:srgbClr val="000000"/>
                </a:solidFill>
                <a:sym typeface="+mn-ea"/>
              </a:rPr>
              <a:t>与</a:t>
            </a:r>
            <a:r>
              <a:rPr lang="en-US" altLang="zh-CN" sz="2400">
                <a:solidFill>
                  <a:srgbClr val="000000"/>
                </a:solidFill>
                <a:sym typeface="+mn-ea"/>
              </a:rPr>
              <a:t>Account</a:t>
            </a:r>
            <a:r>
              <a:rPr lang="zh-CN" altLang="en-US" sz="2400">
                <a:solidFill>
                  <a:srgbClr val="000000"/>
                </a:solidFill>
                <a:sym typeface="+mn-ea"/>
              </a:rPr>
              <a:t>也有聚合关系</a:t>
            </a:r>
            <a:endParaRPr lang="zh-CN" altLang="en-US" sz="2400">
              <a:solidFill>
                <a:srgbClr val="000000"/>
              </a:solidFill>
            </a:endParaRPr>
          </a:p>
          <a:p>
            <a:pPr lvl="1" eaLnBrk="1" hangingPunct="1">
              <a:lnSpc>
                <a:spcPct val="110000"/>
              </a:lnSpc>
              <a:buFont typeface="Wingdings" panose="05000000000000000000" charset="0"/>
              <a:buChar char=""/>
              <a:defRPr/>
            </a:pPr>
            <a:endParaRPr lang="en-US" altLang="zh-CN" sz="28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pic>
        <p:nvPicPr>
          <p:cNvPr id="8499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20570" y="1914842"/>
            <a:ext cx="3509963"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4"/>
          <p:cNvGraphicFramePr>
            <a:graphicFrameLocks noChangeAspect="1"/>
          </p:cNvGraphicFramePr>
          <p:nvPr/>
        </p:nvGraphicFramePr>
        <p:xfrm>
          <a:off x="7927975" y="4251960"/>
          <a:ext cx="4181475" cy="2607310"/>
        </p:xfrm>
        <a:graphic>
          <a:graphicData uri="http://schemas.openxmlformats.org/presentationml/2006/ole">
            <mc:AlternateContent xmlns:mc="http://schemas.openxmlformats.org/markup-compatibility/2006">
              <mc:Choice xmlns:v="urn:schemas-microsoft-com:vml" Requires="v">
                <p:oleObj spid="_x0000_s5253" name="位图图像" r:id="rId1" imgW="5438775" imgH="3390900" progId="Paint.Picture">
                  <p:embed/>
                </p:oleObj>
              </mc:Choice>
              <mc:Fallback>
                <p:oleObj name="位图图像" r:id="rId1" imgW="5438775" imgH="3390900" progId="Paint.Picture">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7975" y="4251960"/>
                        <a:ext cx="4181475" cy="2607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1.4 </a:t>
              </a:r>
              <a:r>
                <a:rPr lang="zh-CN" altLang="en-US" sz="3200" b="1" dirty="0">
                  <a:solidFill>
                    <a:schemeClr val="tx2">
                      <a:lumMod val="75000"/>
                    </a:schemeClr>
                  </a:solidFill>
                  <a:latin typeface="+mj-lt"/>
                  <a:ea typeface="黑体" panose="02010609060101010101" pitchFamily="49" charset="-122"/>
                  <a:cs typeface="+mj-lt"/>
                </a:rPr>
                <a:t>面向对象技术的相关</a:t>
              </a:r>
              <a:r>
                <a:rPr lang="zh-CN" altLang="en-US" sz="3200" b="1" dirty="0">
                  <a:solidFill>
                    <a:schemeClr val="tx2">
                      <a:lumMod val="75000"/>
                    </a:schemeClr>
                  </a:solidFill>
                  <a:latin typeface="+mj-lt"/>
                  <a:ea typeface="黑体" panose="02010609060101010101" pitchFamily="49" charset="-122"/>
                  <a:cs typeface="+mj-lt"/>
                </a:rPr>
                <a:t>原则</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41731"/>
            <a:ext cx="10872184" cy="5400675"/>
          </a:xfrm>
        </p:spPr>
        <p:txBody>
          <a:bodyPr/>
          <a:p>
            <a:pPr eaLnBrk="1" hangingPunct="1"/>
            <a:r>
              <a:rPr lang="zh-CN" altLang="en-US" sz="2800" b="1" dirty="0">
                <a:sym typeface="+mn-ea"/>
              </a:rPr>
              <a:t>多态</a:t>
            </a:r>
            <a:r>
              <a:rPr lang="en-US" altLang="zh-CN" sz="2800" b="1" dirty="0">
                <a:sym typeface="+mn-ea"/>
              </a:rPr>
              <a:t>Polymorphism</a:t>
            </a:r>
            <a:endParaRPr lang="en-US" altLang="zh-CN" sz="2800" b="1" dirty="0"/>
          </a:p>
          <a:p>
            <a:pPr lvl="1" eaLnBrk="1" hangingPunct="1">
              <a:lnSpc>
                <a:spcPct val="110000"/>
              </a:lnSpc>
              <a:buSzPct val="80000"/>
              <a:buFont typeface="Wingdings" panose="05000000000000000000" charset="0"/>
              <a:buChar char=""/>
            </a:pPr>
            <a:r>
              <a:rPr lang="zh-CN" altLang="en-US" sz="2400" dirty="0">
                <a:sym typeface="+mn-ea"/>
              </a:rPr>
              <a:t>多态是在统一外表（接口）下隐藏</a:t>
            </a:r>
            <a:r>
              <a:rPr lang="zh-CN" altLang="en-US" sz="2400" dirty="0">
                <a:solidFill>
                  <a:srgbClr val="052CFF"/>
                </a:solidFill>
                <a:sym typeface="+mn-ea"/>
              </a:rPr>
              <a:t>不同实现的能力</a:t>
            </a:r>
            <a:endParaRPr lang="en-US" altLang="zh-CN" sz="2400" dirty="0"/>
          </a:p>
          <a:p>
            <a:pPr lvl="2" eaLnBrk="1" hangingPunct="1">
              <a:lnSpc>
                <a:spcPct val="90000"/>
              </a:lnSpc>
              <a:buSzPct val="80000"/>
              <a:buFont typeface="Wingdings" panose="05000000000000000000" charset="0"/>
              <a:buChar char=""/>
            </a:pPr>
            <a:r>
              <a:rPr lang="zh-CN" altLang="en-US" sz="2400" dirty="0">
                <a:sym typeface="+mn-ea"/>
              </a:rPr>
              <a:t>即一个接口可以有不同的实现行为</a:t>
            </a:r>
            <a:endParaRPr lang="en-US" altLang="zh-CN" sz="2400" dirty="0"/>
          </a:p>
          <a:p>
            <a:pPr lvl="2" eaLnBrk="1" hangingPunct="1">
              <a:lnSpc>
                <a:spcPct val="90000"/>
              </a:lnSpc>
              <a:buSzPct val="80000"/>
              <a:buFont typeface="Wingdings" panose="05000000000000000000" charset="0"/>
              <a:buChar char=""/>
            </a:pPr>
            <a:r>
              <a:rPr lang="zh-CN" altLang="en-US" sz="2400" dirty="0">
                <a:sym typeface="+mn-ea"/>
              </a:rPr>
              <a:t>是面向对象技术的本质特征</a:t>
            </a:r>
            <a:endParaRPr lang="en-US" altLang="zh-CN" sz="2400" dirty="0"/>
          </a:p>
          <a:p>
            <a:pPr marL="447040" lvl="4" indent="189230" defTabSz="0" eaLnBrk="1" hangingPunct="1">
              <a:lnSpc>
                <a:spcPct val="110000"/>
              </a:lnSpc>
              <a:buSzPct val="80000"/>
              <a:buFont typeface="Wingdings" panose="05000000000000000000" charset="0"/>
              <a:buChar char=""/>
              <a:tabLst>
                <a:tab pos="805815" algn="l"/>
                <a:tab pos="1609725" algn="l"/>
              </a:tabLst>
              <a:defRPr/>
            </a:pPr>
            <a:r>
              <a:rPr lang="zh-CN" altLang="zh-CN" sz="2400" b="1">
                <a:sym typeface="+mn-ea"/>
              </a:rPr>
              <a:t>多个</a:t>
            </a:r>
            <a:r>
              <a:rPr lang="zh-CN" altLang="en-US" sz="2400" b="1">
                <a:sym typeface="+mn-ea"/>
              </a:rPr>
              <a:t>孩子都能够“说话”</a:t>
            </a:r>
            <a:r>
              <a:rPr lang="zh-CN" altLang="zh-CN" sz="2400" b="1">
                <a:sym typeface="+mn-ea"/>
              </a:rPr>
              <a:t>，但</a:t>
            </a:r>
            <a:r>
              <a:rPr lang="zh-CN" altLang="en-US" sz="2400" b="1">
                <a:sym typeface="+mn-ea"/>
              </a:rPr>
              <a:t>可能一个说中文，一个说英文，即</a:t>
            </a:r>
            <a:r>
              <a:rPr lang="zh-CN" altLang="en-US" sz="2400" b="1">
                <a:highlight>
                  <a:srgbClr val="FFFF00"/>
                </a:highlight>
                <a:sym typeface="+mn-ea"/>
              </a:rPr>
              <a:t>同一个行为具有多个不同表现形式</a:t>
            </a:r>
            <a:r>
              <a:rPr lang="zh-CN" altLang="zh-CN" sz="2400" b="1">
                <a:highlight>
                  <a:srgbClr val="FFFF00"/>
                </a:highlight>
                <a:sym typeface="+mn-ea"/>
              </a:rPr>
              <a:t>，这就是多态</a:t>
            </a:r>
            <a:endParaRPr lang="en-US" altLang="zh-CN" sz="2400" b="1"/>
          </a:p>
          <a:p>
            <a:pPr marL="447040" lvl="4" indent="189230" defTabSz="0" eaLnBrk="1" hangingPunct="1">
              <a:lnSpc>
                <a:spcPct val="110000"/>
              </a:lnSpc>
              <a:buFont typeface="Wingdings" panose="05000000000000000000" charset="0"/>
              <a:buChar char=""/>
              <a:tabLst>
                <a:tab pos="805815" algn="l"/>
                <a:tab pos="1609725" algn="l"/>
              </a:tabLst>
              <a:defRPr/>
            </a:pPr>
            <a:endParaRPr lang="en-US" altLang="zh-CN" sz="24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pic>
        <p:nvPicPr>
          <p:cNvPr id="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935" y="4850130"/>
            <a:ext cx="6788785" cy="141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1.4 </a:t>
              </a:r>
              <a:r>
                <a:rPr lang="zh-CN" altLang="en-US" sz="3200" b="1" dirty="0">
                  <a:solidFill>
                    <a:schemeClr val="tx2">
                      <a:lumMod val="75000"/>
                    </a:schemeClr>
                  </a:solidFill>
                  <a:latin typeface="+mj-lt"/>
                  <a:ea typeface="黑体" panose="02010609060101010101" pitchFamily="49" charset="-122"/>
                  <a:cs typeface="+mj-lt"/>
                </a:rPr>
                <a:t>面向对象技术的相关</a:t>
              </a:r>
              <a:r>
                <a:rPr lang="zh-CN" altLang="en-US" sz="3200" b="1" dirty="0">
                  <a:solidFill>
                    <a:schemeClr val="tx2">
                      <a:lumMod val="75000"/>
                    </a:schemeClr>
                  </a:solidFill>
                  <a:latin typeface="+mj-lt"/>
                  <a:ea typeface="黑体" panose="02010609060101010101" pitchFamily="49" charset="-122"/>
                  <a:cs typeface="+mj-lt"/>
                </a:rPr>
                <a:t>原则</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445" y="1141730"/>
            <a:ext cx="10872470" cy="3658870"/>
          </a:xfrm>
        </p:spPr>
        <p:txBody>
          <a:bodyPr/>
          <a:p>
            <a:pPr eaLnBrk="1" hangingPunct="1"/>
            <a:r>
              <a:rPr lang="zh-CN" altLang="en-US" sz="2800" dirty="0">
                <a:sym typeface="+mn-ea"/>
              </a:rPr>
              <a:t>范例：多态</a:t>
            </a:r>
            <a:r>
              <a:rPr lang="en-US" altLang="zh-CN" sz="2800" dirty="0">
                <a:sym typeface="+mn-ea"/>
              </a:rPr>
              <a:t>Polymorphism</a:t>
            </a:r>
            <a:endParaRPr lang="en-US" altLang="zh-CN" sz="2800" b="1" dirty="0"/>
          </a:p>
          <a:p>
            <a:pPr marL="447040" lvl="4" indent="189230" defTabSz="0" eaLnBrk="1" hangingPunct="1">
              <a:lnSpc>
                <a:spcPct val="110000"/>
              </a:lnSpc>
              <a:buFont typeface="Wingdings" panose="05000000000000000000" charset="0"/>
              <a:buChar char=""/>
              <a:tabLst>
                <a:tab pos="805815" algn="l"/>
                <a:tab pos="1609725" algn="l"/>
              </a:tabLst>
              <a:defRPr/>
            </a:pPr>
            <a:endParaRPr lang="en-US" altLang="zh-CN" sz="24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sp>
        <p:nvSpPr>
          <p:cNvPr id="86020" name="Rectangle 3"/>
          <p:cNvSpPr>
            <a:spLocks noGrp="1" noChangeArrowheads="1"/>
          </p:cNvSpPr>
          <p:nvPr/>
        </p:nvSpPr>
        <p:spPr>
          <a:xfrm>
            <a:off x="1053465" y="2060575"/>
            <a:ext cx="5400675" cy="4643120"/>
          </a:xfrm>
          <a:prstGeom prst="rect">
            <a:avLst/>
          </a:prstGeom>
          <a:solidFill>
            <a:schemeClr val="accent1">
              <a:lumMod val="20000"/>
              <a:lumOff val="80000"/>
            </a:schemeClr>
          </a:solid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A50021"/>
              </a:buClr>
              <a:buSzPct val="80000"/>
              <a:buFont typeface="Wingdings" panose="05000000000000000000" pitchFamily="2" charset="2"/>
              <a:buChar char="þ"/>
              <a:defRPr kumimoji="1" sz="3200" b="0" baseline="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u"/>
              <a:defRPr kumimoji="1" sz="2800" b="0" baseline="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lr>
                <a:schemeClr val="hlink"/>
              </a:buClr>
              <a:buSzPct val="70000"/>
              <a:buFont typeface="Wingdings" panose="05000000000000000000" pitchFamily="2" charset="2"/>
              <a:buChar char="Ø"/>
              <a:defRPr kumimoji="1" sz="2400" b="0" baseline="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lr>
                <a:schemeClr val="folHlink"/>
              </a:buClr>
              <a:buSzPct val="70000"/>
              <a:buFont typeface="Wingdings" panose="05000000000000000000" pitchFamily="2" charset="2"/>
              <a:buChar char="ü"/>
              <a:defRPr kumimoji="1" sz="2000" b="0" baseline="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kumimoji="1" sz="2000" b="0" baseline="0">
                <a:solidFill>
                  <a:schemeClr val="tx1"/>
                </a:solidFill>
                <a:latin typeface="+mn-lt"/>
                <a:ea typeface="微软雅黑" panose="020B0503020204020204" pitchFamily="34" charset="-122"/>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9pPr>
          </a:lstStyle>
          <a:p>
            <a:pPr eaLnBrk="1" hangingPunct="1">
              <a:lnSpc>
                <a:spcPct val="80000"/>
              </a:lnSpc>
              <a:buFont typeface="Wingdings" panose="05000000000000000000" pitchFamily="2" charset="2"/>
              <a:buNone/>
            </a:pPr>
            <a:r>
              <a:rPr lang="en-US" altLang="zh-CN" sz="2400">
                <a:solidFill>
                  <a:srgbClr val="000000"/>
                </a:solidFill>
                <a:latin typeface="Times New Roman Regular" panose="02020603050405020304" charset="0"/>
                <a:cs typeface="Times New Roman Regular" panose="02020603050405020304" charset="0"/>
              </a:rPr>
              <a:t>class abstract Shape {</a:t>
            </a:r>
            <a:endParaRPr lang="en-US" altLang="zh-CN" sz="2400">
              <a:solidFill>
                <a:srgbClr val="000000"/>
              </a:solidFill>
              <a:latin typeface="Times New Roman Regular" panose="02020603050405020304" charset="0"/>
              <a:cs typeface="Times New Roman Regular" panose="02020603050405020304" charset="0"/>
            </a:endParaRPr>
          </a:p>
          <a:p>
            <a:pPr eaLnBrk="1" hangingPunct="1">
              <a:lnSpc>
                <a:spcPct val="80000"/>
              </a:lnSpc>
              <a:buFont typeface="Wingdings" panose="05000000000000000000" pitchFamily="2" charset="2"/>
              <a:buNone/>
            </a:pPr>
            <a:r>
              <a:rPr lang="en-US" altLang="zh-CN" sz="2400">
                <a:solidFill>
                  <a:srgbClr val="000000"/>
                </a:solidFill>
                <a:latin typeface="Times New Roman Regular" panose="02020603050405020304" charset="0"/>
                <a:cs typeface="Times New Roman Regular" panose="02020603050405020304" charset="0"/>
              </a:rPr>
              <a:t>  public abstract void draw();</a:t>
            </a:r>
            <a:endParaRPr lang="en-US" altLang="zh-CN" sz="2400">
              <a:solidFill>
                <a:srgbClr val="000000"/>
              </a:solidFill>
              <a:latin typeface="Times New Roman Regular" panose="02020603050405020304" charset="0"/>
              <a:cs typeface="Times New Roman Regular" panose="02020603050405020304" charset="0"/>
            </a:endParaRPr>
          </a:p>
          <a:p>
            <a:pPr eaLnBrk="1" hangingPunct="1">
              <a:lnSpc>
                <a:spcPct val="80000"/>
              </a:lnSpc>
              <a:buFont typeface="Wingdings" panose="05000000000000000000" pitchFamily="2" charset="2"/>
              <a:buNone/>
            </a:pPr>
            <a:r>
              <a:rPr lang="en-US" altLang="zh-CN" sz="2400">
                <a:solidFill>
                  <a:srgbClr val="000000"/>
                </a:solidFill>
                <a:latin typeface="Times New Roman Regular" panose="02020603050405020304" charset="0"/>
                <a:cs typeface="Times New Roman Regular" panose="02020603050405020304" charset="0"/>
              </a:rPr>
              <a:t>}</a:t>
            </a:r>
            <a:endParaRPr lang="en-US" altLang="zh-CN" sz="2400">
              <a:solidFill>
                <a:srgbClr val="000000"/>
              </a:solidFill>
              <a:latin typeface="Times New Roman Regular" panose="02020603050405020304" charset="0"/>
              <a:cs typeface="Times New Roman Regular" panose="02020603050405020304" charset="0"/>
            </a:endParaRPr>
          </a:p>
          <a:p>
            <a:pPr eaLnBrk="1" hangingPunct="1">
              <a:lnSpc>
                <a:spcPct val="80000"/>
              </a:lnSpc>
              <a:buFont typeface="Wingdings" panose="05000000000000000000" pitchFamily="2" charset="2"/>
              <a:buNone/>
            </a:pPr>
            <a:r>
              <a:rPr lang="en-US" altLang="zh-CN" sz="2400">
                <a:solidFill>
                  <a:srgbClr val="000000"/>
                </a:solidFill>
                <a:latin typeface="Times New Roman Regular" panose="02020603050405020304" charset="0"/>
                <a:cs typeface="Times New Roman Regular" panose="02020603050405020304" charset="0"/>
              </a:rPr>
              <a:t>class Rectangle extends Shape {</a:t>
            </a:r>
            <a:endParaRPr lang="en-US" altLang="zh-CN" sz="2400">
              <a:solidFill>
                <a:srgbClr val="000000"/>
              </a:solidFill>
              <a:latin typeface="Times New Roman Regular" panose="02020603050405020304" charset="0"/>
              <a:cs typeface="Times New Roman Regular" panose="02020603050405020304" charset="0"/>
            </a:endParaRPr>
          </a:p>
          <a:p>
            <a:pPr eaLnBrk="1" hangingPunct="1">
              <a:lnSpc>
                <a:spcPct val="80000"/>
              </a:lnSpc>
              <a:buFont typeface="Wingdings" panose="05000000000000000000" pitchFamily="2" charset="2"/>
              <a:buNone/>
            </a:pPr>
            <a:r>
              <a:rPr lang="en-US" altLang="zh-CN" sz="2400">
                <a:solidFill>
                  <a:srgbClr val="92D050"/>
                </a:solidFill>
                <a:latin typeface="Times New Roman Regular" panose="02020603050405020304" charset="0"/>
                <a:cs typeface="Times New Roman Regular" panose="02020603050405020304" charset="0"/>
              </a:rPr>
              <a:t>  // </a:t>
            </a:r>
            <a:r>
              <a:rPr lang="zh-CN" altLang="en-US" sz="2400">
                <a:solidFill>
                  <a:srgbClr val="92D050"/>
                </a:solidFill>
                <a:latin typeface="Times New Roman Regular" panose="02020603050405020304" charset="0"/>
                <a:cs typeface="Times New Roman Regular" panose="02020603050405020304" charset="0"/>
              </a:rPr>
              <a:t>覆盖</a:t>
            </a:r>
            <a:r>
              <a:rPr lang="en-US" altLang="zh-CN" sz="2400">
                <a:solidFill>
                  <a:srgbClr val="92D050"/>
                </a:solidFill>
                <a:latin typeface="Times New Roman Regular" panose="02020603050405020304" charset="0"/>
                <a:cs typeface="Times New Roman Regular" panose="02020603050405020304" charset="0"/>
              </a:rPr>
              <a:t>(override)</a:t>
            </a:r>
            <a:r>
              <a:rPr lang="zh-CN" altLang="en-US" sz="2400">
                <a:solidFill>
                  <a:srgbClr val="92D050"/>
                </a:solidFill>
                <a:latin typeface="Times New Roman Regular" panose="02020603050405020304" charset="0"/>
                <a:cs typeface="Times New Roman Regular" panose="02020603050405020304" charset="0"/>
              </a:rPr>
              <a:t>基类方法</a:t>
            </a:r>
            <a:endParaRPr lang="zh-CN" altLang="en-US" sz="2400">
              <a:solidFill>
                <a:srgbClr val="92D050"/>
              </a:solidFill>
              <a:latin typeface="Times New Roman Regular" panose="02020603050405020304" charset="0"/>
              <a:cs typeface="Times New Roman Regular" panose="02020603050405020304" charset="0"/>
            </a:endParaRPr>
          </a:p>
          <a:p>
            <a:pPr eaLnBrk="1" hangingPunct="1">
              <a:lnSpc>
                <a:spcPct val="80000"/>
              </a:lnSpc>
              <a:buFont typeface="Wingdings" panose="05000000000000000000" pitchFamily="2" charset="2"/>
              <a:buNone/>
            </a:pPr>
            <a:r>
              <a:rPr lang="zh-CN" altLang="en-US" sz="2400">
                <a:solidFill>
                  <a:srgbClr val="000000"/>
                </a:solidFill>
                <a:latin typeface="Times New Roman Regular" panose="02020603050405020304" charset="0"/>
                <a:cs typeface="Times New Roman Regular" panose="02020603050405020304" charset="0"/>
              </a:rPr>
              <a:t>  </a:t>
            </a:r>
            <a:r>
              <a:rPr lang="en-US" altLang="zh-CN" sz="2400">
                <a:solidFill>
                  <a:srgbClr val="000000"/>
                </a:solidFill>
                <a:latin typeface="Times New Roman Regular" panose="02020603050405020304" charset="0"/>
                <a:cs typeface="Times New Roman Regular" panose="02020603050405020304" charset="0"/>
              </a:rPr>
              <a:t>public void draw() { ... </a:t>
            </a:r>
            <a:br>
              <a:rPr lang="en-US" altLang="zh-CN" sz="2400">
                <a:solidFill>
                  <a:srgbClr val="000000"/>
                </a:solidFill>
                <a:latin typeface="Times New Roman Regular" panose="02020603050405020304" charset="0"/>
                <a:cs typeface="Times New Roman Regular" panose="02020603050405020304" charset="0"/>
              </a:rPr>
            </a:br>
            <a:r>
              <a:rPr lang="en-US" altLang="zh-CN" sz="2400">
                <a:solidFill>
                  <a:srgbClr val="92D050"/>
                </a:solidFill>
                <a:latin typeface="Times New Roman Regular" panose="02020603050405020304" charset="0"/>
                <a:cs typeface="Times New Roman Regular" panose="02020603050405020304" charset="0"/>
              </a:rPr>
              <a:t>/* 绘制矩形 */ </a:t>
            </a:r>
            <a:r>
              <a:rPr lang="en-US" altLang="zh-CN" sz="2400">
                <a:solidFill>
                  <a:srgbClr val="000000"/>
                </a:solidFill>
                <a:latin typeface="Times New Roman Regular" panose="02020603050405020304" charset="0"/>
                <a:cs typeface="Times New Roman Regular" panose="02020603050405020304" charset="0"/>
              </a:rPr>
              <a:t>}</a:t>
            </a:r>
            <a:endParaRPr lang="en-US" altLang="zh-CN" sz="2400">
              <a:solidFill>
                <a:srgbClr val="000000"/>
              </a:solidFill>
              <a:latin typeface="Times New Roman Regular" panose="02020603050405020304" charset="0"/>
              <a:cs typeface="Times New Roman Regular" panose="02020603050405020304" charset="0"/>
            </a:endParaRPr>
          </a:p>
          <a:p>
            <a:pPr eaLnBrk="1" hangingPunct="1">
              <a:lnSpc>
                <a:spcPct val="80000"/>
              </a:lnSpc>
              <a:buFont typeface="Wingdings" panose="05000000000000000000" pitchFamily="2" charset="2"/>
              <a:buNone/>
            </a:pPr>
            <a:r>
              <a:rPr lang="en-US" altLang="zh-CN" sz="2400">
                <a:solidFill>
                  <a:srgbClr val="000000"/>
                </a:solidFill>
                <a:latin typeface="Times New Roman Regular" panose="02020603050405020304" charset="0"/>
                <a:cs typeface="Times New Roman Regular" panose="02020603050405020304" charset="0"/>
              </a:rPr>
              <a:t>}</a:t>
            </a:r>
            <a:endParaRPr lang="en-US" altLang="zh-CN" sz="2400">
              <a:solidFill>
                <a:srgbClr val="000000"/>
              </a:solidFill>
              <a:latin typeface="Times New Roman Regular" panose="02020603050405020304" charset="0"/>
              <a:cs typeface="Times New Roman Regular" panose="02020603050405020304" charset="0"/>
            </a:endParaRPr>
          </a:p>
          <a:p>
            <a:pPr eaLnBrk="1" hangingPunct="1">
              <a:lnSpc>
                <a:spcPct val="80000"/>
              </a:lnSpc>
              <a:buFont typeface="Wingdings" panose="05000000000000000000" pitchFamily="2" charset="2"/>
              <a:buNone/>
            </a:pPr>
            <a:r>
              <a:rPr lang="en-US" altLang="zh-CN" sz="2400">
                <a:solidFill>
                  <a:srgbClr val="000000"/>
                </a:solidFill>
                <a:latin typeface="Times New Roman Regular" panose="02020603050405020304" charset="0"/>
                <a:cs typeface="Times New Roman Regular" panose="02020603050405020304" charset="0"/>
              </a:rPr>
              <a:t>class Circle extends Shape {</a:t>
            </a:r>
            <a:endParaRPr lang="en-US" altLang="zh-CN" sz="2400">
              <a:solidFill>
                <a:srgbClr val="000000"/>
              </a:solidFill>
              <a:latin typeface="Times New Roman Regular" panose="02020603050405020304" charset="0"/>
              <a:cs typeface="Times New Roman Regular" panose="02020603050405020304" charset="0"/>
            </a:endParaRPr>
          </a:p>
          <a:p>
            <a:pPr eaLnBrk="1" hangingPunct="1">
              <a:lnSpc>
                <a:spcPct val="80000"/>
              </a:lnSpc>
              <a:buFont typeface="Wingdings" panose="05000000000000000000" pitchFamily="2" charset="2"/>
              <a:buNone/>
            </a:pPr>
            <a:r>
              <a:rPr lang="zh-CN" altLang="en-US" sz="2400">
                <a:solidFill>
                  <a:srgbClr val="000000"/>
                </a:solidFill>
                <a:latin typeface="Times New Roman Regular" panose="02020603050405020304" charset="0"/>
                <a:cs typeface="Times New Roman Regular" panose="02020603050405020304" charset="0"/>
              </a:rPr>
              <a:t>　</a:t>
            </a:r>
            <a:r>
              <a:rPr lang="en-US" altLang="zh-CN" sz="2400">
                <a:solidFill>
                  <a:srgbClr val="92D050"/>
                </a:solidFill>
                <a:latin typeface="Times New Roman Regular" panose="02020603050405020304" charset="0"/>
                <a:cs typeface="Times New Roman Regular" panose="02020603050405020304" charset="0"/>
              </a:rPr>
              <a:t> // 覆盖(override)基类方法</a:t>
            </a:r>
            <a:r>
              <a:rPr lang="zh-CN" altLang="en-US" sz="2400">
                <a:solidFill>
                  <a:srgbClr val="000000"/>
                </a:solidFill>
                <a:latin typeface="Times New Roman Regular" panose="02020603050405020304" charset="0"/>
                <a:cs typeface="Times New Roman Regular" panose="02020603050405020304" charset="0"/>
              </a:rPr>
              <a:t>　</a:t>
            </a:r>
            <a:endParaRPr lang="zh-CN" altLang="en-US" sz="2400">
              <a:solidFill>
                <a:srgbClr val="000000"/>
              </a:solidFill>
              <a:latin typeface="Times New Roman Regular" panose="02020603050405020304" charset="0"/>
              <a:cs typeface="Times New Roman Regular" panose="02020603050405020304" charset="0"/>
            </a:endParaRPr>
          </a:p>
          <a:p>
            <a:pPr eaLnBrk="1" hangingPunct="1">
              <a:lnSpc>
                <a:spcPct val="80000"/>
              </a:lnSpc>
              <a:buFont typeface="Wingdings" panose="05000000000000000000" pitchFamily="2" charset="2"/>
              <a:buNone/>
            </a:pPr>
            <a:r>
              <a:rPr lang="zh-CN" altLang="en-US" sz="2400">
                <a:solidFill>
                  <a:srgbClr val="000000"/>
                </a:solidFill>
                <a:latin typeface="Times New Roman Regular" panose="02020603050405020304" charset="0"/>
                <a:cs typeface="Times New Roman Regular" panose="02020603050405020304" charset="0"/>
              </a:rPr>
              <a:t>  </a:t>
            </a:r>
            <a:r>
              <a:rPr lang="en-US" altLang="zh-CN" sz="2400">
                <a:solidFill>
                  <a:srgbClr val="000000"/>
                </a:solidFill>
                <a:latin typeface="Times New Roman Regular" panose="02020603050405020304" charset="0"/>
                <a:cs typeface="Times New Roman Regular" panose="02020603050405020304" charset="0"/>
              </a:rPr>
              <a:t>public void draw() { … </a:t>
            </a:r>
            <a:br>
              <a:rPr lang="en-US" altLang="zh-CN" sz="2400">
                <a:solidFill>
                  <a:srgbClr val="000000"/>
                </a:solidFill>
                <a:latin typeface="Times New Roman Regular" panose="02020603050405020304" charset="0"/>
                <a:cs typeface="Times New Roman Regular" panose="02020603050405020304" charset="0"/>
              </a:rPr>
            </a:br>
            <a:r>
              <a:rPr lang="en-US" altLang="zh-CN" sz="2400">
                <a:solidFill>
                  <a:srgbClr val="92D050"/>
                </a:solidFill>
                <a:latin typeface="Times New Roman Regular" panose="02020603050405020304" charset="0"/>
                <a:cs typeface="Times New Roman Regular" panose="02020603050405020304" charset="0"/>
              </a:rPr>
              <a:t>/* 绘制圆形 */ </a:t>
            </a:r>
            <a:r>
              <a:rPr lang="en-US" altLang="zh-CN" sz="2400">
                <a:solidFill>
                  <a:srgbClr val="000000"/>
                </a:solidFill>
                <a:latin typeface="Times New Roman Regular" panose="02020603050405020304" charset="0"/>
                <a:cs typeface="Times New Roman Regular" panose="02020603050405020304" charset="0"/>
              </a:rPr>
              <a:t>}</a:t>
            </a:r>
            <a:endParaRPr lang="en-US" altLang="zh-CN" sz="2400">
              <a:solidFill>
                <a:srgbClr val="000000"/>
              </a:solidFill>
              <a:latin typeface="Times New Roman Regular" panose="02020603050405020304" charset="0"/>
              <a:cs typeface="Times New Roman Regular" panose="02020603050405020304" charset="0"/>
            </a:endParaRPr>
          </a:p>
          <a:p>
            <a:pPr eaLnBrk="1" hangingPunct="1">
              <a:lnSpc>
                <a:spcPct val="80000"/>
              </a:lnSpc>
              <a:buFont typeface="Wingdings" panose="05000000000000000000" pitchFamily="2" charset="2"/>
              <a:buNone/>
            </a:pPr>
            <a:r>
              <a:rPr lang="en-US" altLang="zh-CN" sz="2400">
                <a:solidFill>
                  <a:srgbClr val="000000"/>
                </a:solidFill>
                <a:latin typeface="Times New Roman Regular" panose="02020603050405020304" charset="0"/>
                <a:cs typeface="Times New Roman Regular" panose="02020603050405020304" charset="0"/>
              </a:rPr>
              <a:t>}</a:t>
            </a:r>
            <a:endParaRPr lang="en-US" altLang="zh-CN" sz="2400">
              <a:solidFill>
                <a:srgbClr val="000000"/>
              </a:solidFill>
              <a:latin typeface="Times New Roman Regular" panose="02020603050405020304" charset="0"/>
              <a:cs typeface="Times New Roman Regular" panose="02020603050405020304" charset="0"/>
            </a:endParaRPr>
          </a:p>
        </p:txBody>
      </p:sp>
      <p:pic>
        <p:nvPicPr>
          <p:cNvPr id="86021"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98920" y="2709545"/>
            <a:ext cx="5060315" cy="3044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1.4 </a:t>
              </a:r>
              <a:r>
                <a:rPr lang="zh-CN" altLang="en-US" sz="3200" b="1" dirty="0">
                  <a:solidFill>
                    <a:schemeClr val="tx2">
                      <a:lumMod val="75000"/>
                    </a:schemeClr>
                  </a:solidFill>
                  <a:latin typeface="+mj-lt"/>
                  <a:ea typeface="黑体" panose="02010609060101010101" pitchFamily="49" charset="-122"/>
                  <a:cs typeface="+mj-lt"/>
                </a:rPr>
                <a:t>面向对象技术的相关</a:t>
              </a:r>
              <a:r>
                <a:rPr lang="zh-CN" altLang="en-US" sz="3200" b="1" dirty="0">
                  <a:solidFill>
                    <a:schemeClr val="tx2">
                      <a:lumMod val="75000"/>
                    </a:schemeClr>
                  </a:solidFill>
                  <a:latin typeface="+mj-lt"/>
                  <a:ea typeface="黑体" panose="02010609060101010101" pitchFamily="49" charset="-122"/>
                  <a:cs typeface="+mj-lt"/>
                </a:rPr>
                <a:t>原则</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445" y="1141730"/>
            <a:ext cx="10872470" cy="3658870"/>
          </a:xfrm>
        </p:spPr>
        <p:txBody>
          <a:bodyPr/>
          <a:p>
            <a:pPr eaLnBrk="1" hangingPunct="1"/>
            <a:r>
              <a:rPr lang="zh-CN" altLang="en-US" sz="2800" b="1" dirty="0">
                <a:sym typeface="+mn-ea"/>
              </a:rPr>
              <a:t>应用多态性</a:t>
            </a:r>
            <a:endParaRPr lang="zh-CN" altLang="en-US" sz="2800" b="1" dirty="0">
              <a:sym typeface="+mn-ea"/>
            </a:endParaRPr>
          </a:p>
          <a:p>
            <a:pPr lvl="1" eaLnBrk="1" hangingPunct="1">
              <a:lnSpc>
                <a:spcPct val="100000"/>
              </a:lnSpc>
              <a:buFont typeface="Wingdings" panose="05000000000000000000" charset="0"/>
              <a:buChar char=""/>
            </a:pPr>
            <a:r>
              <a:rPr lang="zh-CN" altLang="en-US" sz="2400">
                <a:solidFill>
                  <a:srgbClr val="000000"/>
                </a:solidFill>
                <a:sym typeface="+mn-ea"/>
              </a:rPr>
              <a:t>假设我们有一个数组</a:t>
            </a:r>
            <a:r>
              <a:rPr lang="en-US" altLang="zh-CN" sz="2400">
                <a:solidFill>
                  <a:srgbClr val="000000"/>
                </a:solidFill>
                <a:sym typeface="+mn-ea"/>
              </a:rPr>
              <a:t>sharr</a:t>
            </a:r>
            <a:r>
              <a:rPr lang="zh-CN" altLang="en-US" sz="2400">
                <a:solidFill>
                  <a:srgbClr val="000000"/>
                </a:solidFill>
                <a:sym typeface="+mn-ea"/>
              </a:rPr>
              <a:t>，里面放着一排</a:t>
            </a:r>
            <a:r>
              <a:rPr lang="en-US" altLang="zh-CN" sz="2400">
                <a:solidFill>
                  <a:srgbClr val="000000"/>
                </a:solidFill>
                <a:sym typeface="+mn-ea"/>
              </a:rPr>
              <a:t>Shape</a:t>
            </a:r>
            <a:r>
              <a:rPr lang="zh-CN" altLang="en-US" sz="2400">
                <a:solidFill>
                  <a:srgbClr val="000000"/>
                </a:solidFill>
                <a:sym typeface="+mn-ea"/>
              </a:rPr>
              <a:t>，但是不知道哪些是</a:t>
            </a:r>
            <a:r>
              <a:rPr lang="en-US" altLang="zh-CN" sz="2400">
                <a:solidFill>
                  <a:srgbClr val="000000"/>
                </a:solidFill>
                <a:sym typeface="+mn-ea"/>
              </a:rPr>
              <a:t>Rectangle</a:t>
            </a:r>
            <a:r>
              <a:rPr lang="zh-CN" altLang="en-US" sz="2400">
                <a:solidFill>
                  <a:srgbClr val="000000"/>
                </a:solidFill>
                <a:sym typeface="+mn-ea"/>
              </a:rPr>
              <a:t>，哪些是</a:t>
            </a:r>
            <a:r>
              <a:rPr lang="en-US" altLang="zh-CN" sz="2400">
                <a:solidFill>
                  <a:srgbClr val="000000"/>
                </a:solidFill>
                <a:sym typeface="+mn-ea"/>
              </a:rPr>
              <a:t>Circle</a:t>
            </a:r>
            <a:r>
              <a:rPr lang="zh-CN" altLang="en-US" sz="2400">
                <a:solidFill>
                  <a:srgbClr val="000000"/>
                </a:solidFill>
                <a:sym typeface="+mn-ea"/>
              </a:rPr>
              <a:t>。利用多态性，我们可以：</a:t>
            </a:r>
            <a:endParaRPr lang="zh-CN" altLang="en-US" sz="2400">
              <a:solidFill>
                <a:srgbClr val="000000"/>
              </a:solidFill>
            </a:endParaRPr>
          </a:p>
          <a:p>
            <a:pPr marL="457200" lvl="1" indent="0" eaLnBrk="1" hangingPunct="1">
              <a:lnSpc>
                <a:spcPct val="100000"/>
              </a:lnSpc>
              <a:buNone/>
            </a:pPr>
            <a:r>
              <a:rPr lang="zh-CN" altLang="en-US" sz="2400">
                <a:solidFill>
                  <a:srgbClr val="000000"/>
                </a:solidFill>
                <a:sym typeface="+mn-ea"/>
              </a:rPr>
              <a:t>	</a:t>
            </a:r>
            <a:r>
              <a:rPr lang="en-US" altLang="zh-CN" sz="2400">
                <a:solidFill>
                  <a:srgbClr val="000000"/>
                </a:solidFill>
                <a:sym typeface="+mn-ea"/>
              </a:rPr>
              <a:t>for (int i = 0; i &lt; sharr.length</a:t>
            </a:r>
            <a:r>
              <a:rPr lang="zh-CN" altLang="en-US" sz="2400">
                <a:solidFill>
                  <a:srgbClr val="000000"/>
                </a:solidFill>
                <a:sym typeface="+mn-ea"/>
              </a:rPr>
              <a:t>； </a:t>
            </a:r>
            <a:r>
              <a:rPr lang="en-US" altLang="zh-CN" sz="2400">
                <a:solidFill>
                  <a:srgbClr val="000000"/>
                </a:solidFill>
                <a:sym typeface="+mn-ea"/>
              </a:rPr>
              <a:t>++i) {  </a:t>
            </a:r>
            <a:endParaRPr lang="en-US" altLang="zh-CN" sz="2400">
              <a:solidFill>
                <a:srgbClr val="000000"/>
              </a:solidFill>
            </a:endParaRPr>
          </a:p>
          <a:p>
            <a:pPr marL="457200" lvl="1" indent="0" eaLnBrk="1" hangingPunct="1">
              <a:lnSpc>
                <a:spcPct val="100000"/>
              </a:lnSpc>
              <a:buNone/>
            </a:pPr>
            <a:r>
              <a:rPr lang="en-US" altLang="zh-CN" sz="2400">
                <a:solidFill>
                  <a:srgbClr val="000000"/>
                </a:solidFill>
                <a:sym typeface="+mn-ea"/>
              </a:rPr>
              <a:t>  		Shape shape = (Shape)sharr[i];</a:t>
            </a:r>
            <a:endParaRPr lang="en-US" altLang="zh-CN" sz="2400">
              <a:solidFill>
                <a:srgbClr val="000000"/>
              </a:solidFill>
            </a:endParaRPr>
          </a:p>
          <a:p>
            <a:pPr marL="457200" lvl="1" indent="0" eaLnBrk="1" hangingPunct="1">
              <a:lnSpc>
                <a:spcPct val="100000"/>
              </a:lnSpc>
              <a:buNone/>
            </a:pPr>
            <a:r>
              <a:rPr lang="en-US" altLang="zh-CN" sz="2400">
                <a:solidFill>
                  <a:srgbClr val="000000"/>
                </a:solidFill>
                <a:sym typeface="+mn-ea"/>
              </a:rPr>
              <a:t>  		shape.draw();</a:t>
            </a:r>
            <a:endParaRPr lang="en-US" altLang="zh-CN" sz="2400">
              <a:solidFill>
                <a:srgbClr val="000000"/>
              </a:solidFill>
            </a:endParaRPr>
          </a:p>
          <a:p>
            <a:pPr marL="457200" lvl="1" indent="0" eaLnBrk="1" hangingPunct="1">
              <a:lnSpc>
                <a:spcPct val="100000"/>
              </a:lnSpc>
              <a:buNone/>
            </a:pPr>
            <a:r>
              <a:rPr lang="en-US" altLang="zh-CN" sz="2400">
                <a:solidFill>
                  <a:srgbClr val="000000"/>
                </a:solidFill>
                <a:sym typeface="+mn-ea"/>
              </a:rPr>
              <a:t>	}</a:t>
            </a:r>
            <a:endParaRPr lang="en-US" altLang="zh-CN" sz="2400">
              <a:solidFill>
                <a:srgbClr val="000000"/>
              </a:solidFill>
              <a:sym typeface="+mn-ea"/>
            </a:endParaRPr>
          </a:p>
          <a:p>
            <a:pPr marL="457200" lvl="1" indent="0" eaLnBrk="1" hangingPunct="1">
              <a:lnSpc>
                <a:spcPct val="100000"/>
              </a:lnSpc>
              <a:buNone/>
            </a:pPr>
            <a:endParaRPr lang="en-US" altLang="zh-CN" sz="2400">
              <a:solidFill>
                <a:srgbClr val="000000"/>
              </a:solidFill>
            </a:endParaRPr>
          </a:p>
          <a:p>
            <a:pPr lvl="1" eaLnBrk="1" hangingPunct="1">
              <a:lnSpc>
                <a:spcPct val="100000"/>
              </a:lnSpc>
              <a:buFont typeface="Wingdings" panose="05000000000000000000" charset="0"/>
              <a:buChar char=""/>
            </a:pPr>
            <a:r>
              <a:rPr lang="zh-CN" altLang="en-US" sz="2400">
                <a:solidFill>
                  <a:srgbClr val="000000"/>
                </a:solidFill>
                <a:sym typeface="+mn-ea"/>
              </a:rPr>
              <a:t>遍历整个数组的过程中，各个</a:t>
            </a:r>
            <a:r>
              <a:rPr lang="en-US" altLang="zh-CN" sz="2400">
                <a:solidFill>
                  <a:srgbClr val="000000"/>
                </a:solidFill>
                <a:sym typeface="+mn-ea"/>
              </a:rPr>
              <a:t>Shape</a:t>
            </a:r>
            <a:r>
              <a:rPr lang="zh-CN" altLang="en-US" sz="2400">
                <a:solidFill>
                  <a:srgbClr val="000000"/>
                </a:solidFill>
                <a:sym typeface="+mn-ea"/>
              </a:rPr>
              <a:t>自己知道应当如何在画布上绘制自己。</a:t>
            </a:r>
            <a:r>
              <a:rPr lang="en-US" altLang="zh-CN" sz="2400">
                <a:solidFill>
                  <a:srgbClr val="000000"/>
                </a:solidFill>
                <a:sym typeface="+mn-ea"/>
              </a:rPr>
              <a:t>shape.draw()</a:t>
            </a:r>
            <a:r>
              <a:rPr lang="zh-CN" altLang="en-US" sz="2400">
                <a:solidFill>
                  <a:srgbClr val="000000"/>
                </a:solidFill>
                <a:sym typeface="+mn-ea"/>
              </a:rPr>
              <a:t>这同一行代码在</a:t>
            </a:r>
            <a:r>
              <a:rPr lang="en-US" altLang="zh-CN" sz="2400">
                <a:solidFill>
                  <a:srgbClr val="000000"/>
                </a:solidFill>
                <a:sym typeface="+mn-ea"/>
              </a:rPr>
              <a:t>shape</a:t>
            </a:r>
            <a:r>
              <a:rPr lang="zh-CN" altLang="en-US" sz="2400">
                <a:solidFill>
                  <a:srgbClr val="000000"/>
                </a:solidFill>
                <a:sym typeface="+mn-ea"/>
              </a:rPr>
              <a:t>指向不同的对象时表现出不同的行为，这就是所谓多态性</a:t>
            </a:r>
            <a:r>
              <a:rPr lang="en-US" altLang="zh-CN" sz="2400">
                <a:solidFill>
                  <a:srgbClr val="000000"/>
                </a:solidFill>
                <a:sym typeface="+mn-ea"/>
              </a:rPr>
              <a:t>。</a:t>
            </a:r>
            <a:endParaRPr lang="zh-CN" altLang="en-US" sz="2400">
              <a:solidFill>
                <a:srgbClr val="000000"/>
              </a:solidFill>
            </a:endParaRPr>
          </a:p>
          <a:p>
            <a:pPr eaLnBrk="1" hangingPunct="1"/>
            <a:endParaRPr lang="en-US" altLang="zh-CN" sz="2800" b="1" dirty="0"/>
          </a:p>
          <a:p>
            <a:pPr marL="447040" lvl="4" indent="189230" defTabSz="0" eaLnBrk="1" hangingPunct="1">
              <a:lnSpc>
                <a:spcPct val="110000"/>
              </a:lnSpc>
              <a:buFont typeface="Wingdings" panose="05000000000000000000" charset="0"/>
              <a:buChar char=""/>
              <a:tabLst>
                <a:tab pos="805815" algn="l"/>
                <a:tab pos="1609725" algn="l"/>
              </a:tabLst>
              <a:defRPr/>
            </a:pPr>
            <a:endParaRPr lang="en-US" altLang="zh-CN" sz="24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spTree>
  </p:cSld>
  <p:clrMapOvr>
    <a:masterClrMapping/>
  </p:clrMapOvr>
  <p:transition spd="slow">
    <p:random/>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1.4 </a:t>
              </a:r>
              <a:r>
                <a:rPr lang="zh-CN" altLang="en-US" sz="3200" b="1" dirty="0">
                  <a:solidFill>
                    <a:schemeClr val="tx2">
                      <a:lumMod val="75000"/>
                    </a:schemeClr>
                  </a:solidFill>
                  <a:latin typeface="+mj-lt"/>
                  <a:ea typeface="黑体" panose="02010609060101010101" pitchFamily="49" charset="-122"/>
                  <a:cs typeface="+mj-lt"/>
                </a:rPr>
                <a:t>面向对象技术的相关</a:t>
              </a:r>
              <a:r>
                <a:rPr lang="zh-CN" altLang="en-US" sz="3200" b="1" dirty="0">
                  <a:solidFill>
                    <a:schemeClr val="tx2">
                      <a:lumMod val="75000"/>
                    </a:schemeClr>
                  </a:solidFill>
                  <a:latin typeface="+mj-lt"/>
                  <a:ea typeface="黑体" panose="02010609060101010101" pitchFamily="49" charset="-122"/>
                  <a:cs typeface="+mj-lt"/>
                </a:rPr>
                <a:t>原则</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445" y="1141730"/>
            <a:ext cx="10624820" cy="4927600"/>
          </a:xfrm>
        </p:spPr>
        <p:txBody>
          <a:bodyPr/>
          <a:p>
            <a:pPr eaLnBrk="1" hangingPunct="1"/>
            <a:r>
              <a:rPr lang="zh-CN" altLang="en-US" sz="2800" b="1" dirty="0">
                <a:sym typeface="+mn-ea"/>
              </a:rPr>
              <a:t>分层</a:t>
            </a:r>
            <a:r>
              <a:rPr lang="en-US" altLang="zh-CN" sz="2800" b="1" dirty="0">
                <a:sym typeface="+mn-ea"/>
              </a:rPr>
              <a:t>Hierarchy</a:t>
            </a:r>
            <a:endParaRPr lang="zh-CN" altLang="en-US" sz="2800" b="1" dirty="0">
              <a:sym typeface="+mn-ea"/>
            </a:endParaRPr>
          </a:p>
          <a:p>
            <a:pPr lvl="1" eaLnBrk="1" hangingPunct="1">
              <a:buFont typeface="Wingdings" panose="05000000000000000000" charset="0"/>
              <a:buChar char=""/>
            </a:pPr>
            <a:r>
              <a:rPr lang="zh-CN" altLang="zh-CN" sz="2400" dirty="0">
                <a:sym typeface="+mn-ea"/>
              </a:rPr>
              <a:t>分层是指面向</a:t>
            </a:r>
            <a:r>
              <a:rPr lang="zh-CN" altLang="zh-CN" sz="2400" dirty="0">
                <a:solidFill>
                  <a:srgbClr val="052CFF"/>
                </a:solidFill>
                <a:sym typeface="+mn-ea"/>
              </a:rPr>
              <a:t>不同的目标</a:t>
            </a:r>
            <a:r>
              <a:rPr lang="zh-CN" altLang="zh-CN" sz="2400" dirty="0">
                <a:sym typeface="+mn-ea"/>
              </a:rPr>
              <a:t>建立</a:t>
            </a:r>
            <a:r>
              <a:rPr lang="zh-CN" altLang="zh-CN" sz="2400" dirty="0">
                <a:solidFill>
                  <a:srgbClr val="052CFF"/>
                </a:solidFill>
                <a:sym typeface="+mn-ea"/>
              </a:rPr>
              <a:t>不同的抽象级别层次</a:t>
            </a:r>
            <a:r>
              <a:rPr lang="zh-CN" altLang="zh-CN" sz="2400" dirty="0">
                <a:sym typeface="+mn-ea"/>
              </a:rPr>
              <a:t>，从而在不同的抽象层次对系统进行分解，进一步简化对系统的理解</a:t>
            </a:r>
            <a:endParaRPr lang="en-US" altLang="zh-CN" sz="2400" dirty="0"/>
          </a:p>
          <a:p>
            <a:pPr lvl="1" eaLnBrk="1" hangingPunct="1">
              <a:buFont typeface="Wingdings" panose="05000000000000000000" charset="0"/>
              <a:buChar char=""/>
            </a:pPr>
            <a:r>
              <a:rPr lang="zh-CN" altLang="en-US" sz="2400" dirty="0">
                <a:sym typeface="+mn-ea"/>
              </a:rPr>
              <a:t>两种分层结构</a:t>
            </a:r>
            <a:endParaRPr lang="en-US" altLang="zh-CN" sz="2400" dirty="0"/>
          </a:p>
          <a:p>
            <a:pPr lvl="2">
              <a:buFont typeface="Wingdings" panose="05000000000000000000" charset="0"/>
              <a:buChar char=""/>
            </a:pPr>
            <a:r>
              <a:rPr lang="zh-CN" altLang="en-US" sz="2400" dirty="0">
                <a:solidFill>
                  <a:srgbClr val="052CFF"/>
                </a:solidFill>
                <a:sym typeface="+mn-ea"/>
              </a:rPr>
              <a:t>类</a:t>
            </a:r>
            <a:r>
              <a:rPr lang="zh-CN" altLang="en-US" sz="2400" dirty="0">
                <a:sym typeface="+mn-ea"/>
              </a:rPr>
              <a:t>层次结构：</a:t>
            </a:r>
            <a:r>
              <a:rPr lang="zh-CN" altLang="zh-CN" sz="2400" dirty="0">
                <a:sym typeface="+mn-ea"/>
              </a:rPr>
              <a:t>在不同的抽象级别进行对象的抽象，</a:t>
            </a:r>
            <a:r>
              <a:rPr lang="zh-CN" altLang="en-US" sz="2400" dirty="0">
                <a:sym typeface="+mn-ea"/>
              </a:rPr>
              <a:t>通过泛化关系，行程类间的</a:t>
            </a:r>
            <a:r>
              <a:rPr lang="zh-CN" altLang="zh-CN" sz="2400" dirty="0">
                <a:solidFill>
                  <a:srgbClr val="C00000"/>
                </a:solidFill>
                <a:sym typeface="+mn-ea"/>
              </a:rPr>
              <a:t>继承</a:t>
            </a:r>
            <a:r>
              <a:rPr lang="zh-CN" altLang="zh-CN" sz="2400" dirty="0">
                <a:sym typeface="+mn-ea"/>
              </a:rPr>
              <a:t>层次结构</a:t>
            </a:r>
            <a:endParaRPr lang="en-US" altLang="zh-CN" sz="2400" dirty="0"/>
          </a:p>
          <a:p>
            <a:pPr lvl="2">
              <a:buFont typeface="Wingdings" panose="05000000000000000000" charset="0"/>
              <a:buChar char=""/>
            </a:pPr>
            <a:r>
              <a:rPr lang="zh-CN" altLang="en-US" sz="2400" dirty="0">
                <a:solidFill>
                  <a:srgbClr val="052CFF"/>
                </a:solidFill>
                <a:sym typeface="+mn-ea"/>
              </a:rPr>
              <a:t>对象</a:t>
            </a:r>
            <a:r>
              <a:rPr lang="zh-CN" altLang="en-US" sz="2400" dirty="0">
                <a:sym typeface="+mn-ea"/>
              </a:rPr>
              <a:t>层次结构：</a:t>
            </a:r>
            <a:r>
              <a:rPr lang="zh-CN" altLang="zh-CN" sz="2400" dirty="0">
                <a:sym typeface="+mn-ea"/>
              </a:rPr>
              <a:t>是指对象间的组成结构，即大的对象由小的对象组成（</a:t>
            </a:r>
            <a:r>
              <a:rPr lang="zh-CN" altLang="zh-CN" sz="2400" dirty="0">
                <a:solidFill>
                  <a:srgbClr val="C00000"/>
                </a:solidFill>
                <a:sym typeface="+mn-ea"/>
              </a:rPr>
              <a:t>聚合</a:t>
            </a:r>
            <a:r>
              <a:rPr lang="en-US" altLang="zh-CN" sz="2400" dirty="0">
                <a:solidFill>
                  <a:srgbClr val="C00000"/>
                </a:solidFill>
                <a:sym typeface="+mn-ea"/>
              </a:rPr>
              <a:t>/</a:t>
            </a:r>
            <a:r>
              <a:rPr lang="zh-CN" altLang="en-US" sz="2400" dirty="0">
                <a:solidFill>
                  <a:srgbClr val="C00000"/>
                </a:solidFill>
                <a:sym typeface="+mn-ea"/>
              </a:rPr>
              <a:t>组合</a:t>
            </a:r>
            <a:r>
              <a:rPr lang="zh-CN" altLang="zh-CN" sz="2400" dirty="0">
                <a:sym typeface="+mn-ea"/>
              </a:rPr>
              <a:t>）</a:t>
            </a:r>
            <a:endParaRPr lang="zh-CN" altLang="en-US" sz="2400" dirty="0"/>
          </a:p>
          <a:p>
            <a:pPr eaLnBrk="1" hangingPunct="1"/>
            <a:endParaRPr lang="en-US" altLang="zh-CN" sz="2800" b="1" dirty="0"/>
          </a:p>
          <a:p>
            <a:pPr marL="447040" lvl="4" indent="189230" defTabSz="0" eaLnBrk="1" hangingPunct="1">
              <a:lnSpc>
                <a:spcPct val="110000"/>
              </a:lnSpc>
              <a:buFont typeface="Wingdings" panose="05000000000000000000" charset="0"/>
              <a:buChar char=""/>
              <a:tabLst>
                <a:tab pos="805815" algn="l"/>
                <a:tab pos="1609725" algn="l"/>
              </a:tabLst>
              <a:defRPr/>
            </a:pPr>
            <a:endParaRPr lang="en-US" altLang="zh-CN" sz="24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spTree>
  </p:cSld>
  <p:clrMapOvr>
    <a:masterClrMapping/>
  </p:clrMapOvr>
  <p:transition spd="slow">
    <p:random/>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1.4 </a:t>
              </a:r>
              <a:r>
                <a:rPr lang="zh-CN" altLang="en-US" sz="3200" b="1" dirty="0">
                  <a:solidFill>
                    <a:schemeClr val="tx2">
                      <a:lumMod val="75000"/>
                    </a:schemeClr>
                  </a:solidFill>
                  <a:latin typeface="+mj-lt"/>
                  <a:ea typeface="黑体" panose="02010609060101010101" pitchFamily="49" charset="-122"/>
                  <a:cs typeface="+mj-lt"/>
                </a:rPr>
                <a:t>面向对象技术的相关</a:t>
              </a:r>
              <a:r>
                <a:rPr lang="zh-CN" altLang="en-US" sz="3200" b="1" dirty="0">
                  <a:solidFill>
                    <a:schemeClr val="tx2">
                      <a:lumMod val="75000"/>
                    </a:schemeClr>
                  </a:solidFill>
                  <a:latin typeface="+mj-lt"/>
                  <a:ea typeface="黑体" panose="02010609060101010101" pitchFamily="49" charset="-122"/>
                  <a:cs typeface="+mj-lt"/>
                </a:rPr>
                <a:t>原则</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445" y="1141730"/>
            <a:ext cx="10872470" cy="3658870"/>
          </a:xfrm>
        </p:spPr>
        <p:txBody>
          <a:bodyPr/>
          <a:p>
            <a:pPr eaLnBrk="1" hangingPunct="1"/>
            <a:r>
              <a:rPr lang="zh-CN" altLang="en-US" sz="2800" dirty="0">
                <a:sym typeface="+mn-ea"/>
              </a:rPr>
              <a:t>两种分层结构</a:t>
            </a:r>
            <a:endParaRPr lang="en-US" altLang="zh-CN" sz="2800" b="1" dirty="0"/>
          </a:p>
          <a:p>
            <a:pPr marL="447040" lvl="4" indent="189230" defTabSz="0" eaLnBrk="1" hangingPunct="1">
              <a:lnSpc>
                <a:spcPct val="110000"/>
              </a:lnSpc>
              <a:buFont typeface="Wingdings" panose="05000000000000000000" charset="0"/>
              <a:buChar char=""/>
              <a:tabLst>
                <a:tab pos="805815" algn="l"/>
                <a:tab pos="1609725" algn="l"/>
              </a:tabLst>
              <a:defRPr/>
            </a:pPr>
            <a:endParaRPr lang="en-US" altLang="zh-CN" sz="24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pic>
        <p:nvPicPr>
          <p:cNvPr id="7170"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74408" y="1197610"/>
            <a:ext cx="8172434" cy="3025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1"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4310" y="4725787"/>
            <a:ext cx="6696744" cy="191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1.4 </a:t>
              </a:r>
              <a:r>
                <a:rPr lang="zh-CN" altLang="en-US" sz="3200" b="1" dirty="0">
                  <a:solidFill>
                    <a:schemeClr val="tx2">
                      <a:lumMod val="75000"/>
                    </a:schemeClr>
                  </a:solidFill>
                  <a:latin typeface="+mj-lt"/>
                  <a:ea typeface="黑体" panose="02010609060101010101" pitchFamily="49" charset="-122"/>
                  <a:cs typeface="+mj-lt"/>
                </a:rPr>
                <a:t>面向对象技术的相关</a:t>
              </a:r>
              <a:r>
                <a:rPr lang="zh-CN" altLang="en-US" sz="3200" b="1" dirty="0">
                  <a:solidFill>
                    <a:schemeClr val="tx2">
                      <a:lumMod val="75000"/>
                    </a:schemeClr>
                  </a:solidFill>
                  <a:latin typeface="+mj-lt"/>
                  <a:ea typeface="黑体" panose="02010609060101010101" pitchFamily="49" charset="-122"/>
                  <a:cs typeface="+mj-lt"/>
                </a:rPr>
                <a:t>原则</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521" y="1141731"/>
            <a:ext cx="10872184" cy="5400675"/>
          </a:xfrm>
        </p:spPr>
        <p:txBody>
          <a:bodyPr/>
          <a:p>
            <a:pPr eaLnBrk="1" hangingPunct="1"/>
            <a:r>
              <a:rPr lang="zh-CN" altLang="en-US" sz="2800" dirty="0">
                <a:sym typeface="+mn-ea"/>
              </a:rPr>
              <a:t>对象层次</a:t>
            </a:r>
            <a:r>
              <a:rPr lang="zh-CN" altLang="en-US" sz="2800" dirty="0">
                <a:sym typeface="+mn-ea"/>
              </a:rPr>
              <a:t>结构</a:t>
            </a:r>
            <a:endParaRPr lang="en-US" altLang="zh-CN" sz="2800" b="1" dirty="0"/>
          </a:p>
          <a:p>
            <a:pPr lvl="1" eaLnBrk="1" hangingPunct="1">
              <a:buFont typeface="Wingdings" panose="05000000000000000000" charset="0"/>
              <a:buChar char=""/>
            </a:pPr>
            <a:r>
              <a:rPr lang="zh-CN" altLang="en-US" sz="2400" b="1">
                <a:sym typeface="+mn-ea"/>
              </a:rPr>
              <a:t>聚合</a:t>
            </a:r>
            <a:r>
              <a:rPr lang="en-US" altLang="zh-CN" sz="2400" b="1">
                <a:sym typeface="+mn-ea"/>
              </a:rPr>
              <a:t>/</a:t>
            </a:r>
            <a:r>
              <a:rPr lang="zh-CN" altLang="en-US" sz="2400" b="1">
                <a:sym typeface="+mn-ea"/>
              </a:rPr>
              <a:t>组合</a:t>
            </a:r>
            <a:endParaRPr lang="en-US" altLang="zh-CN" sz="2400" b="1"/>
          </a:p>
          <a:p>
            <a:pPr marL="1071245" lvl="2" indent="-507365" eaLnBrk="1" hangingPunct="1">
              <a:lnSpc>
                <a:spcPct val="100000"/>
              </a:lnSpc>
              <a:buSzPct val="80000"/>
              <a:buFont typeface="Arial" panose="020B0604020202090204" pitchFamily="34" charset="0"/>
              <a:buChar char="•"/>
            </a:pPr>
            <a:r>
              <a:rPr lang="zh-CN" altLang="en-US" sz="2400">
                <a:solidFill>
                  <a:srgbClr val="C00000"/>
                </a:solidFill>
                <a:sym typeface="+mn-ea"/>
              </a:rPr>
              <a:t>聚合</a:t>
            </a:r>
            <a:r>
              <a:rPr lang="zh-CN" altLang="en-US" sz="2400">
                <a:sym typeface="+mn-ea"/>
              </a:rPr>
              <a:t>表示的是“</a:t>
            </a:r>
            <a:r>
              <a:rPr lang="en-US" altLang="zh-CN" sz="2400">
                <a:sym typeface="+mn-ea"/>
              </a:rPr>
              <a:t>has a</a:t>
            </a:r>
            <a:r>
              <a:rPr lang="zh-CN" altLang="en-US" sz="2400">
                <a:sym typeface="+mn-ea"/>
              </a:rPr>
              <a:t>”的关系，即整体包含部分</a:t>
            </a:r>
            <a:endParaRPr lang="zh-CN" altLang="en-US" sz="2400">
              <a:sym typeface="+mn-ea"/>
            </a:endParaRPr>
          </a:p>
          <a:p>
            <a:pPr marL="1528445" lvl="3" indent="-507365" eaLnBrk="1" hangingPunct="1">
              <a:lnSpc>
                <a:spcPct val="100000"/>
              </a:lnSpc>
              <a:buSzPct val="80000"/>
              <a:buFont typeface="Wingdings" panose="05000000000000000000" charset="0"/>
              <a:buChar char=""/>
            </a:pPr>
            <a:r>
              <a:rPr lang="en-US" altLang="zh-CN" sz="2000">
                <a:solidFill>
                  <a:schemeClr val="tx1"/>
                </a:solidFill>
                <a:sym typeface="+mn-ea"/>
              </a:rPr>
              <a:t>Person</a:t>
            </a:r>
            <a:r>
              <a:rPr lang="zh-CN" altLang="en-US" sz="2000">
                <a:solidFill>
                  <a:schemeClr val="tx1"/>
                </a:solidFill>
                <a:sym typeface="+mn-ea"/>
              </a:rPr>
              <a:t>拥有</a:t>
            </a:r>
            <a:r>
              <a:rPr lang="en-US" altLang="zh-CN" sz="2000">
                <a:solidFill>
                  <a:schemeClr val="tx1"/>
                </a:solidFill>
                <a:sym typeface="+mn-ea"/>
              </a:rPr>
              <a:t>Address</a:t>
            </a:r>
            <a:endParaRPr lang="en-US" altLang="zh-CN" sz="2000">
              <a:solidFill>
                <a:schemeClr val="tx1"/>
              </a:solidFill>
            </a:endParaRPr>
          </a:p>
          <a:p>
            <a:pPr marL="1528445" lvl="3" indent="-507365" eaLnBrk="1" hangingPunct="1">
              <a:lnSpc>
                <a:spcPct val="100000"/>
              </a:lnSpc>
              <a:buSzPct val="80000"/>
              <a:buFont typeface="Wingdings" panose="05000000000000000000" charset="0"/>
              <a:buChar char=""/>
            </a:pPr>
            <a:r>
              <a:rPr lang="en-US" altLang="zh-CN" sz="2000">
                <a:solidFill>
                  <a:schemeClr val="tx1"/>
                </a:solidFill>
                <a:sym typeface="+mn-ea"/>
              </a:rPr>
              <a:t>Car</a:t>
            </a:r>
            <a:r>
              <a:rPr lang="zh-CN" altLang="en-US" sz="2000">
                <a:solidFill>
                  <a:schemeClr val="tx1"/>
                </a:solidFill>
                <a:sym typeface="+mn-ea"/>
              </a:rPr>
              <a:t>拥有</a:t>
            </a:r>
            <a:r>
              <a:rPr lang="en-US" altLang="zh-CN" sz="2000">
                <a:solidFill>
                  <a:schemeClr val="tx1"/>
                </a:solidFill>
                <a:sym typeface="+mn-ea"/>
              </a:rPr>
              <a:t>Wheels</a:t>
            </a:r>
            <a:endParaRPr lang="en-US" altLang="zh-CN" sz="2000">
              <a:solidFill>
                <a:schemeClr val="tx1"/>
              </a:solidFill>
              <a:sym typeface="+mn-ea"/>
            </a:endParaRPr>
          </a:p>
          <a:p>
            <a:pPr marL="1528445" lvl="3" indent="-507365" eaLnBrk="1" hangingPunct="1">
              <a:lnSpc>
                <a:spcPct val="100000"/>
              </a:lnSpc>
              <a:buSzPct val="80000"/>
              <a:buFont typeface="Wingdings" panose="05000000000000000000" charset="0"/>
              <a:buChar char=""/>
            </a:pPr>
            <a:r>
              <a:rPr lang="zh-CN" altLang="en-US" sz="2000">
                <a:sym typeface="+mn-ea"/>
              </a:rPr>
              <a:t>需要注意：</a:t>
            </a:r>
            <a:r>
              <a:rPr lang="zh-CN" altLang="en-US" sz="2000">
                <a:solidFill>
                  <a:schemeClr val="tx1"/>
                </a:solidFill>
                <a:highlight>
                  <a:srgbClr val="FFFF00"/>
                </a:highlight>
                <a:sym typeface="+mn-ea"/>
              </a:rPr>
              <a:t>这里的整体和部分不是强依赖，即部分可以脱离于整体存在</a:t>
            </a:r>
            <a:endParaRPr lang="zh-CN" altLang="en-US" sz="2000">
              <a:solidFill>
                <a:srgbClr val="FF0000"/>
              </a:solidFill>
              <a:sym typeface="+mn-ea"/>
            </a:endParaRPr>
          </a:p>
          <a:p>
            <a:pPr marL="1071245" lvl="2" indent="-507365" eaLnBrk="1" hangingPunct="1">
              <a:lnSpc>
                <a:spcPct val="130000"/>
              </a:lnSpc>
              <a:buSzPct val="80000"/>
              <a:buFont typeface="Arial" panose="020B0604020202090204" pitchFamily="34" charset="0"/>
              <a:buChar char="•"/>
            </a:pPr>
            <a:r>
              <a:rPr lang="zh-CN" altLang="en-US" sz="2400">
                <a:solidFill>
                  <a:srgbClr val="C00000"/>
                </a:solidFill>
                <a:sym typeface="+mn-ea"/>
              </a:rPr>
              <a:t>组合</a:t>
            </a:r>
            <a:r>
              <a:rPr lang="zh-CN" altLang="en-US" sz="2400">
                <a:sym typeface="+mn-ea"/>
              </a:rPr>
              <a:t>是一种特殊的聚合，表示的是更强烈的“</a:t>
            </a:r>
            <a:r>
              <a:rPr lang="en-US" altLang="zh-CN" sz="2400">
                <a:sym typeface="+mn-ea"/>
              </a:rPr>
              <a:t>has a</a:t>
            </a:r>
            <a:r>
              <a:rPr lang="zh-CN" altLang="en-US" sz="2400">
                <a:sym typeface="+mn-ea"/>
              </a:rPr>
              <a:t>”的关系，也是整体包含部分</a:t>
            </a:r>
            <a:endParaRPr lang="en-US" altLang="zh-CN" sz="2400"/>
          </a:p>
          <a:p>
            <a:pPr marL="1528445" lvl="3" indent="-507365" eaLnBrk="1" hangingPunct="1">
              <a:lnSpc>
                <a:spcPct val="100000"/>
              </a:lnSpc>
              <a:buSzPct val="80000"/>
              <a:buFont typeface="Wingdings" panose="05000000000000000000" charset="0"/>
              <a:buChar char=""/>
            </a:pPr>
            <a:r>
              <a:rPr lang="en-US" altLang="zh-CN" sz="2000">
                <a:sym typeface="+mn-ea"/>
              </a:rPr>
              <a:t>Person</a:t>
            </a:r>
            <a:r>
              <a:rPr lang="zh-CN" altLang="en-US" sz="2000">
                <a:sym typeface="+mn-ea"/>
              </a:rPr>
              <a:t>拥有</a:t>
            </a:r>
            <a:r>
              <a:rPr lang="en-US" altLang="zh-CN" sz="2000">
                <a:sym typeface="+mn-ea"/>
              </a:rPr>
              <a:t>Legs</a:t>
            </a:r>
            <a:endParaRPr lang="en-US" altLang="zh-CN" sz="2000"/>
          </a:p>
          <a:p>
            <a:pPr marL="1528445" lvl="3" indent="-507365" eaLnBrk="1" hangingPunct="1">
              <a:lnSpc>
                <a:spcPct val="100000"/>
              </a:lnSpc>
              <a:buSzPct val="80000"/>
              <a:buFont typeface="Wingdings" panose="05000000000000000000" charset="0"/>
              <a:buChar char=""/>
            </a:pPr>
            <a:r>
              <a:rPr lang="zh-CN" altLang="en-US" sz="2000">
                <a:solidFill>
                  <a:schemeClr val="tx1"/>
                </a:solidFill>
                <a:highlight>
                  <a:srgbClr val="FFFF00"/>
                </a:highlight>
                <a:sym typeface="+mn-ea"/>
              </a:rPr>
              <a:t>整体不存在了，部分也将消失</a:t>
            </a:r>
            <a:endParaRPr lang="en-US" altLang="zh-CN" sz="2000">
              <a:solidFill>
                <a:srgbClr val="FF0000"/>
              </a:solidFill>
            </a:endParaRPr>
          </a:p>
          <a:p>
            <a:pPr lvl="2" eaLnBrk="1" hangingPunct="1">
              <a:buFont typeface="Wingdings" panose="05000000000000000000" charset="0"/>
              <a:buChar char=""/>
            </a:pPr>
            <a:endParaRPr lang="en-US" altLang="zh-CN" sz="2400" b="1">
              <a:solidFill>
                <a:srgbClr val="FF0000"/>
              </a:solidFill>
            </a:endParaRPr>
          </a:p>
          <a:p>
            <a:pPr lvl="1" eaLnBrk="1" hangingPunct="1">
              <a:lnSpc>
                <a:spcPct val="110000"/>
              </a:lnSpc>
              <a:buFont typeface="Wingdings" panose="05000000000000000000" charset="0"/>
              <a:buChar char=""/>
              <a:defRPr/>
            </a:pPr>
            <a:endParaRPr lang="en-US" altLang="zh-CN" sz="28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spTree>
  </p:cSld>
  <p:clrMapOvr>
    <a:masterClrMapping/>
  </p:clrMapOvr>
  <p:transition spd="slow">
    <p:random/>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1.4 </a:t>
              </a:r>
              <a:r>
                <a:rPr lang="zh-CN" altLang="en-US" sz="3200" b="1" dirty="0">
                  <a:solidFill>
                    <a:schemeClr val="tx2">
                      <a:lumMod val="75000"/>
                    </a:schemeClr>
                  </a:solidFill>
                  <a:latin typeface="+mj-lt"/>
                  <a:ea typeface="黑体" panose="02010609060101010101" pitchFamily="49" charset="-122"/>
                  <a:cs typeface="+mj-lt"/>
                </a:rPr>
                <a:t>面向对象技术的相关</a:t>
              </a:r>
              <a:r>
                <a:rPr lang="zh-CN" altLang="en-US" sz="3200" b="1" dirty="0">
                  <a:solidFill>
                    <a:schemeClr val="tx2">
                      <a:lumMod val="75000"/>
                    </a:schemeClr>
                  </a:solidFill>
                  <a:latin typeface="+mj-lt"/>
                  <a:ea typeface="黑体" panose="02010609060101010101" pitchFamily="49" charset="-122"/>
                  <a:cs typeface="+mj-lt"/>
                </a:rPr>
                <a:t>原则</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445" y="1141730"/>
            <a:ext cx="10872470" cy="5081905"/>
          </a:xfrm>
        </p:spPr>
        <p:txBody>
          <a:bodyPr/>
          <a:p>
            <a:pPr eaLnBrk="1" hangingPunct="1"/>
            <a:r>
              <a:rPr lang="zh-CN" altLang="en-US" sz="2800" b="1" dirty="0">
                <a:sym typeface="+mn-ea"/>
              </a:rPr>
              <a:t>复用</a:t>
            </a:r>
            <a:r>
              <a:rPr lang="en-US" altLang="zh-CN" sz="2800" b="1" dirty="0">
                <a:sym typeface="+mn-ea"/>
              </a:rPr>
              <a:t>Reuse</a:t>
            </a:r>
            <a:endParaRPr lang="en-US" altLang="zh-CN" sz="2800" b="1" dirty="0">
              <a:sym typeface="+mn-ea"/>
            </a:endParaRPr>
          </a:p>
          <a:p>
            <a:pPr lvl="1" eaLnBrk="1" hangingPunct="1">
              <a:buSzPct val="80000"/>
              <a:buFont typeface="Wingdings" panose="05000000000000000000" charset="0"/>
              <a:buChar char=""/>
            </a:pPr>
            <a:r>
              <a:rPr lang="zh-CN" altLang="zh-CN" sz="2800" dirty="0">
                <a:sym typeface="+mn-ea"/>
              </a:rPr>
              <a:t>复用是</a:t>
            </a:r>
            <a:r>
              <a:rPr lang="zh-CN" altLang="zh-CN" sz="2800" b="1" dirty="0">
                <a:sym typeface="+mn-ea"/>
              </a:rPr>
              <a:t>借助</a:t>
            </a:r>
            <a:r>
              <a:rPr lang="zh-CN" altLang="zh-CN" sz="2800" dirty="0">
                <a:sym typeface="+mn-ea"/>
              </a:rPr>
              <a:t>于已有软件的各种有关知识</a:t>
            </a:r>
            <a:r>
              <a:rPr lang="zh-CN" altLang="zh-CN" sz="2800" dirty="0">
                <a:solidFill>
                  <a:srgbClr val="C00000"/>
                </a:solidFill>
                <a:sym typeface="+mn-ea"/>
              </a:rPr>
              <a:t>建立新</a:t>
            </a:r>
            <a:r>
              <a:rPr lang="zh-CN" altLang="zh-CN" sz="2800" dirty="0">
                <a:sym typeface="+mn-ea"/>
              </a:rPr>
              <a:t>的软件的过程</a:t>
            </a:r>
            <a:endParaRPr lang="en-US" altLang="zh-CN" sz="2800" dirty="0"/>
          </a:p>
          <a:p>
            <a:pPr lvl="1">
              <a:buSzPct val="80000"/>
              <a:buFont typeface="Wingdings" panose="05000000000000000000" charset="0"/>
              <a:buChar char=""/>
            </a:pPr>
            <a:r>
              <a:rPr lang="zh-CN" altLang="zh-CN" sz="2800" dirty="0">
                <a:sym typeface="+mn-ea"/>
              </a:rPr>
              <a:t>将软件看成是由不同功能部分的构件所组成的有机体，每个构件在设计编写时可以被设计成完成同类工作的</a:t>
            </a:r>
            <a:r>
              <a:rPr lang="zh-CN" altLang="zh-CN" sz="2800" dirty="0">
                <a:solidFill>
                  <a:srgbClr val="C00000"/>
                </a:solidFill>
                <a:sym typeface="+mn-ea"/>
              </a:rPr>
              <a:t>通用工具</a:t>
            </a:r>
            <a:endParaRPr lang="en-US" altLang="zh-CN" sz="2800" dirty="0"/>
          </a:p>
          <a:p>
            <a:pPr lvl="1">
              <a:buSzPct val="80000"/>
              <a:buFont typeface="Wingdings" panose="05000000000000000000" charset="0"/>
              <a:buChar char=""/>
            </a:pPr>
            <a:r>
              <a:rPr lang="zh-CN" altLang="zh-CN" sz="2800" dirty="0">
                <a:sym typeface="+mn-ea"/>
              </a:rPr>
              <a:t>如果完成各种工作的构件被建立起来以后，编写特定软件的工作就变成了将各种不同构件进行组合的简单问题，从而对软件产品的最终质量和维护工作都有本质性的改变</a:t>
            </a:r>
            <a:endParaRPr lang="zh-CN" altLang="zh-CN" sz="2800" dirty="0"/>
          </a:p>
          <a:p>
            <a:pPr lvl="1" eaLnBrk="1" hangingPunct="1"/>
            <a:endParaRPr lang="en-US" altLang="zh-CN" sz="2800" b="1" dirty="0"/>
          </a:p>
          <a:p>
            <a:pPr marL="447040" lvl="4" indent="189230" defTabSz="0" eaLnBrk="1" hangingPunct="1">
              <a:lnSpc>
                <a:spcPct val="110000"/>
              </a:lnSpc>
              <a:buFont typeface="Wingdings" panose="05000000000000000000" charset="0"/>
              <a:buChar char=""/>
              <a:tabLst>
                <a:tab pos="805815" algn="l"/>
                <a:tab pos="1609725" algn="l"/>
              </a:tabLst>
              <a:defRPr/>
            </a:pPr>
            <a:endParaRPr lang="en-US" altLang="zh-CN" sz="24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spTree>
  </p:cSld>
  <p:clrMapOvr>
    <a:masterClrMapping/>
  </p:clrMapOvr>
  <p:transition spd="slow">
    <p:random/>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1.4 </a:t>
              </a:r>
              <a:r>
                <a:rPr lang="zh-CN" altLang="en-US" sz="3200" b="1" dirty="0">
                  <a:solidFill>
                    <a:schemeClr val="tx2">
                      <a:lumMod val="75000"/>
                    </a:schemeClr>
                  </a:solidFill>
                  <a:latin typeface="+mj-lt"/>
                  <a:ea typeface="黑体" panose="02010609060101010101" pitchFamily="49" charset="-122"/>
                  <a:cs typeface="+mj-lt"/>
                </a:rPr>
                <a:t>面向对象技术的相关</a:t>
              </a:r>
              <a:r>
                <a:rPr lang="zh-CN" altLang="en-US" sz="3200" b="1" dirty="0">
                  <a:solidFill>
                    <a:schemeClr val="tx2">
                      <a:lumMod val="75000"/>
                    </a:schemeClr>
                  </a:solidFill>
                  <a:latin typeface="+mj-lt"/>
                  <a:ea typeface="黑体" panose="02010609060101010101" pitchFamily="49" charset="-122"/>
                  <a:cs typeface="+mj-lt"/>
                </a:rPr>
                <a:t>原则</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445" y="1141730"/>
            <a:ext cx="10872470" cy="4894580"/>
          </a:xfrm>
        </p:spPr>
        <p:txBody>
          <a:bodyPr/>
          <a:p>
            <a:pPr eaLnBrk="1" hangingPunct="1"/>
            <a:r>
              <a:rPr lang="zh-CN" altLang="en-US" sz="2800" dirty="0">
                <a:sym typeface="+mn-ea"/>
              </a:rPr>
              <a:t>应用复用</a:t>
            </a:r>
            <a:r>
              <a:rPr lang="zh-CN" altLang="en-US" sz="2800" dirty="0">
                <a:sym typeface="+mn-ea"/>
              </a:rPr>
              <a:t>原则</a:t>
            </a:r>
            <a:endParaRPr lang="en-US" altLang="zh-CN" sz="2800" dirty="0">
              <a:sym typeface="+mn-ea"/>
            </a:endParaRPr>
          </a:p>
          <a:p>
            <a:pPr lvl="1" eaLnBrk="1" hangingPunct="1">
              <a:buSzPct val="80000"/>
              <a:buFont typeface="Wingdings" panose="05000000000000000000" charset="0"/>
              <a:buChar char=""/>
            </a:pPr>
            <a:r>
              <a:rPr lang="zh-CN" altLang="zh-CN" sz="2800" dirty="0">
                <a:sym typeface="+mn-ea"/>
              </a:rPr>
              <a:t>系统开发各个阶段都可能涉及到复用</a:t>
            </a:r>
            <a:endParaRPr lang="en-US" altLang="zh-CN" sz="2800" dirty="0"/>
          </a:p>
          <a:p>
            <a:pPr lvl="1">
              <a:buSzPct val="80000"/>
              <a:buFont typeface="Wingdings" panose="05000000000000000000" charset="0"/>
              <a:buChar char=""/>
            </a:pPr>
            <a:r>
              <a:rPr lang="zh-CN" altLang="zh-CN" sz="2800" dirty="0">
                <a:sym typeface="+mn-ea"/>
              </a:rPr>
              <a:t>从最底层的</a:t>
            </a:r>
            <a:r>
              <a:rPr lang="zh-CN" altLang="zh-CN" sz="2800" dirty="0">
                <a:solidFill>
                  <a:srgbClr val="FF0000"/>
                </a:solidFill>
                <a:sym typeface="+mn-ea"/>
              </a:rPr>
              <a:t>代码复用</a:t>
            </a:r>
            <a:r>
              <a:rPr lang="zh-CN" altLang="zh-CN" sz="2800" dirty="0">
                <a:sym typeface="+mn-ea"/>
              </a:rPr>
              <a:t>，到</a:t>
            </a:r>
            <a:r>
              <a:rPr lang="zh-CN" altLang="zh-CN" sz="2800" dirty="0">
                <a:solidFill>
                  <a:srgbClr val="FF0000"/>
                </a:solidFill>
                <a:sym typeface="+mn-ea"/>
              </a:rPr>
              <a:t>设计复用</a:t>
            </a:r>
            <a:r>
              <a:rPr lang="zh-CN" altLang="zh-CN" sz="2800" dirty="0">
                <a:sym typeface="+mn-ea"/>
              </a:rPr>
              <a:t>、</a:t>
            </a:r>
            <a:r>
              <a:rPr lang="zh-CN" altLang="zh-CN" sz="2800" dirty="0">
                <a:solidFill>
                  <a:srgbClr val="FF0000"/>
                </a:solidFill>
                <a:sym typeface="+mn-ea"/>
              </a:rPr>
              <a:t>架构复用</a:t>
            </a:r>
            <a:r>
              <a:rPr lang="zh-CN" altLang="zh-CN" sz="2800" dirty="0">
                <a:sym typeface="+mn-ea"/>
              </a:rPr>
              <a:t>，再到</a:t>
            </a:r>
            <a:r>
              <a:rPr lang="zh-CN" altLang="zh-CN" sz="2800" dirty="0">
                <a:solidFill>
                  <a:srgbClr val="FF0000"/>
                </a:solidFill>
                <a:sym typeface="+mn-ea"/>
              </a:rPr>
              <a:t>需求复用</a:t>
            </a:r>
            <a:r>
              <a:rPr lang="zh-CN" altLang="zh-CN" sz="2800" dirty="0">
                <a:sym typeface="+mn-ea"/>
              </a:rPr>
              <a:t>，甚至于延伸到特定业务</a:t>
            </a:r>
            <a:r>
              <a:rPr lang="zh-CN" altLang="zh-CN" sz="2800" dirty="0">
                <a:solidFill>
                  <a:srgbClr val="FF0000"/>
                </a:solidFill>
                <a:sym typeface="+mn-ea"/>
              </a:rPr>
              <a:t>领域的复用</a:t>
            </a:r>
            <a:endParaRPr lang="en-US" altLang="zh-CN" sz="2800" dirty="0">
              <a:solidFill>
                <a:srgbClr val="FF0000"/>
              </a:solidFill>
            </a:endParaRPr>
          </a:p>
          <a:p>
            <a:pPr lvl="1" eaLnBrk="1" hangingPunct="1">
              <a:buSzPct val="80000"/>
              <a:buFont typeface="Wingdings" panose="05000000000000000000" charset="0"/>
              <a:buChar char=""/>
            </a:pPr>
            <a:r>
              <a:rPr lang="zh-CN" altLang="zh-CN" sz="2800" dirty="0">
                <a:sym typeface="+mn-ea"/>
              </a:rPr>
              <a:t>复用原则要求设计者不仅针对当前的业务需求开展设计，还需要考虑业务的</a:t>
            </a:r>
            <a:r>
              <a:rPr lang="zh-CN" altLang="zh-CN" sz="2800" dirty="0">
                <a:solidFill>
                  <a:srgbClr val="052CFF"/>
                </a:solidFill>
                <a:sym typeface="+mn-ea"/>
              </a:rPr>
              <a:t>通用性和可扩展性</a:t>
            </a:r>
            <a:r>
              <a:rPr lang="zh-CN" altLang="zh-CN" sz="2800" dirty="0">
                <a:sym typeface="+mn-ea"/>
              </a:rPr>
              <a:t>等问题，从而设计抽象层次高、复用粒度大的组件</a:t>
            </a:r>
            <a:endParaRPr lang="zh-CN" altLang="en-US" sz="2800" dirty="0"/>
          </a:p>
          <a:p>
            <a:pPr lvl="1" eaLnBrk="1" hangingPunct="1"/>
            <a:endParaRPr lang="en-US" altLang="zh-CN" sz="2800" b="1" dirty="0"/>
          </a:p>
          <a:p>
            <a:pPr marL="447040" lvl="4" indent="189230" defTabSz="0" eaLnBrk="1" hangingPunct="1">
              <a:lnSpc>
                <a:spcPct val="110000"/>
              </a:lnSpc>
              <a:buFont typeface="Wingdings" panose="05000000000000000000" charset="0"/>
              <a:buChar char=""/>
              <a:tabLst>
                <a:tab pos="805815" algn="l"/>
                <a:tab pos="1609725" algn="l"/>
              </a:tabLst>
              <a:defRPr/>
            </a:pPr>
            <a:endParaRPr lang="en-US" altLang="zh-CN" sz="24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spTree>
  </p:cSld>
  <p:clrMapOvr>
    <a:masterClrMapping/>
  </p:clrMapOvr>
  <p:transition spd="slow">
    <p:random/>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1.5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思维</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445" y="1053465"/>
            <a:ext cx="10872470" cy="3658870"/>
          </a:xfrm>
        </p:spPr>
        <p:txBody>
          <a:bodyPr/>
          <a:p>
            <a:pPr eaLnBrk="1" hangingPunct="1"/>
            <a:r>
              <a:rPr lang="zh-CN" altLang="en-US" sz="2800" dirty="0">
                <a:sym typeface="+mn-ea"/>
              </a:rPr>
              <a:t>实例</a:t>
            </a:r>
            <a:r>
              <a:rPr lang="en-US" altLang="zh-CN" sz="2800" dirty="0">
                <a:sym typeface="+mn-ea"/>
              </a:rPr>
              <a:t>1</a:t>
            </a:r>
            <a:r>
              <a:rPr lang="zh-CN" altLang="en-US" sz="2800" dirty="0">
                <a:sym typeface="+mn-ea"/>
              </a:rPr>
              <a:t>：</a:t>
            </a:r>
            <a:r>
              <a:rPr lang="en-US" altLang="zh-CN" sz="2800" dirty="0">
                <a:sym typeface="+mn-ea"/>
              </a:rPr>
              <a:t>OO</a:t>
            </a:r>
            <a:r>
              <a:rPr lang="zh-CN" altLang="en-US" sz="2800" dirty="0">
                <a:sym typeface="+mn-ea"/>
              </a:rPr>
              <a:t>观点的个人简介</a:t>
            </a:r>
            <a:endParaRPr lang="en-US" altLang="zh-CN" sz="2800" b="1" dirty="0"/>
          </a:p>
          <a:p>
            <a:pPr lvl="1" eaLnBrk="1" hangingPunct="1">
              <a:lnSpc>
                <a:spcPct val="110000"/>
              </a:lnSpc>
              <a:buFont typeface="Wingdings" panose="05000000000000000000" charset="0"/>
              <a:buChar char=""/>
            </a:pPr>
            <a:r>
              <a:rPr lang="en-US" altLang="zh-CN" sz="2000" dirty="0" err="1">
                <a:sym typeface="+mn-ea"/>
              </a:rPr>
              <a:t>tanHuobin</a:t>
            </a:r>
            <a:r>
              <a:rPr lang="zh-CN" altLang="en-US" sz="2000" dirty="0">
                <a:sym typeface="+mn-ea"/>
              </a:rPr>
              <a:t>是</a:t>
            </a:r>
            <a:r>
              <a:rPr lang="en-US" altLang="zh-CN" sz="2000" dirty="0">
                <a:sym typeface="+mn-ea"/>
              </a:rPr>
              <a:t>Teacher</a:t>
            </a:r>
            <a:r>
              <a:rPr lang="zh-CN" altLang="en-US" sz="2000" dirty="0">
                <a:sym typeface="+mn-ea"/>
              </a:rPr>
              <a:t>类的一个实例，该实例是基于</a:t>
            </a:r>
            <a:r>
              <a:rPr lang="en-US" altLang="zh-CN" sz="2000" dirty="0" err="1">
                <a:sym typeface="+mn-ea"/>
              </a:rPr>
              <a:t>beiHangUniversity</a:t>
            </a:r>
            <a:r>
              <a:rPr lang="zh-CN" altLang="en-US" sz="2000" dirty="0">
                <a:sym typeface="+mn-ea"/>
              </a:rPr>
              <a:t>对象的</a:t>
            </a:r>
            <a:r>
              <a:rPr lang="en-US" altLang="zh-CN" sz="2000" dirty="0" err="1">
                <a:sym typeface="+mn-ea"/>
              </a:rPr>
              <a:t>softwareSchool</a:t>
            </a:r>
            <a:r>
              <a:rPr lang="zh-CN" altLang="en-US" sz="2000" dirty="0">
                <a:sym typeface="+mn-ea"/>
              </a:rPr>
              <a:t>成员对象工作</a:t>
            </a:r>
            <a:endParaRPr lang="zh-CN" altLang="en-US" sz="2000" dirty="0"/>
          </a:p>
          <a:p>
            <a:pPr lvl="1" eaLnBrk="1" hangingPunct="1">
              <a:lnSpc>
                <a:spcPct val="110000"/>
              </a:lnSpc>
              <a:buFont typeface="Wingdings" panose="05000000000000000000" charset="0"/>
              <a:buChar char=""/>
            </a:pPr>
            <a:r>
              <a:rPr lang="zh-CN" altLang="en-US" sz="2000" dirty="0">
                <a:sym typeface="+mn-ea"/>
              </a:rPr>
              <a:t>类</a:t>
            </a:r>
            <a:r>
              <a:rPr lang="en-US" altLang="zh-CN" sz="2000" dirty="0" err="1">
                <a:sym typeface="+mn-ea"/>
              </a:rPr>
              <a:t>GraduateStudent</a:t>
            </a:r>
            <a:r>
              <a:rPr lang="zh-CN" altLang="en-US" sz="2000" dirty="0">
                <a:sym typeface="+mn-ea"/>
              </a:rPr>
              <a:t>的所有实例都可以通过</a:t>
            </a:r>
            <a:r>
              <a:rPr lang="en-US" altLang="zh-CN" sz="2000" dirty="0">
                <a:sym typeface="+mn-ea"/>
              </a:rPr>
              <a:t>Course</a:t>
            </a:r>
            <a:r>
              <a:rPr lang="zh-CN" altLang="en-US" sz="2000" dirty="0">
                <a:sym typeface="+mn-ea"/>
              </a:rPr>
              <a:t>类对象</a:t>
            </a:r>
            <a:r>
              <a:rPr lang="en-US" altLang="zh-CN" sz="2000" dirty="0" err="1">
                <a:sym typeface="+mn-ea"/>
              </a:rPr>
              <a:t>ooTechnology</a:t>
            </a:r>
            <a:r>
              <a:rPr lang="zh-CN" altLang="en-US" sz="2000" dirty="0">
                <a:sym typeface="+mn-ea"/>
              </a:rPr>
              <a:t>建立关联，并可发送</a:t>
            </a:r>
            <a:r>
              <a:rPr lang="en-US" altLang="zh-CN" sz="2000" dirty="0">
                <a:sym typeface="+mn-ea"/>
              </a:rPr>
              <a:t>phone</a:t>
            </a:r>
            <a:r>
              <a:rPr lang="zh-CN" altLang="en-US" sz="2000" dirty="0">
                <a:sym typeface="+mn-ea"/>
              </a:rPr>
              <a:t>消息</a:t>
            </a:r>
            <a:r>
              <a:rPr lang="en-US" altLang="zh-CN" sz="2000" dirty="0">
                <a:sym typeface="+mn-ea"/>
              </a:rPr>
              <a:t>(</a:t>
            </a:r>
            <a:r>
              <a:rPr lang="zh-CN" altLang="en-US" sz="2000" i="1" dirty="0">
                <a:solidFill>
                  <a:srgbClr val="669900"/>
                </a:solidFill>
                <a:sym typeface="+mn-ea"/>
              </a:rPr>
              <a:t>消息内容：</a:t>
            </a:r>
            <a:r>
              <a:rPr lang="en-US" altLang="zh-CN" sz="2000" i="1" dirty="0">
                <a:solidFill>
                  <a:srgbClr val="669900"/>
                </a:solidFill>
                <a:sym typeface="+mn-ea"/>
              </a:rPr>
              <a:t>13552755185</a:t>
            </a:r>
            <a:r>
              <a:rPr lang="en-US" altLang="zh-CN" sz="2000" dirty="0">
                <a:sym typeface="+mn-ea"/>
              </a:rPr>
              <a:t>)</a:t>
            </a:r>
            <a:r>
              <a:rPr lang="zh-CN" altLang="en-US" sz="2000" dirty="0">
                <a:sym typeface="+mn-ea"/>
              </a:rPr>
              <a:t>或</a:t>
            </a:r>
            <a:r>
              <a:rPr lang="en-US" altLang="zh-CN" sz="2000" dirty="0">
                <a:sym typeface="+mn-ea"/>
              </a:rPr>
              <a:t>email</a:t>
            </a:r>
            <a:r>
              <a:rPr lang="zh-CN" altLang="en-US" sz="2000" dirty="0">
                <a:sym typeface="+mn-ea"/>
              </a:rPr>
              <a:t>消息 </a:t>
            </a:r>
            <a:r>
              <a:rPr lang="en-US" altLang="zh-CN" sz="2000" dirty="0">
                <a:sym typeface="+mn-ea"/>
              </a:rPr>
              <a:t>(</a:t>
            </a:r>
            <a:r>
              <a:rPr lang="zh-CN" altLang="en-US" sz="2000" i="1" dirty="0">
                <a:solidFill>
                  <a:srgbClr val="669900"/>
                </a:solidFill>
                <a:sym typeface="+mn-ea"/>
              </a:rPr>
              <a:t>消息内容：</a:t>
            </a:r>
            <a:r>
              <a:rPr lang="en-US" altLang="zh-CN" sz="2000" i="1" dirty="0">
                <a:solidFill>
                  <a:srgbClr val="669900"/>
                </a:solidFill>
                <a:sym typeface="+mn-ea"/>
                <a:hlinkClick r:id="rId1"/>
              </a:rPr>
              <a:t>thbin@buaa.edu.cn</a:t>
            </a:r>
            <a:r>
              <a:rPr lang="en-US" altLang="zh-CN" sz="2000" dirty="0">
                <a:sym typeface="+mn-ea"/>
              </a:rPr>
              <a:t>)</a:t>
            </a:r>
            <a:endParaRPr lang="en-US" altLang="zh-CN" sz="2000" dirty="0"/>
          </a:p>
          <a:p>
            <a:pPr marL="789940" lvl="4" indent="-342900" defTabSz="0" eaLnBrk="1" hangingPunct="1">
              <a:lnSpc>
                <a:spcPct val="110000"/>
              </a:lnSpc>
              <a:buFont typeface="Wingdings" panose="05000000000000000000" charset="0"/>
              <a:buChar char=""/>
              <a:tabLst>
                <a:tab pos="805815" algn="l"/>
                <a:tab pos="1609725" algn="l"/>
              </a:tabLst>
              <a:defRPr/>
            </a:pPr>
            <a:endParaRPr lang="en-US" altLang="zh-CN" sz="24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pic>
        <p:nvPicPr>
          <p:cNvPr id="91141"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6898" y="3717925"/>
            <a:ext cx="8532813" cy="284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1.5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思维</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445" y="1141730"/>
            <a:ext cx="10872470" cy="3658870"/>
          </a:xfrm>
        </p:spPr>
        <p:txBody>
          <a:bodyPr/>
          <a:p>
            <a:pPr eaLnBrk="1" hangingPunct="1">
              <a:defRPr/>
            </a:pPr>
            <a:r>
              <a:rPr lang="zh-CN" altLang="en-US" sz="2800">
                <a:sym typeface="+mn-ea"/>
              </a:rPr>
              <a:t>本节</a:t>
            </a:r>
            <a:r>
              <a:rPr lang="zh-CN" altLang="en-US" sz="2800">
                <a:sym typeface="+mn-ea"/>
              </a:rPr>
              <a:t>目标</a:t>
            </a:r>
            <a:endParaRPr lang="zh-CN" altLang="en-US" sz="2800">
              <a:sym typeface="+mn-ea"/>
            </a:endParaRPr>
          </a:p>
          <a:p>
            <a:pPr lvl="1" eaLnBrk="1" hangingPunct="1">
              <a:buSzPct val="80000"/>
              <a:buFont typeface="Wingdings" panose="05000000000000000000" charset="0"/>
              <a:buChar char=""/>
              <a:defRPr/>
            </a:pPr>
            <a:r>
              <a:rPr lang="zh-CN" altLang="en-US" sz="2800">
                <a:sym typeface="+mn-ea"/>
              </a:rPr>
              <a:t>通过简单通俗的事例来演绎对象建模的基本概念，初步认识</a:t>
            </a:r>
            <a:r>
              <a:rPr lang="en-US" altLang="zh-CN" sz="2800">
                <a:sym typeface="+mn-ea"/>
              </a:rPr>
              <a:t>UML</a:t>
            </a:r>
            <a:r>
              <a:rPr lang="zh-CN" altLang="en-US" sz="2800">
                <a:sym typeface="+mn-ea"/>
              </a:rPr>
              <a:t>模型</a:t>
            </a:r>
            <a:endParaRPr lang="zh-CN" altLang="en-US" sz="2800"/>
          </a:p>
          <a:p>
            <a:pPr lvl="1" eaLnBrk="1" hangingPunct="1">
              <a:buSzPct val="80000"/>
              <a:buFont typeface="Wingdings" panose="05000000000000000000" charset="0"/>
              <a:buChar char=""/>
              <a:defRPr/>
            </a:pPr>
            <a:r>
              <a:rPr lang="zh-CN" altLang="en-US" sz="2800">
                <a:sym typeface="+mn-ea"/>
              </a:rPr>
              <a:t>开阔视野，轻松树立面向对象的观点</a:t>
            </a:r>
            <a:endParaRPr lang="zh-CN" altLang="en-US" sz="2800"/>
          </a:p>
          <a:p>
            <a:pPr lvl="1" eaLnBrk="1" hangingPunct="1">
              <a:buSzPct val="80000"/>
              <a:buFont typeface="Wingdings" panose="05000000000000000000" charset="0"/>
              <a:buChar char=""/>
              <a:defRPr/>
            </a:pPr>
            <a:r>
              <a:rPr lang="zh-CN" altLang="en-US" sz="2800">
                <a:sym typeface="+mn-ea"/>
              </a:rPr>
              <a:t>掌握用面向对象方法分析问题的要领</a:t>
            </a:r>
            <a:endParaRPr lang="zh-CN" altLang="en-US" sz="2800"/>
          </a:p>
          <a:p>
            <a:pPr lvl="1" eaLnBrk="1" hangingPunct="1">
              <a:buSzPct val="80000"/>
              <a:buFont typeface="Wingdings" panose="05000000000000000000" charset="0"/>
              <a:buChar char=""/>
              <a:defRPr/>
            </a:pPr>
            <a:r>
              <a:rPr lang="zh-CN" altLang="en-US" sz="2800">
                <a:sym typeface="+mn-ea"/>
              </a:rPr>
              <a:t>为学习</a:t>
            </a:r>
            <a:r>
              <a:rPr lang="zh-CN" altLang="en-US" sz="2800">
                <a:solidFill>
                  <a:srgbClr val="808000"/>
                </a:solidFill>
                <a:effectLst>
                  <a:outerShdw blurRad="38100" dist="38100" dir="2700000" algn="tl">
                    <a:srgbClr val="C0C0C0"/>
                  </a:outerShdw>
                </a:effectLst>
                <a:sym typeface="+mn-ea"/>
              </a:rPr>
              <a:t>对象建模</a:t>
            </a:r>
            <a:r>
              <a:rPr lang="zh-CN" altLang="en-US" sz="2800">
                <a:sym typeface="+mn-ea"/>
              </a:rPr>
              <a:t>方法热身</a:t>
            </a:r>
            <a:endParaRPr lang="zh-CN" altLang="en-US" sz="2800"/>
          </a:p>
          <a:p>
            <a:pPr marL="789940" lvl="4" indent="-342900" defTabSz="0" eaLnBrk="1" hangingPunct="1">
              <a:lnSpc>
                <a:spcPct val="110000"/>
              </a:lnSpc>
              <a:buFont typeface="Wingdings" panose="05000000000000000000" charset="0"/>
              <a:buChar char=""/>
              <a:tabLst>
                <a:tab pos="805815" algn="l"/>
                <a:tab pos="1609725" algn="l"/>
              </a:tabLst>
              <a:defRPr/>
            </a:pPr>
            <a:endParaRPr lang="en-US" altLang="zh-CN" sz="24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spTree>
  </p:cSld>
  <p:clrMapOvr>
    <a:masterClrMapping/>
  </p:clrMapOvr>
  <p:transition spd="slow">
    <p:random/>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1.5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思维</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445" y="1141730"/>
            <a:ext cx="10872470" cy="5316855"/>
          </a:xfrm>
        </p:spPr>
        <p:txBody>
          <a:bodyPr/>
          <a:p>
            <a:pPr eaLnBrk="1" hangingPunct="1">
              <a:defRPr/>
            </a:pPr>
            <a:r>
              <a:rPr lang="zh-CN" altLang="en-US" sz="2800">
                <a:sym typeface="+mn-ea"/>
              </a:rPr>
              <a:t>对象技术：理论基础，引入对象技术的目的是能够有效地分析和设计软件系统，这个过程就是建模</a:t>
            </a:r>
            <a:endParaRPr lang="zh-CN" altLang="en-US" sz="2800">
              <a:sym typeface="+mn-ea"/>
            </a:endParaRPr>
          </a:p>
          <a:p>
            <a:pPr eaLnBrk="1" hangingPunct="1">
              <a:defRPr/>
            </a:pPr>
            <a:r>
              <a:rPr lang="zh-CN" altLang="en-US" sz="2800">
                <a:sym typeface="+mn-ea"/>
              </a:rPr>
              <a:t>为了表达建模结果，开发人员需要一种语言作为工具，这个工具就是统一建模</a:t>
            </a:r>
            <a:r>
              <a:rPr lang="zh-CN" altLang="en-US" sz="2800">
                <a:sym typeface="+mn-ea"/>
              </a:rPr>
              <a:t>语言（</a:t>
            </a:r>
            <a:r>
              <a:rPr lang="en-US" altLang="zh-CN" sz="2800">
                <a:sym typeface="+mn-ea"/>
              </a:rPr>
              <a:t>U</a:t>
            </a:r>
            <a:r>
              <a:rPr lang="en-US" altLang="zh-CN" sz="2800">
                <a:sym typeface="+mn-ea"/>
              </a:rPr>
              <a:t>nified Modeling Language,UML</a:t>
            </a:r>
            <a:r>
              <a:rPr lang="zh-CN" altLang="en-US" sz="2800">
                <a:sym typeface="+mn-ea"/>
              </a:rPr>
              <a:t>）</a:t>
            </a:r>
            <a:endParaRPr lang="zh-CN" altLang="en-US" sz="2800">
              <a:sym typeface="+mn-ea"/>
            </a:endParaRPr>
          </a:p>
          <a:p>
            <a:pPr eaLnBrk="1" hangingPunct="1">
              <a:defRPr/>
            </a:pPr>
            <a:r>
              <a:rPr lang="zh-CN" altLang="en-US" sz="2800">
                <a:solidFill>
                  <a:srgbClr val="2104FA"/>
                </a:solidFill>
                <a:sym typeface="+mn-ea"/>
              </a:rPr>
              <a:t>建模</a:t>
            </a:r>
            <a:r>
              <a:rPr lang="zh-CN" altLang="en-US" sz="2800">
                <a:sym typeface="+mn-ea"/>
              </a:rPr>
              <a:t>是最终目的</a:t>
            </a:r>
            <a:endParaRPr lang="zh-CN" altLang="en-US" sz="2800">
              <a:sym typeface="+mn-ea"/>
            </a:endParaRPr>
          </a:p>
          <a:p>
            <a:pPr eaLnBrk="1" hangingPunct="1">
              <a:defRPr/>
            </a:pPr>
            <a:r>
              <a:rPr lang="zh-CN" altLang="en-US" sz="2800">
                <a:solidFill>
                  <a:srgbClr val="2104FA"/>
                </a:solidFill>
                <a:sym typeface="+mn-ea"/>
              </a:rPr>
              <a:t>对象技术</a:t>
            </a:r>
            <a:r>
              <a:rPr lang="zh-CN" altLang="en-US" sz="2800">
                <a:sym typeface="+mn-ea"/>
              </a:rPr>
              <a:t>是一种建模理论</a:t>
            </a:r>
            <a:endParaRPr lang="zh-CN" altLang="en-US" sz="2800">
              <a:sym typeface="+mn-ea"/>
            </a:endParaRPr>
          </a:p>
          <a:p>
            <a:pPr eaLnBrk="1" hangingPunct="1">
              <a:defRPr/>
            </a:pPr>
            <a:r>
              <a:rPr lang="en-US" altLang="zh-CN" sz="2800">
                <a:solidFill>
                  <a:srgbClr val="2104FA"/>
                </a:solidFill>
                <a:sym typeface="+mn-ea"/>
              </a:rPr>
              <a:t>UML</a:t>
            </a:r>
            <a:r>
              <a:rPr lang="zh-CN" altLang="en-US" sz="2800">
                <a:sym typeface="+mn-ea"/>
              </a:rPr>
              <a:t>是一种体现面向对象思维的建模语言，讲对象理论转换为实践的工具</a:t>
            </a:r>
            <a:endParaRPr lang="en-US" altLang="zh-CN" sz="24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spTree>
  </p:cSld>
  <p:clrMapOvr>
    <a:masterClrMapping/>
  </p:clrMapOvr>
  <p:transition spd="slow">
    <p:random/>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1.5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思维</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445" y="1141730"/>
            <a:ext cx="10872470" cy="3658870"/>
          </a:xfrm>
        </p:spPr>
        <p:txBody>
          <a:bodyPr/>
          <a:p>
            <a:pPr eaLnBrk="1" hangingPunct="1"/>
            <a:r>
              <a:rPr lang="zh-CN" altLang="en-US" sz="2800" dirty="0">
                <a:sym typeface="+mn-ea"/>
              </a:rPr>
              <a:t>实例</a:t>
            </a:r>
            <a:r>
              <a:rPr lang="en-US" altLang="zh-CN" sz="2800" dirty="0">
                <a:sym typeface="+mn-ea"/>
              </a:rPr>
              <a:t>1</a:t>
            </a:r>
            <a:r>
              <a:rPr lang="zh-CN" altLang="en-US" sz="2800" dirty="0">
                <a:sym typeface="+mn-ea"/>
              </a:rPr>
              <a:t>：</a:t>
            </a:r>
            <a:r>
              <a:rPr lang="en-US" altLang="zh-CN" sz="2800" dirty="0">
                <a:sym typeface="+mn-ea"/>
              </a:rPr>
              <a:t>OO</a:t>
            </a:r>
            <a:r>
              <a:rPr lang="zh-CN" altLang="en-US" sz="2800" dirty="0">
                <a:sym typeface="+mn-ea"/>
              </a:rPr>
              <a:t>观点的个人简介</a:t>
            </a:r>
            <a:endParaRPr lang="en-US" altLang="zh-CN" sz="2800" b="1" dirty="0"/>
          </a:p>
          <a:p>
            <a:pPr lvl="1" eaLnBrk="1" hangingPunct="1">
              <a:lnSpc>
                <a:spcPct val="110000"/>
              </a:lnSpc>
              <a:buFont typeface="Wingdings" panose="05000000000000000000" charset="0"/>
              <a:buChar char=""/>
            </a:pPr>
            <a:r>
              <a:rPr lang="en-US" altLang="zh-CN" sz="2000" dirty="0" err="1">
                <a:sym typeface="+mn-ea"/>
              </a:rPr>
              <a:t>tanHuobin</a:t>
            </a:r>
            <a:r>
              <a:rPr lang="zh-CN" altLang="en-US" sz="2000" dirty="0">
                <a:sym typeface="+mn-ea"/>
              </a:rPr>
              <a:t>是</a:t>
            </a:r>
            <a:r>
              <a:rPr lang="en-US" altLang="zh-CN" sz="2000" dirty="0">
                <a:sym typeface="+mn-ea"/>
              </a:rPr>
              <a:t>Teacher</a:t>
            </a:r>
            <a:r>
              <a:rPr lang="zh-CN" altLang="en-US" sz="2000" dirty="0">
                <a:sym typeface="+mn-ea"/>
              </a:rPr>
              <a:t>类的一个实例，该实例是基于</a:t>
            </a:r>
            <a:r>
              <a:rPr lang="en-US" altLang="zh-CN" sz="2000" dirty="0" err="1">
                <a:sym typeface="+mn-ea"/>
              </a:rPr>
              <a:t>beiHangUniversity</a:t>
            </a:r>
            <a:r>
              <a:rPr lang="zh-CN" altLang="en-US" sz="2000" dirty="0">
                <a:sym typeface="+mn-ea"/>
              </a:rPr>
              <a:t>对象的</a:t>
            </a:r>
            <a:r>
              <a:rPr lang="en-US" altLang="zh-CN" sz="2000" dirty="0" err="1">
                <a:sym typeface="+mn-ea"/>
              </a:rPr>
              <a:t>softwareSchool</a:t>
            </a:r>
            <a:r>
              <a:rPr lang="zh-CN" altLang="en-US" sz="2000" dirty="0">
                <a:sym typeface="+mn-ea"/>
              </a:rPr>
              <a:t>成员对象工作</a:t>
            </a:r>
            <a:endParaRPr lang="zh-CN" altLang="en-US" sz="2000" dirty="0"/>
          </a:p>
          <a:p>
            <a:pPr lvl="1" eaLnBrk="1" hangingPunct="1">
              <a:lnSpc>
                <a:spcPct val="110000"/>
              </a:lnSpc>
              <a:buFont typeface="Wingdings" panose="05000000000000000000" charset="0"/>
              <a:buChar char=""/>
            </a:pPr>
            <a:r>
              <a:rPr lang="zh-CN" altLang="en-US" sz="2000" dirty="0">
                <a:sym typeface="+mn-ea"/>
              </a:rPr>
              <a:t>类</a:t>
            </a:r>
            <a:r>
              <a:rPr lang="en-US" altLang="zh-CN" sz="2000" dirty="0" err="1">
                <a:sym typeface="+mn-ea"/>
              </a:rPr>
              <a:t>GraduateStudent</a:t>
            </a:r>
            <a:r>
              <a:rPr lang="zh-CN" altLang="en-US" sz="2000" dirty="0">
                <a:sym typeface="+mn-ea"/>
              </a:rPr>
              <a:t>的所有实例都可以通过</a:t>
            </a:r>
            <a:r>
              <a:rPr lang="en-US" altLang="zh-CN" sz="2000" dirty="0">
                <a:sym typeface="+mn-ea"/>
              </a:rPr>
              <a:t>Course</a:t>
            </a:r>
            <a:r>
              <a:rPr lang="zh-CN" altLang="en-US" sz="2000" dirty="0">
                <a:sym typeface="+mn-ea"/>
              </a:rPr>
              <a:t>类对象</a:t>
            </a:r>
            <a:r>
              <a:rPr lang="en-US" altLang="zh-CN" sz="2000" dirty="0" err="1">
                <a:sym typeface="+mn-ea"/>
              </a:rPr>
              <a:t>ooTechnology</a:t>
            </a:r>
            <a:r>
              <a:rPr lang="zh-CN" altLang="en-US" sz="2000" dirty="0">
                <a:sym typeface="+mn-ea"/>
              </a:rPr>
              <a:t>建立关联，并可发送</a:t>
            </a:r>
            <a:r>
              <a:rPr lang="en-US" altLang="zh-CN" sz="2000" dirty="0">
                <a:sym typeface="+mn-ea"/>
              </a:rPr>
              <a:t>phone</a:t>
            </a:r>
            <a:r>
              <a:rPr lang="zh-CN" altLang="en-US" sz="2000" dirty="0">
                <a:sym typeface="+mn-ea"/>
              </a:rPr>
              <a:t>消息</a:t>
            </a:r>
            <a:r>
              <a:rPr lang="en-US" altLang="zh-CN" sz="2000" dirty="0">
                <a:sym typeface="+mn-ea"/>
              </a:rPr>
              <a:t>(</a:t>
            </a:r>
            <a:r>
              <a:rPr lang="zh-CN" altLang="en-US" sz="2000" i="1" dirty="0">
                <a:solidFill>
                  <a:srgbClr val="669900"/>
                </a:solidFill>
                <a:sym typeface="+mn-ea"/>
              </a:rPr>
              <a:t>消息内容：</a:t>
            </a:r>
            <a:r>
              <a:rPr lang="en-US" altLang="zh-CN" sz="2000" i="1" dirty="0">
                <a:solidFill>
                  <a:srgbClr val="669900"/>
                </a:solidFill>
                <a:sym typeface="+mn-ea"/>
              </a:rPr>
              <a:t>13552755185</a:t>
            </a:r>
            <a:r>
              <a:rPr lang="en-US" altLang="zh-CN" sz="2000" dirty="0">
                <a:sym typeface="+mn-ea"/>
              </a:rPr>
              <a:t>)</a:t>
            </a:r>
            <a:r>
              <a:rPr lang="zh-CN" altLang="en-US" sz="2000" dirty="0">
                <a:sym typeface="+mn-ea"/>
              </a:rPr>
              <a:t>或</a:t>
            </a:r>
            <a:r>
              <a:rPr lang="en-US" altLang="zh-CN" sz="2000" dirty="0">
                <a:sym typeface="+mn-ea"/>
              </a:rPr>
              <a:t>email</a:t>
            </a:r>
            <a:r>
              <a:rPr lang="zh-CN" altLang="en-US" sz="2000" dirty="0">
                <a:sym typeface="+mn-ea"/>
              </a:rPr>
              <a:t>消息 </a:t>
            </a:r>
            <a:r>
              <a:rPr lang="en-US" altLang="zh-CN" sz="2000" dirty="0">
                <a:sym typeface="+mn-ea"/>
              </a:rPr>
              <a:t>(</a:t>
            </a:r>
            <a:r>
              <a:rPr lang="zh-CN" altLang="en-US" sz="2000" i="1" dirty="0">
                <a:solidFill>
                  <a:srgbClr val="669900"/>
                </a:solidFill>
                <a:sym typeface="+mn-ea"/>
              </a:rPr>
              <a:t>消息内容：</a:t>
            </a:r>
            <a:r>
              <a:rPr lang="en-US" altLang="zh-CN" sz="2000" i="1" dirty="0">
                <a:solidFill>
                  <a:srgbClr val="669900"/>
                </a:solidFill>
                <a:sym typeface="+mn-ea"/>
                <a:hlinkClick r:id="rId1"/>
              </a:rPr>
              <a:t>thbin@buaa.edu.cn</a:t>
            </a:r>
            <a:r>
              <a:rPr lang="en-US" altLang="zh-CN" sz="2000" dirty="0">
                <a:sym typeface="+mn-ea"/>
              </a:rPr>
              <a:t>)</a:t>
            </a:r>
            <a:endParaRPr lang="en-US" altLang="zh-CN" sz="2000" dirty="0"/>
          </a:p>
          <a:p>
            <a:pPr marL="789940" lvl="4" indent="-342900" defTabSz="0" eaLnBrk="1" hangingPunct="1">
              <a:lnSpc>
                <a:spcPct val="110000"/>
              </a:lnSpc>
              <a:buFont typeface="Wingdings" panose="05000000000000000000" charset="0"/>
              <a:buChar char=""/>
              <a:tabLst>
                <a:tab pos="805815" algn="l"/>
                <a:tab pos="1609725" algn="l"/>
              </a:tabLst>
              <a:defRPr/>
            </a:pPr>
            <a:endParaRPr lang="en-US" altLang="zh-CN" sz="24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pic>
        <p:nvPicPr>
          <p:cNvPr id="9114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8335" y="3933825"/>
            <a:ext cx="7962265" cy="2481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1.5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思维</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445" y="1141730"/>
            <a:ext cx="10872470" cy="3658870"/>
          </a:xfrm>
        </p:spPr>
        <p:txBody>
          <a:bodyPr/>
          <a:p>
            <a:pPr eaLnBrk="1" hangingPunct="1"/>
            <a:r>
              <a:rPr lang="zh-CN" altLang="en-US" sz="2800" dirty="0">
                <a:sym typeface="+mn-ea"/>
              </a:rPr>
              <a:t>实例</a:t>
            </a:r>
            <a:r>
              <a:rPr lang="en-US" altLang="zh-CN" sz="2800" dirty="0">
                <a:sym typeface="+mn-ea"/>
              </a:rPr>
              <a:t>2</a:t>
            </a:r>
            <a:r>
              <a:rPr lang="zh-CN" altLang="en-US" sz="2800" dirty="0">
                <a:sym typeface="+mn-ea"/>
              </a:rPr>
              <a:t>：对象思维分析问题</a:t>
            </a:r>
            <a:endParaRPr lang="en-US" altLang="zh-CN" sz="2800" b="1" dirty="0"/>
          </a:p>
          <a:p>
            <a:pPr marL="789940" lvl="4" indent="-342900" defTabSz="0" eaLnBrk="1" hangingPunct="1">
              <a:lnSpc>
                <a:spcPct val="110000"/>
              </a:lnSpc>
              <a:buFont typeface="Wingdings" panose="05000000000000000000" charset="0"/>
              <a:buChar char=""/>
              <a:tabLst>
                <a:tab pos="805815" algn="l"/>
                <a:tab pos="1609725" algn="l"/>
              </a:tabLst>
              <a:defRPr/>
            </a:pPr>
            <a:endParaRPr lang="en-US" altLang="zh-CN" sz="24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sp>
        <p:nvSpPr>
          <p:cNvPr id="447491" name="Text Box 3"/>
          <p:cNvSpPr txBox="1">
            <a:spLocks noChangeArrowheads="1"/>
          </p:cNvSpPr>
          <p:nvPr/>
        </p:nvSpPr>
        <p:spPr bwMode="auto">
          <a:xfrm>
            <a:off x="2135188" y="6163945"/>
            <a:ext cx="7993062" cy="579438"/>
          </a:xfrm>
          <a:prstGeom prst="rect">
            <a:avLst/>
          </a:prstGeom>
          <a:noFill/>
          <a:ln w="12700">
            <a:noFill/>
            <a:miter lim="800000"/>
            <a:headEnd type="none" w="sm" len="sm"/>
            <a:tailEnd type="none" w="sm" len="sm"/>
          </a:ln>
          <a:effectLst/>
        </p:spPr>
        <p:txBody>
          <a:bodyPr>
            <a:spAutoFit/>
          </a:bodyPr>
          <a:p>
            <a:pPr algn="ctr" eaLnBrk="0" hangingPunct="0">
              <a:spcBef>
                <a:spcPct val="50000"/>
              </a:spcBef>
              <a:defRPr/>
            </a:pPr>
            <a:r>
              <a:rPr kumimoji="0" lang="zh-CN" altLang="en-US" sz="3200" u="sng">
                <a:solidFill>
                  <a:srgbClr val="FF3300"/>
                </a:solidFill>
                <a:effectLst>
                  <a:outerShdw blurRad="38100" dist="38100" dir="2700000" algn="tl">
                    <a:srgbClr val="C0C0C0"/>
                  </a:outerShdw>
                </a:effectLst>
                <a:latin typeface="Arial" panose="020B0604020202090204" pitchFamily="34" charset="0"/>
              </a:rPr>
              <a:t>昨天我的一个朋友结婚了</a:t>
            </a:r>
            <a:endParaRPr kumimoji="0" lang="zh-CN" altLang="en-US" sz="3200" u="sng">
              <a:solidFill>
                <a:srgbClr val="FF3300"/>
              </a:solidFill>
              <a:effectLst>
                <a:outerShdw blurRad="38100" dist="38100" dir="2700000" algn="tl">
                  <a:srgbClr val="C0C0C0"/>
                </a:outerShdw>
              </a:effectLst>
              <a:latin typeface="Arial" panose="020B0604020202090204" pitchFamily="34" charset="0"/>
            </a:endParaRPr>
          </a:p>
        </p:txBody>
      </p:sp>
      <p:pic>
        <p:nvPicPr>
          <p:cNvPr id="9216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40238" y="1771333"/>
            <a:ext cx="3859212" cy="434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1.5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思维</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445" y="1141730"/>
            <a:ext cx="10872470" cy="3658870"/>
          </a:xfrm>
        </p:spPr>
        <p:txBody>
          <a:bodyPr/>
          <a:p>
            <a:pPr eaLnBrk="1" hangingPunct="1"/>
            <a:r>
              <a:rPr lang="zh-CN" altLang="en-US" sz="2800" dirty="0">
                <a:sym typeface="+mn-ea"/>
              </a:rPr>
              <a:t>实例</a:t>
            </a:r>
            <a:r>
              <a:rPr lang="en-US" altLang="zh-CN" sz="2800" dirty="0">
                <a:sym typeface="+mn-ea"/>
              </a:rPr>
              <a:t>2</a:t>
            </a:r>
            <a:r>
              <a:rPr lang="zh-CN" altLang="en-US" sz="2800" dirty="0">
                <a:sym typeface="+mn-ea"/>
              </a:rPr>
              <a:t>：对象思维分析问题</a:t>
            </a:r>
            <a:endParaRPr lang="en-US" altLang="zh-CN" sz="2800" b="1" dirty="0"/>
          </a:p>
          <a:p>
            <a:pPr lvl="1" eaLnBrk="1" hangingPunct="1">
              <a:buFont typeface="Wingdings" panose="05000000000000000000" charset="0"/>
              <a:buChar char=""/>
            </a:pPr>
            <a:r>
              <a:rPr lang="en-US" altLang="zh-CN" sz="2400" dirty="0">
                <a:sym typeface="+mn-ea"/>
              </a:rPr>
              <a:t>A. </a:t>
            </a:r>
            <a:r>
              <a:rPr lang="zh-CN" altLang="en-US" sz="2400" dirty="0">
                <a:sym typeface="+mn-ea"/>
              </a:rPr>
              <a:t>这里面有什么事物？</a:t>
            </a:r>
            <a:endParaRPr lang="zh-CN" altLang="en-US" sz="2400" dirty="0"/>
          </a:p>
          <a:p>
            <a:pPr lvl="2" eaLnBrk="1" hangingPunct="1">
              <a:buFont typeface="Arial" panose="020B0604020202090204" pitchFamily="34" charset="0"/>
              <a:buChar char="•"/>
            </a:pPr>
            <a:r>
              <a:rPr lang="zh-CN" altLang="en-US" sz="2400" dirty="0">
                <a:sym typeface="+mn-ea"/>
              </a:rPr>
              <a:t>月老，小伙，姑娘，恋人，玫瑰花</a:t>
            </a:r>
            <a:endParaRPr lang="zh-CN" altLang="en-US" sz="2400" dirty="0"/>
          </a:p>
          <a:p>
            <a:pPr lvl="1" eaLnBrk="1" hangingPunct="1">
              <a:buFont typeface="Wingdings" panose="05000000000000000000" charset="0"/>
              <a:buChar char=""/>
            </a:pPr>
            <a:r>
              <a:rPr lang="en-US" altLang="zh-CN" sz="2400" dirty="0">
                <a:sym typeface="+mn-ea"/>
              </a:rPr>
              <a:t>B. </a:t>
            </a:r>
            <a:r>
              <a:rPr lang="zh-CN" altLang="en-US" sz="2400" dirty="0">
                <a:sym typeface="+mn-ea"/>
              </a:rPr>
              <a:t>每个事物看上去是什么样的？</a:t>
            </a:r>
            <a:endParaRPr lang="zh-CN" altLang="en-US" sz="2400" dirty="0"/>
          </a:p>
          <a:p>
            <a:pPr lvl="2" eaLnBrk="1" hangingPunct="1">
              <a:buFont typeface="Arial" panose="020B0604020202090204" pitchFamily="34" charset="0"/>
              <a:buChar char="•"/>
            </a:pPr>
            <a:r>
              <a:rPr lang="zh-CN" altLang="en-US" sz="2400" dirty="0">
                <a:sym typeface="+mn-ea"/>
              </a:rPr>
              <a:t>月老，看上去有些年纪了，挺热心的</a:t>
            </a:r>
            <a:endParaRPr lang="zh-CN" altLang="en-US" sz="2400" dirty="0"/>
          </a:p>
          <a:p>
            <a:pPr lvl="2" eaLnBrk="1" hangingPunct="1">
              <a:buFont typeface="Arial" panose="020B0604020202090204" pitchFamily="34" charset="0"/>
              <a:buChar char="•"/>
            </a:pPr>
            <a:r>
              <a:rPr lang="zh-CN" altLang="en-US" sz="2400" dirty="0">
                <a:sym typeface="+mn-ea"/>
              </a:rPr>
              <a:t>小伙，看上去很强壮，很诚实的</a:t>
            </a:r>
            <a:endParaRPr lang="zh-CN" altLang="en-US" sz="2400" dirty="0"/>
          </a:p>
          <a:p>
            <a:pPr lvl="2" eaLnBrk="1" hangingPunct="1">
              <a:buFont typeface="Arial" panose="020B0604020202090204" pitchFamily="34" charset="0"/>
              <a:buChar char="•"/>
            </a:pPr>
            <a:r>
              <a:rPr lang="zh-CN" altLang="en-US" sz="2400" dirty="0">
                <a:sym typeface="+mn-ea"/>
              </a:rPr>
              <a:t>姑娘，看上去好漂亮，还很温柔</a:t>
            </a:r>
            <a:endParaRPr lang="zh-CN" altLang="en-US" sz="2400" dirty="0"/>
          </a:p>
          <a:p>
            <a:pPr lvl="2" eaLnBrk="1" hangingPunct="1">
              <a:buFont typeface="Arial" panose="020B0604020202090204" pitchFamily="34" charset="0"/>
              <a:buChar char="•"/>
            </a:pPr>
            <a:r>
              <a:rPr lang="zh-CN" altLang="en-US" sz="2400" dirty="0">
                <a:sym typeface="+mn-ea"/>
              </a:rPr>
              <a:t>恋人，看上去很黏糊，当然就结婚了</a:t>
            </a:r>
            <a:endParaRPr lang="zh-CN" altLang="en-US" sz="2400" dirty="0"/>
          </a:p>
          <a:p>
            <a:pPr lvl="2" eaLnBrk="1" hangingPunct="1">
              <a:buFont typeface="Arial" panose="020B0604020202090204" pitchFamily="34" charset="0"/>
              <a:buChar char="•"/>
            </a:pPr>
            <a:r>
              <a:rPr lang="zh-CN" altLang="en-US" sz="2400" dirty="0">
                <a:sym typeface="+mn-ea"/>
              </a:rPr>
              <a:t>玫瑰花，火红火红的，难怪姑娘动情了</a:t>
            </a:r>
            <a:endParaRPr lang="zh-CN" altLang="en-US" sz="2400" dirty="0"/>
          </a:p>
          <a:p>
            <a:pPr marL="789940" lvl="4" indent="-342900" defTabSz="0" eaLnBrk="1" hangingPunct="1">
              <a:lnSpc>
                <a:spcPct val="110000"/>
              </a:lnSpc>
              <a:buFont typeface="Wingdings" panose="05000000000000000000" charset="0"/>
              <a:buChar char=""/>
              <a:tabLst>
                <a:tab pos="805815" algn="l"/>
                <a:tab pos="1609725" algn="l"/>
              </a:tabLst>
              <a:defRPr/>
            </a:pPr>
            <a:endParaRPr lang="en-US" altLang="zh-CN" sz="24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spTree>
  </p:cSld>
  <p:clrMapOvr>
    <a:masterClrMapping/>
  </p:clrMapOvr>
  <p:transition spd="slow">
    <p:random/>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1.5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思维</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445" y="1141730"/>
            <a:ext cx="10872470" cy="3658870"/>
          </a:xfrm>
        </p:spPr>
        <p:txBody>
          <a:bodyPr/>
          <a:p>
            <a:pPr eaLnBrk="1" hangingPunct="1"/>
            <a:r>
              <a:rPr lang="zh-CN" altLang="en-US" sz="2800" dirty="0">
                <a:sym typeface="+mn-ea"/>
              </a:rPr>
              <a:t>实例</a:t>
            </a:r>
            <a:r>
              <a:rPr lang="en-US" altLang="zh-CN" sz="2800" dirty="0">
                <a:sym typeface="+mn-ea"/>
              </a:rPr>
              <a:t>2</a:t>
            </a:r>
            <a:r>
              <a:rPr lang="zh-CN" altLang="en-US" sz="2800" dirty="0">
                <a:sym typeface="+mn-ea"/>
              </a:rPr>
              <a:t>：对象思维分析问题</a:t>
            </a:r>
            <a:endParaRPr lang="en-US" altLang="zh-CN" sz="2800" b="1" dirty="0"/>
          </a:p>
          <a:p>
            <a:pPr lvl="1" eaLnBrk="1" hangingPunct="1">
              <a:lnSpc>
                <a:spcPct val="100000"/>
              </a:lnSpc>
              <a:buFont typeface="Wingdings" panose="05000000000000000000" charset="0"/>
              <a:buChar char=""/>
            </a:pPr>
            <a:r>
              <a:rPr lang="en-US" altLang="zh-CN" sz="2400" dirty="0">
                <a:sym typeface="+mn-ea"/>
              </a:rPr>
              <a:t>C. </a:t>
            </a:r>
            <a:r>
              <a:rPr lang="zh-CN" altLang="en-US" sz="2400" dirty="0">
                <a:sym typeface="+mn-ea"/>
              </a:rPr>
              <a:t>每个事物能做点什么用？</a:t>
            </a:r>
            <a:endParaRPr lang="zh-CN" altLang="en-US" sz="2400" dirty="0"/>
          </a:p>
          <a:p>
            <a:pPr lvl="2" eaLnBrk="1" hangingPunct="1">
              <a:lnSpc>
                <a:spcPct val="80000"/>
              </a:lnSpc>
              <a:buFont typeface="Arial" panose="020B0604020202090204" pitchFamily="34" charset="0"/>
              <a:buChar char="•"/>
            </a:pPr>
            <a:r>
              <a:rPr lang="zh-CN" altLang="en-US" sz="2000" dirty="0">
                <a:sym typeface="+mn-ea"/>
              </a:rPr>
              <a:t>月老：牵线搭桥，介绍认识</a:t>
            </a:r>
            <a:endParaRPr lang="zh-CN" altLang="en-US" sz="2000" dirty="0"/>
          </a:p>
          <a:p>
            <a:pPr lvl="2" eaLnBrk="1" hangingPunct="1">
              <a:lnSpc>
                <a:spcPct val="80000"/>
              </a:lnSpc>
              <a:buFont typeface="Arial" panose="020B0604020202090204" pitchFamily="34" charset="0"/>
              <a:buChar char="•"/>
            </a:pPr>
            <a:r>
              <a:rPr lang="zh-CN" altLang="en-US" sz="2000" dirty="0">
                <a:sym typeface="+mn-ea"/>
              </a:rPr>
              <a:t>小伙：追求献花，表达爱意</a:t>
            </a:r>
            <a:endParaRPr lang="zh-CN" altLang="en-US" sz="2000" dirty="0"/>
          </a:p>
          <a:p>
            <a:pPr lvl="2" eaLnBrk="1" hangingPunct="1">
              <a:lnSpc>
                <a:spcPct val="80000"/>
              </a:lnSpc>
              <a:buFont typeface="Arial" panose="020B0604020202090204" pitchFamily="34" charset="0"/>
              <a:buChar char="•"/>
            </a:pPr>
            <a:r>
              <a:rPr lang="zh-CN" altLang="en-US" sz="2000" dirty="0">
                <a:sym typeface="+mn-ea"/>
              </a:rPr>
              <a:t>姑娘：仰慕倾情，以身相许</a:t>
            </a:r>
            <a:endParaRPr lang="zh-CN" altLang="en-US" sz="2000" dirty="0"/>
          </a:p>
          <a:p>
            <a:pPr lvl="2" eaLnBrk="1" hangingPunct="1">
              <a:lnSpc>
                <a:spcPct val="80000"/>
              </a:lnSpc>
              <a:buFont typeface="Arial" panose="020B0604020202090204" pitchFamily="34" charset="0"/>
              <a:buChar char="•"/>
            </a:pPr>
            <a:r>
              <a:rPr lang="zh-CN" altLang="en-US" sz="2000" dirty="0">
                <a:sym typeface="+mn-ea"/>
              </a:rPr>
              <a:t>恋人：拍拖，</a:t>
            </a:r>
            <a:r>
              <a:rPr lang="en-US" altLang="zh-CN" sz="2000" dirty="0">
                <a:sym typeface="+mn-ea"/>
              </a:rPr>
              <a:t>…</a:t>
            </a:r>
            <a:r>
              <a:rPr lang="zh-CN" altLang="en-US" sz="2000" dirty="0">
                <a:sym typeface="+mn-ea"/>
              </a:rPr>
              <a:t>，结婚</a:t>
            </a:r>
            <a:endParaRPr lang="zh-CN" altLang="en-US" sz="2000" dirty="0"/>
          </a:p>
          <a:p>
            <a:pPr lvl="2" eaLnBrk="1" hangingPunct="1">
              <a:lnSpc>
                <a:spcPct val="80000"/>
              </a:lnSpc>
              <a:buFont typeface="Arial" panose="020B0604020202090204" pitchFamily="34" charset="0"/>
              <a:buChar char="•"/>
            </a:pPr>
            <a:r>
              <a:rPr lang="zh-CN" altLang="en-US" sz="2000" dirty="0">
                <a:sym typeface="+mn-ea"/>
              </a:rPr>
              <a:t>玫瑰花：令姑娘头晕，传情示爱</a:t>
            </a:r>
            <a:endParaRPr lang="zh-CN" altLang="en-US" sz="2000" dirty="0"/>
          </a:p>
          <a:p>
            <a:pPr lvl="1" eaLnBrk="1" hangingPunct="1">
              <a:buFont typeface="Wingdings" panose="05000000000000000000" charset="0"/>
              <a:buChar char=""/>
            </a:pPr>
            <a:r>
              <a:rPr lang="en-US" altLang="zh-CN" sz="2400" dirty="0">
                <a:sym typeface="+mn-ea"/>
              </a:rPr>
              <a:t>D. </a:t>
            </a:r>
            <a:r>
              <a:rPr lang="zh-CN" altLang="en-US" sz="2400" dirty="0">
                <a:sym typeface="+mn-ea"/>
              </a:rPr>
              <a:t>这些事物都呆在什么地方？</a:t>
            </a:r>
            <a:endParaRPr lang="zh-CN" altLang="en-US" sz="2400" dirty="0"/>
          </a:p>
          <a:p>
            <a:pPr lvl="2" eaLnBrk="1" hangingPunct="1">
              <a:lnSpc>
                <a:spcPct val="80000"/>
              </a:lnSpc>
              <a:buFont typeface="Arial" panose="020B0604020202090204" pitchFamily="34" charset="0"/>
              <a:buChar char="•"/>
            </a:pPr>
            <a:r>
              <a:rPr lang="zh-CN" altLang="en-US" sz="2000" dirty="0">
                <a:sym typeface="+mn-ea"/>
              </a:rPr>
              <a:t>月老：婚介所，交友网站</a:t>
            </a:r>
            <a:endParaRPr lang="zh-CN" altLang="en-US" sz="2000" dirty="0"/>
          </a:p>
          <a:p>
            <a:pPr lvl="2" eaLnBrk="1" hangingPunct="1">
              <a:lnSpc>
                <a:spcPct val="80000"/>
              </a:lnSpc>
              <a:buFont typeface="Arial" panose="020B0604020202090204" pitchFamily="34" charset="0"/>
              <a:buChar char="•"/>
            </a:pPr>
            <a:r>
              <a:rPr lang="zh-CN" altLang="en-US" sz="2000" dirty="0">
                <a:sym typeface="+mn-ea"/>
              </a:rPr>
              <a:t>小伙：软件园，住回龙观</a:t>
            </a:r>
            <a:endParaRPr lang="zh-CN" altLang="en-US" sz="2000" dirty="0"/>
          </a:p>
          <a:p>
            <a:pPr lvl="2" eaLnBrk="1" hangingPunct="1">
              <a:lnSpc>
                <a:spcPct val="80000"/>
              </a:lnSpc>
              <a:buFont typeface="Arial" panose="020B0604020202090204" pitchFamily="34" charset="0"/>
              <a:buChar char="•"/>
            </a:pPr>
            <a:r>
              <a:rPr lang="zh-CN" altLang="en-US" sz="2000" dirty="0">
                <a:sym typeface="+mn-ea"/>
              </a:rPr>
              <a:t>姑娘：人民医院，住望京</a:t>
            </a:r>
            <a:endParaRPr lang="en-US" altLang="zh-CN" sz="2000" dirty="0"/>
          </a:p>
          <a:p>
            <a:pPr lvl="2" eaLnBrk="1" hangingPunct="1">
              <a:lnSpc>
                <a:spcPct val="80000"/>
              </a:lnSpc>
              <a:buFont typeface="Arial" panose="020B0604020202090204" pitchFamily="34" charset="0"/>
              <a:buChar char="•"/>
            </a:pPr>
            <a:r>
              <a:rPr lang="zh-CN" altLang="en-US" sz="2000" dirty="0">
                <a:sym typeface="+mn-ea"/>
              </a:rPr>
              <a:t>恋人：情侣路，电影院， </a:t>
            </a:r>
            <a:r>
              <a:rPr lang="en-US" altLang="zh-CN" sz="2000" dirty="0">
                <a:sym typeface="+mn-ea"/>
              </a:rPr>
              <a:t>…</a:t>
            </a:r>
            <a:endParaRPr lang="en-US" altLang="zh-CN" sz="2000" dirty="0"/>
          </a:p>
          <a:p>
            <a:pPr lvl="2" eaLnBrk="1" hangingPunct="1">
              <a:lnSpc>
                <a:spcPct val="80000"/>
              </a:lnSpc>
              <a:buFont typeface="Arial" panose="020B0604020202090204" pitchFamily="34" charset="0"/>
              <a:buChar char="•"/>
            </a:pPr>
            <a:r>
              <a:rPr lang="zh-CN" altLang="en-US" sz="2000" dirty="0">
                <a:sym typeface="+mn-ea"/>
              </a:rPr>
              <a:t>玫瑰花：花店里，小伙手中，姑娘手中</a:t>
            </a:r>
            <a:endParaRPr lang="zh-CN" altLang="en-US" sz="2000" dirty="0"/>
          </a:p>
          <a:p>
            <a:pPr lvl="1" eaLnBrk="1" hangingPunct="1">
              <a:buFont typeface="Wingdings" panose="05000000000000000000" charset="0"/>
              <a:buChar char=""/>
            </a:pPr>
            <a:endParaRPr lang="en-US" altLang="zh-CN" sz="24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spTree>
  </p:cSld>
  <p:clrMapOvr>
    <a:masterClrMapping/>
  </p:clrMapOvr>
  <p:transition spd="slow">
    <p:random/>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1.5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思维</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445" y="1141730"/>
            <a:ext cx="10872470" cy="3658870"/>
          </a:xfrm>
        </p:spPr>
        <p:txBody>
          <a:bodyPr/>
          <a:p>
            <a:pPr eaLnBrk="1" hangingPunct="1"/>
            <a:r>
              <a:rPr lang="zh-CN" altLang="en-US" sz="2800" dirty="0">
                <a:sym typeface="+mn-ea"/>
              </a:rPr>
              <a:t>实例</a:t>
            </a:r>
            <a:r>
              <a:rPr lang="en-US" altLang="zh-CN" sz="2800" dirty="0">
                <a:sym typeface="+mn-ea"/>
              </a:rPr>
              <a:t>2</a:t>
            </a:r>
            <a:r>
              <a:rPr lang="zh-CN" altLang="en-US" sz="2800" dirty="0">
                <a:sym typeface="+mn-ea"/>
              </a:rPr>
              <a:t>：对象思维分析问题</a:t>
            </a:r>
            <a:endParaRPr lang="en-US" altLang="zh-CN" sz="2800" b="1" dirty="0"/>
          </a:p>
          <a:p>
            <a:pPr lvl="1" eaLnBrk="1" hangingPunct="1">
              <a:lnSpc>
                <a:spcPct val="100000"/>
              </a:lnSpc>
              <a:buFont typeface="Wingdings" panose="05000000000000000000" charset="0"/>
              <a:buChar char=""/>
            </a:pPr>
            <a:r>
              <a:rPr lang="en-US" altLang="zh-CN" sz="2400" dirty="0">
                <a:sym typeface="+mn-ea"/>
              </a:rPr>
              <a:t>E. </a:t>
            </a:r>
            <a:r>
              <a:rPr lang="zh-CN" altLang="en-US" sz="2400" dirty="0">
                <a:sym typeface="+mn-ea"/>
              </a:rPr>
              <a:t>这些</a:t>
            </a:r>
            <a:r>
              <a:rPr lang="zh-CN" altLang="en-US" sz="2400" dirty="0">
                <a:highlight>
                  <a:srgbClr val="FFFF00"/>
                </a:highlight>
                <a:sym typeface="+mn-ea"/>
              </a:rPr>
              <a:t>事物之间有什么关系？</a:t>
            </a:r>
            <a:endParaRPr lang="zh-CN" altLang="en-US" sz="2400" dirty="0">
              <a:highlight>
                <a:srgbClr val="FFFF00"/>
              </a:highlight>
            </a:endParaRPr>
          </a:p>
          <a:p>
            <a:pPr marL="457200" lvl="1" indent="0" eaLnBrk="1" hangingPunct="1">
              <a:lnSpc>
                <a:spcPct val="100000"/>
              </a:lnSpc>
              <a:buFont typeface="Wingdings" panose="05000000000000000000" charset="0"/>
              <a:buNone/>
            </a:pPr>
            <a:endParaRPr lang="zh-CN" altLang="en-US" sz="2400" dirty="0"/>
          </a:p>
          <a:p>
            <a:pPr lvl="1" eaLnBrk="1" hangingPunct="1">
              <a:buFont typeface="Wingdings" panose="05000000000000000000" charset="0"/>
              <a:buChar char=""/>
            </a:pPr>
            <a:endParaRPr lang="en-US" altLang="zh-CN" sz="24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graphicFrame>
        <p:nvGraphicFramePr>
          <p:cNvPr id="451588" name="Group 4"/>
          <p:cNvGraphicFramePr>
            <a:graphicFrameLocks noGrp="1"/>
          </p:cNvGraphicFramePr>
          <p:nvPr>
            <p:ph sz="half" idx="2"/>
            <p:custDataLst>
              <p:tags r:id="rId1"/>
            </p:custDataLst>
          </p:nvPr>
        </p:nvGraphicFramePr>
        <p:xfrm>
          <a:off x="1919291" y="2565400"/>
          <a:ext cx="8366125" cy="3494088"/>
        </p:xfrm>
        <a:graphic>
          <a:graphicData uri="http://schemas.openxmlformats.org/drawingml/2006/table">
            <a:tbl>
              <a:tblPr/>
              <a:tblGrid>
                <a:gridCol w="993775"/>
                <a:gridCol w="1323975"/>
                <a:gridCol w="1741487"/>
                <a:gridCol w="1655763"/>
                <a:gridCol w="1328737"/>
                <a:gridCol w="1322388"/>
              </a:tblGrid>
              <a:tr h="598805">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2"/>
                          </a:solidFill>
                          <a:effectLst/>
                          <a:latin typeface="楷体" charset="0"/>
                          <a:ea typeface="楷体" charset="0"/>
                        </a:rPr>
                        <a:t>关系</a:t>
                      </a:r>
                      <a:endParaRPr kumimoji="1" lang="zh-CN" altLang="en-US" sz="2800" b="1" i="0" u="none" strike="noStrike" cap="none" normalizeH="0" baseline="0">
                        <a:ln>
                          <a:noFill/>
                        </a:ln>
                        <a:solidFill>
                          <a:schemeClr val="tx2"/>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2"/>
                          </a:solidFill>
                          <a:effectLst/>
                          <a:latin typeface="楷体" charset="0"/>
                          <a:ea typeface="楷体" charset="0"/>
                        </a:rPr>
                        <a:t>月老</a:t>
                      </a:r>
                      <a:endParaRPr kumimoji="1" lang="zh-CN" altLang="en-US" sz="2800" b="1" i="0" u="none" strike="noStrike" cap="none" normalizeH="0" baseline="0">
                        <a:ln>
                          <a:noFill/>
                        </a:ln>
                        <a:solidFill>
                          <a:schemeClr val="tx2"/>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2"/>
                          </a:solidFill>
                          <a:effectLst/>
                          <a:latin typeface="楷体" charset="0"/>
                          <a:ea typeface="楷体" charset="0"/>
                        </a:rPr>
                        <a:t>小伙</a:t>
                      </a:r>
                      <a:endParaRPr kumimoji="1" lang="zh-CN" altLang="en-US" sz="2800" b="1" i="0" u="none" strike="noStrike" cap="none" normalizeH="0" baseline="0">
                        <a:ln>
                          <a:noFill/>
                        </a:ln>
                        <a:solidFill>
                          <a:schemeClr val="tx2"/>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2"/>
                          </a:solidFill>
                          <a:effectLst/>
                          <a:latin typeface="楷体" charset="0"/>
                          <a:ea typeface="楷体" charset="0"/>
                        </a:rPr>
                        <a:t>姑娘</a:t>
                      </a:r>
                      <a:endParaRPr kumimoji="1" lang="zh-CN" altLang="en-US" sz="2800" b="1" i="0" u="none" strike="noStrike" cap="none" normalizeH="0" baseline="0">
                        <a:ln>
                          <a:noFill/>
                        </a:ln>
                        <a:solidFill>
                          <a:schemeClr val="tx2"/>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2"/>
                          </a:solidFill>
                          <a:effectLst/>
                          <a:latin typeface="楷体" charset="0"/>
                          <a:ea typeface="楷体" charset="0"/>
                        </a:rPr>
                        <a:t>恋人</a:t>
                      </a:r>
                      <a:endParaRPr kumimoji="1" lang="zh-CN" altLang="en-US" sz="2800" b="1" i="0" u="none" strike="noStrike" cap="none" normalizeH="0" baseline="0">
                        <a:ln>
                          <a:noFill/>
                        </a:ln>
                        <a:solidFill>
                          <a:schemeClr val="tx2"/>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2"/>
                          </a:solidFill>
                          <a:effectLst/>
                          <a:latin typeface="楷体" charset="0"/>
                          <a:ea typeface="楷体" charset="0"/>
                        </a:rPr>
                        <a:t>玫瑰</a:t>
                      </a:r>
                      <a:endParaRPr kumimoji="1" lang="zh-CN" altLang="en-US" sz="2800" b="1" i="0" u="none" strike="noStrike" cap="none" normalizeH="0" baseline="0">
                        <a:ln>
                          <a:noFill/>
                        </a:ln>
                        <a:solidFill>
                          <a:schemeClr val="tx2"/>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r>
              <a:tr h="560388">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2"/>
                          </a:solidFill>
                          <a:effectLst/>
                          <a:latin typeface="楷体" charset="0"/>
                          <a:ea typeface="楷体" charset="0"/>
                        </a:rPr>
                        <a:t>月老</a:t>
                      </a:r>
                      <a:endParaRPr kumimoji="1" lang="zh-CN" altLang="en-US" sz="2800" b="1" i="0" u="none" strike="noStrike" cap="none" normalizeH="0" baseline="0">
                        <a:ln>
                          <a:noFill/>
                        </a:ln>
                        <a:solidFill>
                          <a:schemeClr val="tx2"/>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endParaRPr kumimoji="1" lang="zh-CN" altLang="en-US" sz="3200" b="1" i="0" u="none" strike="noStrike" cap="none" normalizeH="0" baseline="0">
                        <a:ln>
                          <a:noFill/>
                        </a:ln>
                        <a:solidFill>
                          <a:schemeClr val="tx1"/>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w="12700" cap="flat" cmpd="sng" algn="ctr">
                      <a:solidFill>
                        <a:schemeClr val="tx1"/>
                      </a:solidFill>
                      <a:prstDash val="solid"/>
                      <a:miter lim="800000"/>
                      <a:headEnd type="none" w="med" len="med"/>
                      <a:tailEnd type="none" w="med" len="med"/>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1"/>
                          </a:solidFill>
                          <a:effectLst/>
                          <a:latin typeface="楷体" charset="0"/>
                          <a:ea typeface="楷体" charset="0"/>
                        </a:rPr>
                        <a:t>干妈</a:t>
                      </a:r>
                      <a:endParaRPr kumimoji="1" lang="zh-CN" altLang="en-US" sz="2800" b="1" i="0" u="none" strike="noStrike" cap="none" normalizeH="0" baseline="0">
                        <a:ln>
                          <a:noFill/>
                        </a:ln>
                        <a:solidFill>
                          <a:schemeClr val="tx1"/>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1"/>
                          </a:solidFill>
                          <a:effectLst/>
                          <a:latin typeface="楷体" charset="0"/>
                          <a:ea typeface="楷体" charset="0"/>
                        </a:rPr>
                        <a:t>舅妈</a:t>
                      </a:r>
                      <a:endParaRPr kumimoji="1" lang="zh-CN" altLang="en-US" sz="2800" b="1" i="0" u="none" strike="noStrike" cap="none" normalizeH="0" baseline="0">
                        <a:ln>
                          <a:noFill/>
                        </a:ln>
                        <a:solidFill>
                          <a:schemeClr val="tx1"/>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1"/>
                          </a:solidFill>
                          <a:effectLst/>
                          <a:latin typeface="楷体" charset="0"/>
                          <a:ea typeface="楷体" charset="0"/>
                        </a:rPr>
                        <a:t>撮合者</a:t>
                      </a:r>
                      <a:endParaRPr kumimoji="1" lang="zh-CN" altLang="en-US" sz="2800" b="1" i="0" u="none" strike="noStrike" cap="none" normalizeH="0" baseline="0">
                        <a:ln>
                          <a:noFill/>
                        </a:ln>
                        <a:solidFill>
                          <a:schemeClr val="tx1"/>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1"/>
                          </a:solidFill>
                          <a:effectLst/>
                          <a:latin typeface="楷体" charset="0"/>
                          <a:ea typeface="楷体" charset="0"/>
                        </a:rPr>
                        <a:t>没关系</a:t>
                      </a:r>
                      <a:endParaRPr kumimoji="1" lang="zh-CN" altLang="en-US" sz="2800" b="1" i="0" u="none" strike="noStrike" cap="none" normalizeH="0" baseline="0">
                        <a:ln>
                          <a:noFill/>
                        </a:ln>
                        <a:solidFill>
                          <a:schemeClr val="tx1"/>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r>
              <a:tr h="561975">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2"/>
                          </a:solidFill>
                          <a:effectLst/>
                          <a:latin typeface="楷体" charset="0"/>
                          <a:ea typeface="楷体" charset="0"/>
                        </a:rPr>
                        <a:t>小伙</a:t>
                      </a:r>
                      <a:endParaRPr kumimoji="1" lang="zh-CN" altLang="en-US" sz="2800" b="1" i="0" u="none" strike="noStrike" cap="none" normalizeH="0" baseline="0">
                        <a:ln>
                          <a:noFill/>
                        </a:ln>
                        <a:solidFill>
                          <a:schemeClr val="tx2"/>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1"/>
                          </a:solidFill>
                          <a:effectLst/>
                          <a:latin typeface="楷体" charset="0"/>
                          <a:ea typeface="楷体" charset="0"/>
                        </a:rPr>
                        <a:t>干儿子</a:t>
                      </a:r>
                      <a:endParaRPr kumimoji="1" lang="zh-CN" altLang="en-US" sz="2800" b="1" i="0" u="none" strike="noStrike" cap="none" normalizeH="0" baseline="0">
                        <a:ln>
                          <a:noFill/>
                        </a:ln>
                        <a:solidFill>
                          <a:schemeClr val="tx1"/>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endParaRPr kumimoji="1" lang="zh-CN" altLang="en-US" sz="3200" b="1" i="0" u="none" strike="noStrike" cap="none" normalizeH="0" baseline="0">
                        <a:ln>
                          <a:noFill/>
                        </a:ln>
                        <a:solidFill>
                          <a:schemeClr val="tx1"/>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w="12700" cap="flat" cmpd="sng" algn="ctr">
                      <a:solidFill>
                        <a:schemeClr val="tx1"/>
                      </a:solidFill>
                      <a:prstDash val="solid"/>
                      <a:miter lim="800000"/>
                      <a:headEnd type="none" w="med" len="med"/>
                      <a:tailEnd type="none" w="med" len="med"/>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1"/>
                          </a:solidFill>
                          <a:effectLst/>
                          <a:latin typeface="楷体" charset="0"/>
                          <a:ea typeface="楷体" charset="0"/>
                        </a:rPr>
                        <a:t>男友老公</a:t>
                      </a:r>
                      <a:endParaRPr kumimoji="1" lang="zh-CN" altLang="en-US" sz="2800" b="1" i="0" u="none" strike="noStrike" cap="none" normalizeH="0" baseline="0">
                        <a:ln>
                          <a:noFill/>
                        </a:ln>
                        <a:solidFill>
                          <a:schemeClr val="tx1"/>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1"/>
                          </a:solidFill>
                          <a:effectLst/>
                          <a:latin typeface="楷体" charset="0"/>
                          <a:ea typeface="楷体" charset="0"/>
                        </a:rPr>
                        <a:t>男主角</a:t>
                      </a:r>
                      <a:endParaRPr kumimoji="1" lang="zh-CN" altLang="en-US" sz="2800" b="1" i="0" u="none" strike="noStrike" cap="none" normalizeH="0" baseline="0">
                        <a:ln>
                          <a:noFill/>
                        </a:ln>
                        <a:solidFill>
                          <a:schemeClr val="tx1"/>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1"/>
                          </a:solidFill>
                          <a:effectLst/>
                          <a:latin typeface="楷体" charset="0"/>
                          <a:ea typeface="楷体" charset="0"/>
                        </a:rPr>
                        <a:t>买送主</a:t>
                      </a:r>
                      <a:endParaRPr kumimoji="1" lang="zh-CN" altLang="en-US" sz="2800" b="1" i="0" u="none" strike="noStrike" cap="none" normalizeH="0" baseline="0">
                        <a:ln>
                          <a:noFill/>
                        </a:ln>
                        <a:solidFill>
                          <a:schemeClr val="tx1"/>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r>
              <a:tr h="561975">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2"/>
                          </a:solidFill>
                          <a:effectLst/>
                          <a:latin typeface="楷体" charset="0"/>
                          <a:ea typeface="楷体" charset="0"/>
                        </a:rPr>
                        <a:t>姑娘</a:t>
                      </a:r>
                      <a:endParaRPr kumimoji="1" lang="zh-CN" altLang="en-US" sz="2800" b="1" i="0" u="none" strike="noStrike" cap="none" normalizeH="0" baseline="0">
                        <a:ln>
                          <a:noFill/>
                        </a:ln>
                        <a:solidFill>
                          <a:schemeClr val="tx2"/>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1"/>
                          </a:solidFill>
                          <a:effectLst/>
                          <a:latin typeface="楷体" charset="0"/>
                          <a:ea typeface="楷体" charset="0"/>
                        </a:rPr>
                        <a:t>外甥女</a:t>
                      </a:r>
                      <a:endParaRPr kumimoji="1" lang="zh-CN" altLang="en-US" sz="2800" b="1" i="0" u="none" strike="noStrike" cap="none" normalizeH="0" baseline="0">
                        <a:ln>
                          <a:noFill/>
                        </a:ln>
                        <a:solidFill>
                          <a:schemeClr val="tx1"/>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1"/>
                          </a:solidFill>
                          <a:effectLst/>
                          <a:latin typeface="楷体" charset="0"/>
                          <a:ea typeface="楷体" charset="0"/>
                        </a:rPr>
                        <a:t>女友太太</a:t>
                      </a:r>
                      <a:endParaRPr kumimoji="1" lang="zh-CN" altLang="en-US" sz="2800" b="1" i="0" u="none" strike="noStrike" cap="none" normalizeH="0" baseline="0">
                        <a:ln>
                          <a:noFill/>
                        </a:ln>
                        <a:solidFill>
                          <a:schemeClr val="tx1"/>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endParaRPr kumimoji="1" lang="zh-CN" altLang="en-US" sz="3200" b="1" i="0" u="none" strike="noStrike" cap="none" normalizeH="0" baseline="0">
                        <a:ln>
                          <a:noFill/>
                        </a:ln>
                        <a:solidFill>
                          <a:schemeClr val="tx1"/>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w="12700" cap="flat" cmpd="sng" algn="ctr">
                      <a:solidFill>
                        <a:schemeClr val="tx1"/>
                      </a:solidFill>
                      <a:prstDash val="solid"/>
                      <a:miter lim="800000"/>
                      <a:headEnd type="none" w="med" len="med"/>
                      <a:tailEnd type="none" w="med" len="med"/>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1"/>
                          </a:solidFill>
                          <a:effectLst/>
                          <a:latin typeface="楷体" charset="0"/>
                          <a:ea typeface="楷体" charset="0"/>
                        </a:rPr>
                        <a:t>女主角</a:t>
                      </a:r>
                      <a:endParaRPr kumimoji="1" lang="zh-CN" altLang="en-US" sz="2800" b="1" i="0" u="none" strike="noStrike" cap="none" normalizeH="0" baseline="0">
                        <a:ln>
                          <a:noFill/>
                        </a:ln>
                        <a:solidFill>
                          <a:schemeClr val="tx1"/>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1"/>
                          </a:solidFill>
                          <a:effectLst/>
                          <a:latin typeface="楷体" charset="0"/>
                          <a:ea typeface="楷体" charset="0"/>
                        </a:rPr>
                        <a:t>受主</a:t>
                      </a:r>
                      <a:endParaRPr kumimoji="1" lang="zh-CN" altLang="en-US" sz="2800" b="1" i="0" u="none" strike="noStrike" cap="none" normalizeH="0" baseline="0">
                        <a:ln>
                          <a:noFill/>
                        </a:ln>
                        <a:solidFill>
                          <a:schemeClr val="tx1"/>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r>
              <a:tr h="561975">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2"/>
                          </a:solidFill>
                          <a:effectLst/>
                          <a:latin typeface="楷体" charset="0"/>
                          <a:ea typeface="楷体" charset="0"/>
                        </a:rPr>
                        <a:t>恋人</a:t>
                      </a:r>
                      <a:endParaRPr kumimoji="1" lang="zh-CN" altLang="en-US" sz="2800" b="1" i="0" u="none" strike="noStrike" cap="none" normalizeH="0" baseline="0">
                        <a:ln>
                          <a:noFill/>
                        </a:ln>
                        <a:solidFill>
                          <a:schemeClr val="tx2"/>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1"/>
                          </a:solidFill>
                          <a:effectLst/>
                          <a:latin typeface="楷体" charset="0"/>
                          <a:ea typeface="楷体" charset="0"/>
                        </a:rPr>
                        <a:t>作品</a:t>
                      </a:r>
                      <a:endParaRPr kumimoji="1" lang="zh-CN" altLang="en-US" sz="2800" b="1" i="0" u="none" strike="noStrike" cap="none" normalizeH="0" baseline="0">
                        <a:ln>
                          <a:noFill/>
                        </a:ln>
                        <a:solidFill>
                          <a:schemeClr val="tx1"/>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1"/>
                          </a:solidFill>
                          <a:effectLst/>
                          <a:latin typeface="楷体" charset="0"/>
                          <a:ea typeface="楷体" charset="0"/>
                        </a:rPr>
                        <a:t>组成</a:t>
                      </a:r>
                      <a:endParaRPr kumimoji="1" lang="zh-CN" altLang="en-US" sz="2800" b="1" i="0" u="none" strike="noStrike" cap="none" normalizeH="0" baseline="0">
                        <a:ln>
                          <a:noFill/>
                        </a:ln>
                        <a:solidFill>
                          <a:schemeClr val="tx1"/>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1"/>
                          </a:solidFill>
                          <a:effectLst/>
                          <a:latin typeface="楷体" charset="0"/>
                          <a:ea typeface="楷体" charset="0"/>
                        </a:rPr>
                        <a:t>组成</a:t>
                      </a:r>
                      <a:endParaRPr kumimoji="1" lang="zh-CN" altLang="en-US" sz="2800" b="1" i="0" u="none" strike="noStrike" cap="none" normalizeH="0" baseline="0">
                        <a:ln>
                          <a:noFill/>
                        </a:ln>
                        <a:solidFill>
                          <a:schemeClr val="tx1"/>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endParaRPr kumimoji="1" lang="zh-CN" altLang="en-US" sz="3200" b="1" i="0" u="none" strike="noStrike" cap="none" normalizeH="0" baseline="0">
                        <a:ln>
                          <a:noFill/>
                        </a:ln>
                        <a:solidFill>
                          <a:schemeClr val="tx1"/>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w="12700" cap="flat" cmpd="sng" algn="ctr">
                      <a:solidFill>
                        <a:schemeClr val="tx1"/>
                      </a:solidFill>
                      <a:prstDash val="solid"/>
                      <a:miter lim="800000"/>
                      <a:headEnd type="none" w="med" len="med"/>
                      <a:tailEnd type="none" w="med" len="med"/>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1"/>
                          </a:solidFill>
                          <a:effectLst/>
                          <a:latin typeface="楷体" charset="0"/>
                          <a:ea typeface="楷体" charset="0"/>
                        </a:rPr>
                        <a:t>使用者</a:t>
                      </a:r>
                      <a:endParaRPr kumimoji="1" lang="zh-CN" altLang="en-US" sz="2800" b="1" i="0" u="none" strike="noStrike" cap="none" normalizeH="0" baseline="0">
                        <a:ln>
                          <a:noFill/>
                        </a:ln>
                        <a:solidFill>
                          <a:schemeClr val="tx1"/>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r>
              <a:tr h="561975">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2"/>
                          </a:solidFill>
                          <a:effectLst/>
                          <a:latin typeface="楷体" charset="0"/>
                          <a:ea typeface="楷体" charset="0"/>
                        </a:rPr>
                        <a:t>玫瑰</a:t>
                      </a:r>
                      <a:endParaRPr kumimoji="1" lang="zh-CN" altLang="en-US" sz="2800" b="1" i="0" u="none" strike="noStrike" cap="none" normalizeH="0" baseline="0">
                        <a:ln>
                          <a:noFill/>
                        </a:ln>
                        <a:solidFill>
                          <a:schemeClr val="tx2"/>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1"/>
                          </a:solidFill>
                          <a:effectLst/>
                          <a:latin typeface="楷体" charset="0"/>
                          <a:ea typeface="楷体" charset="0"/>
                        </a:rPr>
                        <a:t>没关系</a:t>
                      </a:r>
                      <a:endParaRPr kumimoji="1" lang="zh-CN" altLang="en-US" sz="2800" b="1" i="0" u="none" strike="noStrike" cap="none" normalizeH="0" baseline="0">
                        <a:ln>
                          <a:noFill/>
                        </a:ln>
                        <a:solidFill>
                          <a:schemeClr val="tx1"/>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1"/>
                          </a:solidFill>
                          <a:effectLst/>
                          <a:latin typeface="楷体" charset="0"/>
                          <a:ea typeface="楷体" charset="0"/>
                        </a:rPr>
                        <a:t>信物</a:t>
                      </a:r>
                      <a:endParaRPr kumimoji="1" lang="zh-CN" altLang="en-US" sz="2800" b="1" i="0" u="none" strike="noStrike" cap="none" normalizeH="0" baseline="0">
                        <a:ln>
                          <a:noFill/>
                        </a:ln>
                        <a:solidFill>
                          <a:schemeClr val="tx1"/>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1"/>
                          </a:solidFill>
                          <a:effectLst/>
                          <a:latin typeface="楷体" charset="0"/>
                          <a:ea typeface="楷体" charset="0"/>
                          <a:cs typeface="楷体" charset="0"/>
                        </a:rPr>
                        <a:t>受物心意 </a:t>
                      </a:r>
                      <a:endParaRPr kumimoji="1" lang="zh-CN" altLang="en-US" sz="2800" b="1" i="0" u="none" strike="noStrike" cap="none" normalizeH="0" baseline="0">
                        <a:ln>
                          <a:noFill/>
                        </a:ln>
                        <a:solidFill>
                          <a:schemeClr val="tx1"/>
                        </a:solidFill>
                        <a:effectLst/>
                        <a:latin typeface="楷体" charset="0"/>
                        <a:ea typeface="楷体" charset="0"/>
                        <a:cs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1"/>
                          </a:solidFill>
                          <a:effectLst/>
                          <a:latin typeface="楷体" charset="0"/>
                          <a:ea typeface="楷体" charset="0"/>
                        </a:rPr>
                        <a:t>信物</a:t>
                      </a:r>
                      <a:endParaRPr kumimoji="1" lang="zh-CN" altLang="en-US" sz="2800" b="1" i="0" u="none" strike="noStrike" cap="none" normalizeH="0" baseline="0">
                        <a:ln>
                          <a:noFill/>
                        </a:ln>
                        <a:solidFill>
                          <a:schemeClr val="tx1"/>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endParaRPr kumimoji="1" lang="zh-CN" altLang="en-US" sz="3200" b="1" i="0" u="none" strike="noStrike" cap="none" normalizeH="0" baseline="0">
                        <a:ln>
                          <a:noFill/>
                        </a:ln>
                        <a:solidFill>
                          <a:schemeClr val="tx1"/>
                        </a:solidFill>
                        <a:effectLst/>
                        <a:latin typeface="楷体" charset="0"/>
                        <a:ea typeface="楷体"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w="12700" cap="flat" cmpd="sng" algn="ctr">
                      <a:solidFill>
                        <a:schemeClr val="tx1"/>
                      </a:solidFill>
                      <a:prstDash val="solid"/>
                      <a:miter lim="800000"/>
                      <a:headEnd type="none" w="med" len="med"/>
                      <a:tailEnd type="none" w="med" len="med"/>
                    </a:lnTlToBr>
                    <a:lnBlToTr>
                      <a:noFill/>
                    </a:lnBlToTr>
                    <a:solidFill>
                      <a:schemeClr val="accent1">
                        <a:lumMod val="20000"/>
                        <a:lumOff val="80000"/>
                      </a:schemeClr>
                    </a:solidFill>
                  </a:tcPr>
                </a:tc>
              </a:tr>
            </a:tbl>
          </a:graphicData>
        </a:graphic>
      </p:graphicFrame>
    </p:spTree>
  </p:cSld>
  <p:clrMapOvr>
    <a:masterClrMapping/>
  </p:clrMapOvr>
  <p:transition spd="slow">
    <p:random/>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1.5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思维</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445" y="1141730"/>
            <a:ext cx="10872470" cy="3658870"/>
          </a:xfrm>
        </p:spPr>
        <p:txBody>
          <a:bodyPr/>
          <a:p>
            <a:pPr eaLnBrk="1" hangingPunct="1"/>
            <a:r>
              <a:rPr lang="zh-CN" altLang="en-US" sz="2800" dirty="0">
                <a:sym typeface="+mn-ea"/>
              </a:rPr>
              <a:t>实例</a:t>
            </a:r>
            <a:r>
              <a:rPr lang="en-US" altLang="zh-CN" sz="2800" dirty="0">
                <a:sym typeface="+mn-ea"/>
              </a:rPr>
              <a:t>2</a:t>
            </a:r>
            <a:r>
              <a:rPr lang="zh-CN" altLang="en-US" sz="2800" dirty="0">
                <a:sym typeface="+mn-ea"/>
              </a:rPr>
              <a:t>：对象思维分析问题</a:t>
            </a:r>
            <a:endParaRPr lang="en-US" altLang="zh-CN" sz="2800" b="1" dirty="0"/>
          </a:p>
          <a:p>
            <a:pPr lvl="1" eaLnBrk="1" hangingPunct="1">
              <a:buFont typeface="Wingdings" panose="05000000000000000000" charset="0"/>
              <a:buChar char=""/>
            </a:pPr>
            <a:r>
              <a:rPr lang="en-US" altLang="zh-CN" sz="2400" dirty="0">
                <a:sym typeface="+mn-ea"/>
              </a:rPr>
              <a:t>F. </a:t>
            </a:r>
            <a:r>
              <a:rPr lang="zh-CN" altLang="en-US" sz="2400" dirty="0">
                <a:sym typeface="+mn-ea"/>
              </a:rPr>
              <a:t>这些事物是</a:t>
            </a:r>
            <a:r>
              <a:rPr lang="zh-CN" altLang="en-US" sz="2400" dirty="0">
                <a:highlight>
                  <a:srgbClr val="FFFF00"/>
                </a:highlight>
                <a:sym typeface="+mn-ea"/>
              </a:rPr>
              <a:t>怎么成事</a:t>
            </a:r>
            <a:r>
              <a:rPr lang="zh-CN" altLang="en-US" sz="2400" dirty="0">
                <a:sym typeface="+mn-ea"/>
              </a:rPr>
              <a:t>的？</a:t>
            </a:r>
            <a:endParaRPr lang="zh-CN" altLang="en-US" sz="2400" dirty="0"/>
          </a:p>
          <a:p>
            <a:pPr lvl="2" eaLnBrk="1" hangingPunct="1">
              <a:buFont typeface="Arial" panose="020B0604020202090204" pitchFamily="34" charset="0"/>
              <a:buChar char="•"/>
            </a:pPr>
            <a:r>
              <a:rPr lang="zh-CN" altLang="en-US" sz="2400" dirty="0">
                <a:sym typeface="+mn-ea"/>
              </a:rPr>
              <a:t>月老牵线搭桥，介绍小伙和姑娘认识</a:t>
            </a:r>
            <a:endParaRPr lang="zh-CN" altLang="en-US" sz="2400" dirty="0"/>
          </a:p>
          <a:p>
            <a:pPr lvl="2" eaLnBrk="1" hangingPunct="1">
              <a:buFont typeface="Arial" panose="020B0604020202090204" pitchFamily="34" charset="0"/>
              <a:buChar char="•"/>
            </a:pPr>
            <a:r>
              <a:rPr lang="zh-CN" altLang="en-US" sz="2400" dirty="0">
                <a:sym typeface="+mn-ea"/>
              </a:rPr>
              <a:t>姑娘和小伙一见钟情，成为一对恋人</a:t>
            </a:r>
            <a:endParaRPr lang="zh-CN" altLang="en-US" sz="2400" dirty="0"/>
          </a:p>
          <a:p>
            <a:pPr lvl="2" eaLnBrk="1" hangingPunct="1">
              <a:buFont typeface="Arial" panose="020B0604020202090204" pitchFamily="34" charset="0"/>
              <a:buChar char="•"/>
            </a:pPr>
            <a:r>
              <a:rPr lang="zh-CN" altLang="en-US" sz="2400" dirty="0">
                <a:sym typeface="+mn-ea"/>
              </a:rPr>
              <a:t>一对恋人开始拍拖</a:t>
            </a:r>
            <a:endParaRPr lang="zh-CN" altLang="en-US" sz="2400" dirty="0"/>
          </a:p>
          <a:p>
            <a:pPr lvl="2" eaLnBrk="1" hangingPunct="1">
              <a:buFont typeface="Arial" panose="020B0604020202090204" pitchFamily="34" charset="0"/>
              <a:buChar char="•"/>
            </a:pPr>
            <a:r>
              <a:rPr lang="zh-CN" altLang="en-US" sz="2400" dirty="0">
                <a:sym typeface="+mn-ea"/>
              </a:rPr>
              <a:t>小伙追求献花，表达对姑娘的爱意</a:t>
            </a:r>
            <a:endParaRPr lang="zh-CN" altLang="en-US" sz="2400" dirty="0"/>
          </a:p>
          <a:p>
            <a:pPr lvl="2" eaLnBrk="1" hangingPunct="1">
              <a:buFont typeface="Arial" panose="020B0604020202090204" pitchFamily="34" charset="0"/>
              <a:buChar char="•"/>
            </a:pPr>
            <a:r>
              <a:rPr lang="zh-CN" altLang="en-US" sz="2400" dirty="0">
                <a:sym typeface="+mn-ea"/>
              </a:rPr>
              <a:t>姑娘收到</a:t>
            </a:r>
            <a:r>
              <a:rPr lang="en-US" altLang="zh-CN" sz="2400" dirty="0">
                <a:sym typeface="+mn-ea"/>
              </a:rPr>
              <a:t>999</a:t>
            </a:r>
            <a:r>
              <a:rPr lang="zh-CN" altLang="en-US" sz="2400" dirty="0">
                <a:sym typeface="+mn-ea"/>
              </a:rPr>
              <a:t>火红玫瑰，激动得头晕目眩</a:t>
            </a:r>
            <a:endParaRPr lang="zh-CN" altLang="en-US" sz="2400" dirty="0"/>
          </a:p>
          <a:p>
            <a:pPr lvl="2" eaLnBrk="1" hangingPunct="1">
              <a:buFont typeface="Arial" panose="020B0604020202090204" pitchFamily="34" charset="0"/>
              <a:buChar char="•"/>
            </a:pPr>
            <a:r>
              <a:rPr lang="zh-CN" altLang="en-US" sz="2400" dirty="0">
                <a:sym typeface="+mn-ea"/>
              </a:rPr>
              <a:t>小伙真心求婚，姑娘以身相许</a:t>
            </a:r>
            <a:endParaRPr lang="zh-CN" altLang="en-US" sz="2400" dirty="0"/>
          </a:p>
          <a:p>
            <a:pPr lvl="2" eaLnBrk="1" hangingPunct="1">
              <a:buFont typeface="Arial" panose="020B0604020202090204" pitchFamily="34" charset="0"/>
              <a:buChar char="•"/>
            </a:pPr>
            <a:r>
              <a:rPr lang="zh-CN" altLang="en-US" sz="2400" dirty="0">
                <a:sym typeface="+mn-ea"/>
              </a:rPr>
              <a:t>一对恋人终于走入婚姻殿堂</a:t>
            </a:r>
            <a:endParaRPr lang="zh-CN" altLang="en-US" sz="2400" dirty="0"/>
          </a:p>
          <a:p>
            <a:pPr lvl="1" eaLnBrk="1" hangingPunct="1">
              <a:lnSpc>
                <a:spcPct val="100000"/>
              </a:lnSpc>
              <a:buNone/>
            </a:pPr>
            <a:endParaRPr lang="zh-CN" altLang="en-US" sz="2400" dirty="0"/>
          </a:p>
          <a:p>
            <a:pPr lvl="1" eaLnBrk="1" hangingPunct="1">
              <a:buFont typeface="Wingdings" panose="05000000000000000000" charset="0"/>
              <a:buChar char=""/>
            </a:pPr>
            <a:endParaRPr lang="en-US" altLang="zh-CN" sz="24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spTree>
  </p:cSld>
  <p:clrMapOvr>
    <a:masterClrMapping/>
  </p:clrMapOvr>
  <p:transition spd="slow">
    <p:random/>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1.5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思维</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445" y="1141730"/>
            <a:ext cx="10872470" cy="3658870"/>
          </a:xfrm>
        </p:spPr>
        <p:txBody>
          <a:bodyPr/>
          <a:p>
            <a:pPr eaLnBrk="1" hangingPunct="1"/>
            <a:r>
              <a:rPr lang="zh-CN" altLang="en-US" sz="2800" dirty="0">
                <a:sym typeface="+mn-ea"/>
              </a:rPr>
              <a:t>实例</a:t>
            </a:r>
            <a:r>
              <a:rPr lang="en-US" altLang="zh-CN" sz="2800" dirty="0">
                <a:sym typeface="+mn-ea"/>
              </a:rPr>
              <a:t>2</a:t>
            </a:r>
            <a:r>
              <a:rPr lang="zh-CN" altLang="en-US" sz="2800" dirty="0">
                <a:sym typeface="+mn-ea"/>
              </a:rPr>
              <a:t>：对象思维分析问题</a:t>
            </a:r>
            <a:endParaRPr lang="en-US" altLang="zh-CN" sz="2800" b="1" dirty="0"/>
          </a:p>
          <a:p>
            <a:pPr marL="457200" lvl="1" indent="0" eaLnBrk="1" hangingPunct="1">
              <a:buFont typeface="Wingdings" panose="05000000000000000000" charset="0"/>
              <a:buNone/>
            </a:pPr>
            <a:endParaRPr lang="zh-CN" altLang="en-US" sz="2400" dirty="0"/>
          </a:p>
          <a:p>
            <a:pPr lvl="1" eaLnBrk="1" hangingPunct="1">
              <a:buFont typeface="Wingdings" panose="05000000000000000000" charset="0"/>
              <a:buChar char=""/>
            </a:pPr>
            <a:endParaRPr lang="en-US" altLang="zh-CN" sz="24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sp>
        <p:nvSpPr>
          <p:cNvPr id="98307" name="Rectangle 2"/>
          <p:cNvSpPr>
            <a:spLocks noGrp="1" noChangeArrowheads="1"/>
          </p:cNvSpPr>
          <p:nvPr>
            <p:ph type="title"/>
          </p:nvPr>
        </p:nvSpPr>
        <p:spPr>
          <a:xfrm>
            <a:off x="2125348" y="1701168"/>
            <a:ext cx="7935913" cy="1223963"/>
          </a:xfrm>
        </p:spPr>
        <p:txBody>
          <a:bodyPr/>
          <a:p>
            <a:pPr algn="ctr" eaLnBrk="1" hangingPunct="1"/>
            <a:r>
              <a:rPr lang="en-US" altLang="zh-CN">
                <a:solidFill>
                  <a:schemeClr val="folHlink"/>
                </a:solidFill>
              </a:rPr>
              <a:t>—</a:t>
            </a:r>
            <a:r>
              <a:rPr lang="zh-CN" altLang="en-US">
                <a:solidFill>
                  <a:schemeClr val="folHlink"/>
                </a:solidFill>
              </a:rPr>
              <a:t>上升到面向对象</a:t>
            </a:r>
            <a:r>
              <a:rPr lang="en-US" altLang="zh-CN">
                <a:solidFill>
                  <a:schemeClr val="folHlink"/>
                </a:solidFill>
              </a:rPr>
              <a:t>—</a:t>
            </a:r>
            <a:br>
              <a:rPr lang="en-US" altLang="zh-CN"/>
            </a:br>
            <a:r>
              <a:rPr lang="zh-CN" altLang="en-US"/>
              <a:t>用面向对象观点观看事物</a:t>
            </a:r>
            <a:endParaRPr lang="zh-CN" altLang="en-US"/>
          </a:p>
        </p:txBody>
      </p:sp>
      <p:pic>
        <p:nvPicPr>
          <p:cNvPr id="98308" name="Picture 3" descr="PE01460_"/>
          <p:cNvPicPr>
            <a:picLocks noGrp="1"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a:xfrm>
            <a:off x="4886328" y="2590168"/>
            <a:ext cx="2740025" cy="4219575"/>
          </a:xfrm>
          <a:prstGeom prst="rect">
            <a:avLst/>
          </a:prstGeom>
          <a:noFill/>
          <a:ln>
            <a:noFill/>
          </a:ln>
        </p:spPr>
      </p:pic>
    </p:spTree>
  </p:cSld>
  <p:clrMapOvr>
    <a:masterClrMapping/>
  </p:clrMapOvr>
  <p:transition spd="slow">
    <p:random/>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1.5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思维</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445" y="1141730"/>
            <a:ext cx="10872470" cy="5441950"/>
          </a:xfrm>
        </p:spPr>
        <p:txBody>
          <a:bodyPr/>
          <a:p>
            <a:pPr eaLnBrk="1" hangingPunct="1"/>
            <a:r>
              <a:rPr lang="zh-CN" altLang="en-US" sz="2800" dirty="0">
                <a:sym typeface="+mn-ea"/>
              </a:rPr>
              <a:t>用对象</a:t>
            </a:r>
            <a:r>
              <a:rPr lang="zh-CN" altLang="en-US" sz="2800" dirty="0">
                <a:sym typeface="+mn-ea"/>
              </a:rPr>
              <a:t>观点认识</a:t>
            </a:r>
            <a:r>
              <a:rPr lang="zh-CN" altLang="en-US" sz="2800" dirty="0">
                <a:sym typeface="+mn-ea"/>
              </a:rPr>
              <a:t>事物</a:t>
            </a:r>
            <a:endParaRPr lang="zh-CN" altLang="en-US" sz="2800" dirty="0">
              <a:sym typeface="+mn-ea"/>
            </a:endParaRPr>
          </a:p>
          <a:p>
            <a:pPr lvl="1" eaLnBrk="1" hangingPunct="1">
              <a:lnSpc>
                <a:spcPct val="90000"/>
              </a:lnSpc>
              <a:buFont typeface="Wingdings" panose="05000000000000000000" charset="0"/>
              <a:buChar char=""/>
            </a:pPr>
            <a:r>
              <a:rPr lang="en-US" altLang="zh-CN" sz="2400" dirty="0">
                <a:sym typeface="+mn-ea"/>
              </a:rPr>
              <a:t>A.</a:t>
            </a:r>
            <a:r>
              <a:rPr lang="zh-CN" altLang="en-US" sz="2400" dirty="0">
                <a:sym typeface="+mn-ea"/>
              </a:rPr>
              <a:t>这里面有什么事物？</a:t>
            </a:r>
            <a:br>
              <a:rPr lang="zh-CN" altLang="en-US" sz="2400" dirty="0">
                <a:sym typeface="+mn-ea"/>
              </a:rPr>
            </a:br>
            <a:r>
              <a:rPr lang="zh-CN" altLang="en-US" sz="2400" dirty="0">
                <a:sym typeface="+mn-ea"/>
              </a:rPr>
              <a:t>	</a:t>
            </a:r>
            <a:r>
              <a:rPr lang="zh-CN" altLang="en-US" sz="2400" dirty="0">
                <a:solidFill>
                  <a:srgbClr val="FF3300"/>
                </a:solidFill>
                <a:sym typeface="+mn-ea"/>
              </a:rPr>
              <a:t>类和对象</a:t>
            </a:r>
            <a:endParaRPr lang="zh-CN" altLang="en-US" sz="2400" dirty="0">
              <a:solidFill>
                <a:srgbClr val="FF3300"/>
              </a:solidFill>
            </a:endParaRPr>
          </a:p>
          <a:p>
            <a:pPr lvl="1" eaLnBrk="1" hangingPunct="1">
              <a:lnSpc>
                <a:spcPct val="90000"/>
              </a:lnSpc>
              <a:buFont typeface="Wingdings" panose="05000000000000000000" charset="0"/>
              <a:buChar char=""/>
            </a:pPr>
            <a:r>
              <a:rPr lang="en-US" altLang="zh-CN" sz="2400" dirty="0">
                <a:sym typeface="+mn-ea"/>
              </a:rPr>
              <a:t>B.</a:t>
            </a:r>
            <a:r>
              <a:rPr lang="zh-CN" altLang="en-US" sz="2400" dirty="0">
                <a:sym typeface="+mn-ea"/>
              </a:rPr>
              <a:t>每个事物看上去是什么样的？</a:t>
            </a:r>
            <a:br>
              <a:rPr lang="zh-CN" altLang="en-US" sz="2400" dirty="0">
                <a:sym typeface="+mn-ea"/>
              </a:rPr>
            </a:br>
            <a:r>
              <a:rPr lang="zh-CN" altLang="en-US" sz="2400" dirty="0">
                <a:sym typeface="+mn-ea"/>
              </a:rPr>
              <a:t>	</a:t>
            </a:r>
            <a:r>
              <a:rPr lang="zh-CN" altLang="en-US" sz="2400" dirty="0">
                <a:solidFill>
                  <a:srgbClr val="FF3300"/>
                </a:solidFill>
                <a:sym typeface="+mn-ea"/>
              </a:rPr>
              <a:t>类的属性</a:t>
            </a:r>
            <a:endParaRPr lang="zh-CN" altLang="en-US" sz="2400" dirty="0">
              <a:solidFill>
                <a:srgbClr val="FF3300"/>
              </a:solidFill>
            </a:endParaRPr>
          </a:p>
          <a:p>
            <a:pPr lvl="1" eaLnBrk="1" hangingPunct="1">
              <a:lnSpc>
                <a:spcPct val="90000"/>
              </a:lnSpc>
              <a:buFont typeface="Wingdings" panose="05000000000000000000" charset="0"/>
              <a:buChar char=""/>
            </a:pPr>
            <a:r>
              <a:rPr lang="en-US" altLang="zh-CN" sz="2400" dirty="0">
                <a:sym typeface="+mn-ea"/>
              </a:rPr>
              <a:t>C.</a:t>
            </a:r>
            <a:r>
              <a:rPr lang="zh-CN" altLang="en-US" sz="2400" dirty="0">
                <a:sym typeface="+mn-ea"/>
              </a:rPr>
              <a:t>每个事物能做点什么用？</a:t>
            </a:r>
            <a:br>
              <a:rPr lang="zh-CN" altLang="en-US" sz="2400" dirty="0">
                <a:sym typeface="+mn-ea"/>
              </a:rPr>
            </a:br>
            <a:r>
              <a:rPr lang="zh-CN" altLang="en-US" sz="2400" dirty="0">
                <a:sym typeface="+mn-ea"/>
              </a:rPr>
              <a:t>	</a:t>
            </a:r>
            <a:r>
              <a:rPr lang="zh-CN" altLang="en-US" sz="2400" dirty="0">
                <a:solidFill>
                  <a:srgbClr val="FF3300"/>
                </a:solidFill>
                <a:sym typeface="+mn-ea"/>
              </a:rPr>
              <a:t>类的操作</a:t>
            </a:r>
            <a:endParaRPr lang="zh-CN" altLang="en-US" sz="2400" dirty="0">
              <a:solidFill>
                <a:srgbClr val="FF3300"/>
              </a:solidFill>
            </a:endParaRPr>
          </a:p>
          <a:p>
            <a:pPr lvl="1" eaLnBrk="1" hangingPunct="1">
              <a:lnSpc>
                <a:spcPct val="90000"/>
              </a:lnSpc>
              <a:buFont typeface="Wingdings" panose="05000000000000000000" charset="0"/>
              <a:buChar char=""/>
            </a:pPr>
            <a:r>
              <a:rPr lang="en-US" altLang="zh-CN" sz="2400" dirty="0">
                <a:sym typeface="+mn-ea"/>
              </a:rPr>
              <a:t>D.</a:t>
            </a:r>
            <a:r>
              <a:rPr lang="zh-CN" altLang="en-US" sz="2400" dirty="0">
                <a:sym typeface="+mn-ea"/>
              </a:rPr>
              <a:t>这些事物都呆在什么地方？</a:t>
            </a:r>
            <a:br>
              <a:rPr lang="zh-CN" altLang="en-US" sz="2400" dirty="0">
                <a:sym typeface="+mn-ea"/>
              </a:rPr>
            </a:br>
            <a:r>
              <a:rPr lang="zh-CN" altLang="en-US" sz="2400" dirty="0">
                <a:sym typeface="+mn-ea"/>
              </a:rPr>
              <a:t>	</a:t>
            </a:r>
            <a:r>
              <a:rPr lang="zh-CN" altLang="en-US" sz="2400" dirty="0">
                <a:solidFill>
                  <a:srgbClr val="FF3300"/>
                </a:solidFill>
                <a:sym typeface="+mn-ea"/>
              </a:rPr>
              <a:t>类的状态、部署</a:t>
            </a:r>
            <a:endParaRPr lang="zh-CN" altLang="en-US" sz="2400" dirty="0">
              <a:solidFill>
                <a:srgbClr val="FF3300"/>
              </a:solidFill>
            </a:endParaRPr>
          </a:p>
          <a:p>
            <a:pPr lvl="1" eaLnBrk="1" hangingPunct="1">
              <a:lnSpc>
                <a:spcPct val="90000"/>
              </a:lnSpc>
              <a:buFont typeface="Wingdings" panose="05000000000000000000" charset="0"/>
              <a:buChar char=""/>
            </a:pPr>
            <a:r>
              <a:rPr lang="en-US" altLang="zh-CN" sz="2400" dirty="0">
                <a:sym typeface="+mn-ea"/>
              </a:rPr>
              <a:t>E.</a:t>
            </a:r>
            <a:r>
              <a:rPr lang="zh-CN" altLang="en-US" sz="2400" dirty="0">
                <a:sym typeface="+mn-ea"/>
              </a:rPr>
              <a:t>这些事物之间有什么关系？</a:t>
            </a:r>
            <a:br>
              <a:rPr lang="zh-CN" altLang="en-US" sz="2400" dirty="0">
                <a:sym typeface="+mn-ea"/>
              </a:rPr>
            </a:br>
            <a:r>
              <a:rPr lang="zh-CN" altLang="en-US" sz="2400" dirty="0">
                <a:sym typeface="+mn-ea"/>
              </a:rPr>
              <a:t>	</a:t>
            </a:r>
            <a:r>
              <a:rPr lang="zh-CN" altLang="en-US" sz="2400" dirty="0">
                <a:solidFill>
                  <a:srgbClr val="FF3300"/>
                </a:solidFill>
                <a:sym typeface="+mn-ea"/>
              </a:rPr>
              <a:t>类之间间的关联</a:t>
            </a:r>
            <a:endParaRPr lang="zh-CN" altLang="en-US" sz="2400" dirty="0">
              <a:solidFill>
                <a:srgbClr val="FF3300"/>
              </a:solidFill>
            </a:endParaRPr>
          </a:p>
          <a:p>
            <a:pPr lvl="1" eaLnBrk="1" hangingPunct="1">
              <a:lnSpc>
                <a:spcPct val="90000"/>
              </a:lnSpc>
              <a:buFont typeface="Wingdings" panose="05000000000000000000" charset="0"/>
              <a:buChar char=""/>
            </a:pPr>
            <a:r>
              <a:rPr lang="en-US" altLang="zh-CN" sz="2400" dirty="0">
                <a:sym typeface="+mn-ea"/>
              </a:rPr>
              <a:t>F.</a:t>
            </a:r>
            <a:r>
              <a:rPr lang="zh-CN" altLang="en-US" sz="2400" dirty="0">
                <a:sym typeface="+mn-ea"/>
              </a:rPr>
              <a:t>这些事物是怎么成事的？</a:t>
            </a:r>
            <a:br>
              <a:rPr lang="zh-CN" altLang="en-US" sz="2400" dirty="0">
                <a:sym typeface="+mn-ea"/>
              </a:rPr>
            </a:br>
            <a:r>
              <a:rPr lang="zh-CN" altLang="en-US" sz="2400" dirty="0">
                <a:sym typeface="+mn-ea"/>
              </a:rPr>
              <a:t>	</a:t>
            </a:r>
            <a:r>
              <a:rPr lang="zh-CN" altLang="en-US" sz="2400" dirty="0">
                <a:solidFill>
                  <a:srgbClr val="FF3300"/>
                </a:solidFill>
                <a:sym typeface="+mn-ea"/>
              </a:rPr>
              <a:t>类之间间的交互</a:t>
            </a:r>
            <a:r>
              <a:rPr lang="en-US" altLang="zh-CN" sz="2400" dirty="0">
                <a:solidFill>
                  <a:srgbClr val="FF3300"/>
                </a:solidFill>
                <a:sym typeface="+mn-ea"/>
              </a:rPr>
              <a:t>(</a:t>
            </a:r>
            <a:r>
              <a:rPr lang="zh-CN" altLang="en-US" sz="2400" dirty="0">
                <a:solidFill>
                  <a:srgbClr val="FF3300"/>
                </a:solidFill>
                <a:sym typeface="+mn-ea"/>
              </a:rPr>
              <a:t>用例实现</a:t>
            </a:r>
            <a:r>
              <a:rPr lang="en-US" altLang="zh-CN" sz="2400" dirty="0">
                <a:solidFill>
                  <a:srgbClr val="FF3300"/>
                </a:solidFill>
                <a:sym typeface="+mn-ea"/>
              </a:rPr>
              <a:t>)</a:t>
            </a:r>
            <a:endParaRPr lang="en-US" altLang="zh-CN" sz="2400" dirty="0">
              <a:solidFill>
                <a:srgbClr val="FF3300"/>
              </a:solidFill>
            </a:endParaRPr>
          </a:p>
          <a:p>
            <a:pPr eaLnBrk="1" hangingPunct="1"/>
            <a:endParaRPr lang="en-US" altLang="zh-CN" sz="2800" b="1" dirty="0"/>
          </a:p>
          <a:p>
            <a:pPr marL="457200" lvl="1" indent="0" eaLnBrk="1" hangingPunct="1">
              <a:buFont typeface="Wingdings" panose="05000000000000000000" charset="0"/>
              <a:buNone/>
            </a:pPr>
            <a:endParaRPr lang="zh-CN" altLang="en-US" sz="2400" dirty="0"/>
          </a:p>
          <a:p>
            <a:pPr lvl="1" eaLnBrk="1" hangingPunct="1">
              <a:buFont typeface="Wingdings" panose="05000000000000000000" charset="0"/>
              <a:buChar char=""/>
            </a:pPr>
            <a:endParaRPr lang="en-US" altLang="zh-CN" sz="24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sp>
        <p:nvSpPr>
          <p:cNvPr id="99333" name="Rectangle 4"/>
          <p:cNvSpPr>
            <a:spLocks noChangeArrowheads="1"/>
          </p:cNvSpPr>
          <p:nvPr/>
        </p:nvSpPr>
        <p:spPr bwMode="auto">
          <a:xfrm>
            <a:off x="7937500" y="3141663"/>
            <a:ext cx="1143000" cy="1066800"/>
          </a:xfrm>
          <a:prstGeom prst="rect">
            <a:avLst/>
          </a:prstGeom>
          <a:solidFill>
            <a:schemeClr val="accent1"/>
          </a:solidFill>
          <a:ln w="9525">
            <a:miter lim="800000"/>
          </a:ln>
          <a:scene3d>
            <a:camera prst="legacyObliqueTopRight"/>
            <a:lightRig rig="legacyFlat3" dir="b"/>
          </a:scene3d>
          <a:sp3d extrusionH="989000" prstMaterial="legacyWireframe">
            <a:bevelT w="13500" h="13500" prst="angle"/>
            <a:bevelB w="13500" h="13500" prst="angle"/>
            <a:extrusionClr>
              <a:schemeClr val="accent1"/>
            </a:extrusionClr>
          </a:sp3d>
        </p:spPr>
        <p:txBody>
          <a:bodyPr wrap="none" anchor="ctr">
            <a:flatTx/>
          </a:bodyPr>
          <a:lstStyle/>
          <a:p>
            <a:endParaRPr lang="zh-CN" altLang="en-US"/>
          </a:p>
        </p:txBody>
      </p:sp>
      <p:grpSp>
        <p:nvGrpSpPr>
          <p:cNvPr id="99334" name="Group 5"/>
          <p:cNvGrpSpPr/>
          <p:nvPr/>
        </p:nvGrpSpPr>
        <p:grpSpPr bwMode="auto">
          <a:xfrm>
            <a:off x="8328025" y="4117978"/>
            <a:ext cx="533400" cy="1063625"/>
            <a:chOff x="4286" y="2594"/>
            <a:chExt cx="336" cy="670"/>
          </a:xfrm>
        </p:grpSpPr>
        <p:sp>
          <p:nvSpPr>
            <p:cNvPr id="99350" name="Text Box 6"/>
            <p:cNvSpPr txBox="1">
              <a:spLocks noChangeArrowheads="1"/>
            </p:cNvSpPr>
            <p:nvPr/>
          </p:nvSpPr>
          <p:spPr bwMode="auto">
            <a:xfrm>
              <a:off x="4286" y="297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D</a:t>
              </a:r>
              <a:endParaRPr lang="en-US" altLang="zh-CN" b="0">
                <a:latin typeface="Times New Roman" panose="02020603050405020304" charset="0"/>
              </a:endParaRPr>
            </a:p>
          </p:txBody>
        </p:sp>
        <p:sp>
          <p:nvSpPr>
            <p:cNvPr id="99351" name="Line 7"/>
            <p:cNvSpPr>
              <a:spLocks noChangeShapeType="1"/>
            </p:cNvSpPr>
            <p:nvPr/>
          </p:nvSpPr>
          <p:spPr bwMode="auto">
            <a:xfrm flipV="1">
              <a:off x="4424" y="2594"/>
              <a:ext cx="0" cy="384"/>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99335" name="Group 8"/>
          <p:cNvGrpSpPr/>
          <p:nvPr/>
        </p:nvGrpSpPr>
        <p:grpSpPr bwMode="auto">
          <a:xfrm>
            <a:off x="7404100" y="3813175"/>
            <a:ext cx="838200" cy="914400"/>
            <a:chOff x="3704" y="2402"/>
            <a:chExt cx="528" cy="576"/>
          </a:xfrm>
        </p:grpSpPr>
        <p:sp>
          <p:nvSpPr>
            <p:cNvPr id="99348" name="Text Box 9"/>
            <p:cNvSpPr txBox="1">
              <a:spLocks noChangeArrowheads="1"/>
            </p:cNvSpPr>
            <p:nvPr/>
          </p:nvSpPr>
          <p:spPr bwMode="auto">
            <a:xfrm>
              <a:off x="3704" y="269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A</a:t>
              </a:r>
              <a:endParaRPr lang="en-US" altLang="zh-CN" b="0">
                <a:latin typeface="Times New Roman" panose="02020603050405020304" charset="0"/>
              </a:endParaRPr>
            </a:p>
          </p:txBody>
        </p:sp>
        <p:sp>
          <p:nvSpPr>
            <p:cNvPr id="99349" name="Line 10"/>
            <p:cNvSpPr>
              <a:spLocks noChangeShapeType="1"/>
            </p:cNvSpPr>
            <p:nvPr/>
          </p:nvSpPr>
          <p:spPr bwMode="auto">
            <a:xfrm flipV="1">
              <a:off x="3848" y="2402"/>
              <a:ext cx="384" cy="336"/>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99336" name="Group 11"/>
          <p:cNvGrpSpPr/>
          <p:nvPr/>
        </p:nvGrpSpPr>
        <p:grpSpPr bwMode="auto">
          <a:xfrm>
            <a:off x="9156700" y="2441575"/>
            <a:ext cx="685800" cy="838200"/>
            <a:chOff x="4808" y="1538"/>
            <a:chExt cx="432" cy="528"/>
          </a:xfrm>
        </p:grpSpPr>
        <p:sp>
          <p:nvSpPr>
            <p:cNvPr id="99346" name="Text Box 12"/>
            <p:cNvSpPr txBox="1">
              <a:spLocks noChangeArrowheads="1"/>
            </p:cNvSpPr>
            <p:nvPr/>
          </p:nvSpPr>
          <p:spPr bwMode="auto">
            <a:xfrm>
              <a:off x="4904" y="1538"/>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C</a:t>
              </a:r>
              <a:endParaRPr lang="en-US" altLang="zh-CN" b="0">
                <a:latin typeface="Times New Roman" panose="02020603050405020304" charset="0"/>
              </a:endParaRPr>
            </a:p>
          </p:txBody>
        </p:sp>
        <p:sp>
          <p:nvSpPr>
            <p:cNvPr id="99347" name="Line 13"/>
            <p:cNvSpPr>
              <a:spLocks noChangeShapeType="1"/>
            </p:cNvSpPr>
            <p:nvPr/>
          </p:nvSpPr>
          <p:spPr bwMode="auto">
            <a:xfrm flipH="1">
              <a:off x="4808" y="1730"/>
              <a:ext cx="336" cy="336"/>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99337" name="Group 14"/>
          <p:cNvGrpSpPr/>
          <p:nvPr/>
        </p:nvGrpSpPr>
        <p:grpSpPr bwMode="auto">
          <a:xfrm>
            <a:off x="8318500" y="2060575"/>
            <a:ext cx="533400" cy="990600"/>
            <a:chOff x="4280" y="1298"/>
            <a:chExt cx="336" cy="624"/>
          </a:xfrm>
        </p:grpSpPr>
        <p:sp>
          <p:nvSpPr>
            <p:cNvPr id="99344" name="Text Box 15"/>
            <p:cNvSpPr txBox="1">
              <a:spLocks noChangeArrowheads="1"/>
            </p:cNvSpPr>
            <p:nvPr/>
          </p:nvSpPr>
          <p:spPr bwMode="auto">
            <a:xfrm>
              <a:off x="4280" y="1298"/>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B</a:t>
              </a:r>
              <a:endParaRPr lang="en-US" altLang="zh-CN" b="0">
                <a:latin typeface="Times New Roman" panose="02020603050405020304" charset="0"/>
              </a:endParaRPr>
            </a:p>
          </p:txBody>
        </p:sp>
        <p:sp>
          <p:nvSpPr>
            <p:cNvPr id="99345" name="Line 16"/>
            <p:cNvSpPr>
              <a:spLocks noChangeShapeType="1"/>
            </p:cNvSpPr>
            <p:nvPr/>
          </p:nvSpPr>
          <p:spPr bwMode="auto">
            <a:xfrm>
              <a:off x="4424" y="1586"/>
              <a:ext cx="0" cy="336"/>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99338" name="Group 17"/>
          <p:cNvGrpSpPr/>
          <p:nvPr/>
        </p:nvGrpSpPr>
        <p:grpSpPr bwMode="auto">
          <a:xfrm>
            <a:off x="7175500" y="3355975"/>
            <a:ext cx="1066800" cy="457200"/>
            <a:chOff x="3560" y="2114"/>
            <a:chExt cx="672" cy="288"/>
          </a:xfrm>
        </p:grpSpPr>
        <p:sp>
          <p:nvSpPr>
            <p:cNvPr id="99342" name="Text Box 18"/>
            <p:cNvSpPr txBox="1">
              <a:spLocks noChangeArrowheads="1"/>
            </p:cNvSpPr>
            <p:nvPr/>
          </p:nvSpPr>
          <p:spPr bwMode="auto">
            <a:xfrm>
              <a:off x="3560" y="211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E</a:t>
              </a:r>
              <a:endParaRPr lang="en-US" altLang="zh-CN" b="0">
                <a:latin typeface="Times New Roman" panose="02020603050405020304" charset="0"/>
              </a:endParaRPr>
            </a:p>
          </p:txBody>
        </p:sp>
        <p:sp>
          <p:nvSpPr>
            <p:cNvPr id="99343" name="Line 19"/>
            <p:cNvSpPr>
              <a:spLocks noChangeShapeType="1"/>
            </p:cNvSpPr>
            <p:nvPr/>
          </p:nvSpPr>
          <p:spPr bwMode="auto">
            <a:xfrm>
              <a:off x="3848" y="2306"/>
              <a:ext cx="384"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99339" name="Group 20"/>
          <p:cNvGrpSpPr/>
          <p:nvPr/>
        </p:nvGrpSpPr>
        <p:grpSpPr bwMode="auto">
          <a:xfrm>
            <a:off x="9156700" y="3254375"/>
            <a:ext cx="838200" cy="457200"/>
            <a:chOff x="4808" y="2050"/>
            <a:chExt cx="528" cy="288"/>
          </a:xfrm>
        </p:grpSpPr>
        <p:sp>
          <p:nvSpPr>
            <p:cNvPr id="99340" name="Text Box 21"/>
            <p:cNvSpPr txBox="1">
              <a:spLocks noChangeArrowheads="1"/>
            </p:cNvSpPr>
            <p:nvPr/>
          </p:nvSpPr>
          <p:spPr bwMode="auto">
            <a:xfrm>
              <a:off x="5000" y="205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F</a:t>
              </a:r>
              <a:endParaRPr lang="en-US" altLang="zh-CN" b="0">
                <a:latin typeface="Times New Roman" panose="02020603050405020304" charset="0"/>
              </a:endParaRPr>
            </a:p>
          </p:txBody>
        </p:sp>
        <p:sp>
          <p:nvSpPr>
            <p:cNvPr id="99341" name="Line 22"/>
            <p:cNvSpPr>
              <a:spLocks noChangeShapeType="1"/>
            </p:cNvSpPr>
            <p:nvPr/>
          </p:nvSpPr>
          <p:spPr bwMode="auto">
            <a:xfrm flipH="1">
              <a:off x="4808" y="2306"/>
              <a:ext cx="336"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spd="slow">
    <p:random/>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1.5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思维</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445" y="1637665"/>
            <a:ext cx="10872470" cy="3658870"/>
          </a:xfrm>
        </p:spPr>
        <p:txBody>
          <a:bodyPr/>
          <a:p>
            <a:pPr eaLnBrk="1" hangingPunct="1">
              <a:lnSpc>
                <a:spcPct val="90000"/>
              </a:lnSpc>
            </a:pPr>
            <a:r>
              <a:rPr lang="en-US" altLang="zh-CN" sz="2400" dirty="0">
                <a:sym typeface="+mn-ea"/>
              </a:rPr>
              <a:t>A.</a:t>
            </a:r>
            <a:r>
              <a:rPr lang="zh-CN" altLang="en-US" sz="2400" dirty="0">
                <a:sym typeface="+mn-ea"/>
              </a:rPr>
              <a:t>这里面有什么事物？</a:t>
            </a:r>
            <a:endParaRPr lang="zh-CN" altLang="en-US" sz="2400" dirty="0"/>
          </a:p>
          <a:p>
            <a:pPr lvl="1" eaLnBrk="1" hangingPunct="1">
              <a:lnSpc>
                <a:spcPct val="90000"/>
              </a:lnSpc>
              <a:buFont typeface="Wingdings" panose="05000000000000000000" charset="0"/>
              <a:buChar char=""/>
            </a:pPr>
            <a:r>
              <a:rPr lang="zh-CN" altLang="en-US" sz="2400" dirty="0">
                <a:solidFill>
                  <a:srgbClr val="000000"/>
                </a:solidFill>
                <a:highlight>
                  <a:srgbClr val="FFFF00"/>
                </a:highlight>
                <a:sym typeface="+mn-ea"/>
              </a:rPr>
              <a:t>对象</a:t>
            </a:r>
            <a:r>
              <a:rPr lang="zh-CN" altLang="en-US" sz="2400" dirty="0">
                <a:solidFill>
                  <a:srgbClr val="000000"/>
                </a:solidFill>
                <a:highlight>
                  <a:srgbClr val="FFFF00"/>
                </a:highlight>
                <a:sym typeface="Wingdings" panose="05000000000000000000" pitchFamily="2" charset="2"/>
              </a:rPr>
              <a:t> </a:t>
            </a:r>
            <a:r>
              <a:rPr lang="zh-CN" altLang="en-US" sz="2400" dirty="0">
                <a:solidFill>
                  <a:srgbClr val="000000"/>
                </a:solidFill>
                <a:highlight>
                  <a:srgbClr val="FFFF00"/>
                </a:highlight>
                <a:sym typeface="+mn-ea"/>
              </a:rPr>
              <a:t>类</a:t>
            </a:r>
            <a:endParaRPr lang="zh-CN" altLang="en-US" sz="2400" dirty="0">
              <a:solidFill>
                <a:srgbClr val="000000"/>
              </a:solidFill>
              <a:highlight>
                <a:srgbClr val="FFFF00"/>
              </a:highlight>
            </a:endParaRPr>
          </a:p>
          <a:p>
            <a:pPr lvl="2" eaLnBrk="1" hangingPunct="1">
              <a:lnSpc>
                <a:spcPct val="90000"/>
              </a:lnSpc>
              <a:buFont typeface="Wingdings" panose="05000000000000000000" charset="0"/>
              <a:buChar char=""/>
            </a:pPr>
            <a:r>
              <a:rPr lang="zh-CN" altLang="en-US" sz="2400" dirty="0">
                <a:solidFill>
                  <a:srgbClr val="000000"/>
                </a:solidFill>
                <a:sym typeface="+mn-ea"/>
              </a:rPr>
              <a:t>我 </a:t>
            </a:r>
            <a:r>
              <a:rPr lang="en-US" altLang="zh-CN" sz="2400" dirty="0">
                <a:solidFill>
                  <a:srgbClr val="000000"/>
                </a:solidFill>
                <a:sym typeface="+mn-ea"/>
              </a:rPr>
              <a:t>— </a:t>
            </a:r>
            <a:r>
              <a:rPr lang="zh-CN" altLang="en-US" sz="2400" dirty="0">
                <a:solidFill>
                  <a:srgbClr val="000000"/>
                </a:solidFill>
                <a:sym typeface="+mn-ea"/>
              </a:rPr>
              <a:t>本剧与我无关</a:t>
            </a:r>
            <a:endParaRPr lang="zh-CN" altLang="en-US" sz="2400" dirty="0">
              <a:solidFill>
                <a:srgbClr val="000000"/>
              </a:solidFill>
            </a:endParaRPr>
          </a:p>
          <a:p>
            <a:pPr lvl="2" eaLnBrk="1" hangingPunct="1">
              <a:lnSpc>
                <a:spcPct val="90000"/>
              </a:lnSpc>
              <a:buFont typeface="Wingdings" panose="05000000000000000000" charset="0"/>
              <a:buChar char=""/>
            </a:pPr>
            <a:r>
              <a:rPr lang="zh-CN" altLang="en-US" sz="2400" dirty="0">
                <a:solidFill>
                  <a:srgbClr val="000000"/>
                </a:solidFill>
                <a:sym typeface="+mn-ea"/>
              </a:rPr>
              <a:t>我的朋友	小伙</a:t>
            </a:r>
            <a:endParaRPr lang="zh-CN" altLang="en-US" sz="2400" dirty="0">
              <a:solidFill>
                <a:srgbClr val="000000"/>
              </a:solidFill>
            </a:endParaRPr>
          </a:p>
          <a:p>
            <a:pPr lvl="2" eaLnBrk="1" hangingPunct="1">
              <a:lnSpc>
                <a:spcPct val="90000"/>
              </a:lnSpc>
              <a:buFont typeface="Wingdings" panose="05000000000000000000" charset="0"/>
              <a:buChar char=""/>
            </a:pPr>
            <a:r>
              <a:rPr lang="zh-CN" altLang="en-US" sz="2400" dirty="0">
                <a:solidFill>
                  <a:srgbClr val="000000"/>
                </a:solidFill>
                <a:sym typeface="+mn-ea"/>
              </a:rPr>
              <a:t>我朋友的妻子	姑娘</a:t>
            </a:r>
            <a:endParaRPr lang="zh-CN" altLang="en-US" sz="2400" dirty="0">
              <a:solidFill>
                <a:srgbClr val="000000"/>
              </a:solidFill>
            </a:endParaRPr>
          </a:p>
          <a:p>
            <a:pPr lvl="2" eaLnBrk="1" hangingPunct="1">
              <a:lnSpc>
                <a:spcPct val="90000"/>
              </a:lnSpc>
              <a:buFont typeface="Wingdings" panose="05000000000000000000" charset="0"/>
              <a:buChar char=""/>
            </a:pPr>
            <a:r>
              <a:rPr lang="zh-CN" altLang="en-US" sz="2400" dirty="0">
                <a:solidFill>
                  <a:srgbClr val="000000"/>
                </a:solidFill>
                <a:sym typeface="+mn-ea"/>
              </a:rPr>
              <a:t>月老</a:t>
            </a:r>
            <a:endParaRPr lang="zh-CN" altLang="en-US" sz="2400" dirty="0">
              <a:solidFill>
                <a:srgbClr val="000000"/>
              </a:solidFill>
            </a:endParaRPr>
          </a:p>
          <a:p>
            <a:pPr lvl="2" eaLnBrk="1" hangingPunct="1">
              <a:lnSpc>
                <a:spcPct val="90000"/>
              </a:lnSpc>
              <a:buFont typeface="Wingdings" panose="05000000000000000000" charset="0"/>
              <a:buChar char=""/>
            </a:pPr>
            <a:r>
              <a:rPr lang="zh-CN" altLang="en-US" sz="2400" dirty="0">
                <a:solidFill>
                  <a:srgbClr val="000000"/>
                </a:solidFill>
                <a:sym typeface="+mn-ea"/>
              </a:rPr>
              <a:t>恋人</a:t>
            </a:r>
            <a:endParaRPr lang="zh-CN" altLang="en-US" sz="2400" dirty="0">
              <a:solidFill>
                <a:srgbClr val="000000"/>
              </a:solidFill>
            </a:endParaRPr>
          </a:p>
          <a:p>
            <a:pPr lvl="2" eaLnBrk="1" hangingPunct="1">
              <a:lnSpc>
                <a:spcPct val="90000"/>
              </a:lnSpc>
              <a:buFont typeface="Wingdings" panose="05000000000000000000" charset="0"/>
              <a:buChar char=""/>
            </a:pPr>
            <a:r>
              <a:rPr lang="zh-CN" altLang="en-US" sz="2400" dirty="0">
                <a:solidFill>
                  <a:srgbClr val="000000"/>
                </a:solidFill>
                <a:sym typeface="+mn-ea"/>
              </a:rPr>
              <a:t>玫瑰</a:t>
            </a:r>
            <a:endParaRPr lang="zh-CN" altLang="en-US" sz="2400" dirty="0">
              <a:solidFill>
                <a:srgbClr val="000000"/>
              </a:solidFill>
            </a:endParaRPr>
          </a:p>
          <a:p>
            <a:pPr lvl="2" eaLnBrk="1" hangingPunct="1">
              <a:lnSpc>
                <a:spcPct val="90000"/>
              </a:lnSpc>
              <a:buFont typeface="Wingdings" panose="05000000000000000000" charset="0"/>
              <a:buChar char=""/>
            </a:pPr>
            <a:r>
              <a:rPr lang="en-US" altLang="zh-CN" sz="2400" dirty="0">
                <a:solidFill>
                  <a:srgbClr val="000000"/>
                </a:solidFill>
                <a:sym typeface="+mn-ea"/>
              </a:rPr>
              <a:t>……</a:t>
            </a:r>
            <a:endParaRPr lang="en-US" altLang="zh-CN" sz="2400" dirty="0">
              <a:solidFill>
                <a:srgbClr val="000000"/>
              </a:solidFill>
            </a:endParaRPr>
          </a:p>
          <a:p>
            <a:pPr eaLnBrk="1" hangingPunct="1"/>
            <a:endParaRPr lang="en-US" altLang="zh-CN" sz="2800" b="1" dirty="0"/>
          </a:p>
          <a:p>
            <a:pPr marL="457200" lvl="1" indent="0" eaLnBrk="1" hangingPunct="1">
              <a:buFont typeface="Wingdings" panose="05000000000000000000" charset="0"/>
              <a:buNone/>
            </a:pPr>
            <a:endParaRPr lang="zh-CN" altLang="en-US" sz="2400" dirty="0"/>
          </a:p>
          <a:p>
            <a:pPr lvl="1" eaLnBrk="1" hangingPunct="1">
              <a:buFont typeface="Wingdings" panose="05000000000000000000" charset="0"/>
              <a:buChar char=""/>
            </a:pPr>
            <a:endParaRPr lang="en-US" altLang="zh-CN" sz="24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sp>
        <p:nvSpPr>
          <p:cNvPr id="2" name="文本框 1"/>
          <p:cNvSpPr txBox="1"/>
          <p:nvPr/>
        </p:nvSpPr>
        <p:spPr>
          <a:xfrm>
            <a:off x="0" y="909320"/>
            <a:ext cx="12190095" cy="521970"/>
          </a:xfrm>
          <a:prstGeom prst="rect">
            <a:avLst/>
          </a:prstGeom>
          <a:noFill/>
        </p:spPr>
        <p:txBody>
          <a:bodyPr wrap="square" rtlCol="0" anchor="t">
            <a:spAutoFit/>
          </a:bodyPr>
          <a:p>
            <a:pPr marL="0" indent="0" eaLnBrk="1" hangingPunct="1">
              <a:buNone/>
            </a:pPr>
            <a:r>
              <a:rPr lang="zh-CN" altLang="en-US" sz="2800" b="1" dirty="0">
                <a:sym typeface="+mn-ea"/>
              </a:rPr>
              <a:t>用对象观点认识事物</a:t>
            </a:r>
            <a:endParaRPr lang="zh-CN" altLang="en-US" sz="2800" b="1" dirty="0">
              <a:sym typeface="+mn-ea"/>
            </a:endParaRPr>
          </a:p>
        </p:txBody>
      </p:sp>
      <p:sp>
        <p:nvSpPr>
          <p:cNvPr id="100357" name="Rectangle 4"/>
          <p:cNvSpPr>
            <a:spLocks noChangeArrowheads="1"/>
          </p:cNvSpPr>
          <p:nvPr/>
        </p:nvSpPr>
        <p:spPr bwMode="auto">
          <a:xfrm>
            <a:off x="7937500" y="3141663"/>
            <a:ext cx="1143000" cy="1066800"/>
          </a:xfrm>
          <a:prstGeom prst="rect">
            <a:avLst/>
          </a:prstGeom>
          <a:solidFill>
            <a:schemeClr val="accent1"/>
          </a:solidFill>
          <a:ln w="9525">
            <a:miter lim="800000"/>
          </a:ln>
          <a:scene3d>
            <a:camera prst="legacyObliqueTopRight"/>
            <a:lightRig rig="legacyFlat3" dir="b"/>
          </a:scene3d>
          <a:sp3d extrusionH="989000" prstMaterial="legacyWireframe">
            <a:bevelT w="13500" h="13500" prst="angle"/>
            <a:bevelB w="13500" h="13500" prst="angle"/>
            <a:extrusionClr>
              <a:schemeClr val="accent1"/>
            </a:extrusionClr>
          </a:sp3d>
        </p:spPr>
        <p:txBody>
          <a:bodyPr wrap="none" anchor="ctr">
            <a:flatTx/>
          </a:bodyPr>
          <a:lstStyle/>
          <a:p>
            <a:endParaRPr lang="zh-CN" altLang="en-US"/>
          </a:p>
        </p:txBody>
      </p:sp>
      <p:grpSp>
        <p:nvGrpSpPr>
          <p:cNvPr id="100358" name="Group 5"/>
          <p:cNvGrpSpPr/>
          <p:nvPr/>
        </p:nvGrpSpPr>
        <p:grpSpPr bwMode="auto">
          <a:xfrm>
            <a:off x="8328025" y="4117978"/>
            <a:ext cx="533400" cy="1063625"/>
            <a:chOff x="4286" y="2594"/>
            <a:chExt cx="336" cy="670"/>
          </a:xfrm>
        </p:grpSpPr>
        <p:sp>
          <p:nvSpPr>
            <p:cNvPr id="100373" name="Text Box 6"/>
            <p:cNvSpPr txBox="1">
              <a:spLocks noChangeArrowheads="1"/>
            </p:cNvSpPr>
            <p:nvPr/>
          </p:nvSpPr>
          <p:spPr bwMode="auto">
            <a:xfrm>
              <a:off x="4286" y="297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D</a:t>
              </a:r>
              <a:endParaRPr lang="en-US" altLang="zh-CN" b="0">
                <a:latin typeface="Times New Roman" panose="02020603050405020304" charset="0"/>
              </a:endParaRPr>
            </a:p>
          </p:txBody>
        </p:sp>
        <p:sp>
          <p:nvSpPr>
            <p:cNvPr id="100374" name="Line 7"/>
            <p:cNvSpPr>
              <a:spLocks noChangeShapeType="1"/>
            </p:cNvSpPr>
            <p:nvPr/>
          </p:nvSpPr>
          <p:spPr bwMode="auto">
            <a:xfrm flipV="1">
              <a:off x="4424" y="2594"/>
              <a:ext cx="0" cy="384"/>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455688" name="Text Box 8"/>
          <p:cNvSpPr txBox="1">
            <a:spLocks noChangeArrowheads="1"/>
          </p:cNvSpPr>
          <p:nvPr/>
        </p:nvSpPr>
        <p:spPr bwMode="auto">
          <a:xfrm>
            <a:off x="7404100" y="4270375"/>
            <a:ext cx="533400" cy="457200"/>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a:solidFill>
                  <a:srgbClr val="CC3300"/>
                </a:solidFill>
                <a:effectLst>
                  <a:outerShdw blurRad="38100" dist="38100" dir="2700000" algn="tl">
                    <a:srgbClr val="C0C0C0"/>
                  </a:outerShdw>
                </a:effectLst>
                <a:latin typeface="Times New Roman" panose="02020603050405020304" charset="0"/>
              </a:rPr>
              <a:t>A</a:t>
            </a:r>
            <a:endParaRPr lang="en-US" altLang="zh-CN">
              <a:solidFill>
                <a:srgbClr val="CC3300"/>
              </a:solidFill>
              <a:effectLst>
                <a:outerShdw blurRad="38100" dist="38100" dir="2700000" algn="tl">
                  <a:srgbClr val="C0C0C0"/>
                </a:outerShdw>
              </a:effectLst>
              <a:latin typeface="Times New Roman" panose="02020603050405020304" charset="0"/>
            </a:endParaRPr>
          </a:p>
        </p:txBody>
      </p:sp>
      <p:sp>
        <p:nvSpPr>
          <p:cNvPr id="100360" name="Line 9"/>
          <p:cNvSpPr>
            <a:spLocks noChangeShapeType="1"/>
          </p:cNvSpPr>
          <p:nvPr/>
        </p:nvSpPr>
        <p:spPr bwMode="auto">
          <a:xfrm flipV="1">
            <a:off x="7632700" y="3813175"/>
            <a:ext cx="609600" cy="533400"/>
          </a:xfrm>
          <a:prstGeom prst="line">
            <a:avLst/>
          </a:prstGeom>
          <a:noFill/>
          <a:ln w="38100">
            <a:solidFill>
              <a:srgbClr val="CC33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100361" name="Group 10"/>
          <p:cNvGrpSpPr/>
          <p:nvPr/>
        </p:nvGrpSpPr>
        <p:grpSpPr bwMode="auto">
          <a:xfrm>
            <a:off x="9156700" y="2441575"/>
            <a:ext cx="685800" cy="838200"/>
            <a:chOff x="4808" y="1538"/>
            <a:chExt cx="432" cy="528"/>
          </a:xfrm>
        </p:grpSpPr>
        <p:sp>
          <p:nvSpPr>
            <p:cNvPr id="100371" name="Text Box 11"/>
            <p:cNvSpPr txBox="1">
              <a:spLocks noChangeArrowheads="1"/>
            </p:cNvSpPr>
            <p:nvPr/>
          </p:nvSpPr>
          <p:spPr bwMode="auto">
            <a:xfrm>
              <a:off x="4904" y="1538"/>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C</a:t>
              </a:r>
              <a:endParaRPr lang="en-US" altLang="zh-CN" b="0">
                <a:latin typeface="Times New Roman" panose="02020603050405020304" charset="0"/>
              </a:endParaRPr>
            </a:p>
          </p:txBody>
        </p:sp>
        <p:sp>
          <p:nvSpPr>
            <p:cNvPr id="100372" name="Line 12"/>
            <p:cNvSpPr>
              <a:spLocks noChangeShapeType="1"/>
            </p:cNvSpPr>
            <p:nvPr/>
          </p:nvSpPr>
          <p:spPr bwMode="auto">
            <a:xfrm flipH="1">
              <a:off x="4808" y="1730"/>
              <a:ext cx="336" cy="336"/>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00362" name="Group 13"/>
          <p:cNvGrpSpPr/>
          <p:nvPr/>
        </p:nvGrpSpPr>
        <p:grpSpPr bwMode="auto">
          <a:xfrm>
            <a:off x="8318500" y="2060575"/>
            <a:ext cx="533400" cy="990600"/>
            <a:chOff x="4280" y="1298"/>
            <a:chExt cx="336" cy="624"/>
          </a:xfrm>
        </p:grpSpPr>
        <p:sp>
          <p:nvSpPr>
            <p:cNvPr id="100369" name="Text Box 14"/>
            <p:cNvSpPr txBox="1">
              <a:spLocks noChangeArrowheads="1"/>
            </p:cNvSpPr>
            <p:nvPr/>
          </p:nvSpPr>
          <p:spPr bwMode="auto">
            <a:xfrm>
              <a:off x="4280" y="1298"/>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B</a:t>
              </a:r>
              <a:endParaRPr lang="en-US" altLang="zh-CN" b="0">
                <a:latin typeface="Times New Roman" panose="02020603050405020304" charset="0"/>
              </a:endParaRPr>
            </a:p>
          </p:txBody>
        </p:sp>
        <p:sp>
          <p:nvSpPr>
            <p:cNvPr id="100370" name="Line 15"/>
            <p:cNvSpPr>
              <a:spLocks noChangeShapeType="1"/>
            </p:cNvSpPr>
            <p:nvPr/>
          </p:nvSpPr>
          <p:spPr bwMode="auto">
            <a:xfrm>
              <a:off x="4424" y="1586"/>
              <a:ext cx="0" cy="336"/>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00363" name="Group 16"/>
          <p:cNvGrpSpPr/>
          <p:nvPr/>
        </p:nvGrpSpPr>
        <p:grpSpPr bwMode="auto">
          <a:xfrm>
            <a:off x="7175500" y="3355975"/>
            <a:ext cx="1066800" cy="457200"/>
            <a:chOff x="3560" y="2114"/>
            <a:chExt cx="672" cy="288"/>
          </a:xfrm>
        </p:grpSpPr>
        <p:sp>
          <p:nvSpPr>
            <p:cNvPr id="100367" name="Text Box 17"/>
            <p:cNvSpPr txBox="1">
              <a:spLocks noChangeArrowheads="1"/>
            </p:cNvSpPr>
            <p:nvPr/>
          </p:nvSpPr>
          <p:spPr bwMode="auto">
            <a:xfrm>
              <a:off x="3560" y="211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E</a:t>
              </a:r>
              <a:endParaRPr lang="en-US" altLang="zh-CN" b="0">
                <a:latin typeface="Times New Roman" panose="02020603050405020304" charset="0"/>
              </a:endParaRPr>
            </a:p>
          </p:txBody>
        </p:sp>
        <p:sp>
          <p:nvSpPr>
            <p:cNvPr id="100368" name="Line 18"/>
            <p:cNvSpPr>
              <a:spLocks noChangeShapeType="1"/>
            </p:cNvSpPr>
            <p:nvPr/>
          </p:nvSpPr>
          <p:spPr bwMode="auto">
            <a:xfrm>
              <a:off x="3848" y="2306"/>
              <a:ext cx="384"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00364" name="Group 19"/>
          <p:cNvGrpSpPr/>
          <p:nvPr/>
        </p:nvGrpSpPr>
        <p:grpSpPr bwMode="auto">
          <a:xfrm>
            <a:off x="9156700" y="3254375"/>
            <a:ext cx="838200" cy="457200"/>
            <a:chOff x="4808" y="2050"/>
            <a:chExt cx="528" cy="288"/>
          </a:xfrm>
        </p:grpSpPr>
        <p:sp>
          <p:nvSpPr>
            <p:cNvPr id="100365" name="Text Box 20"/>
            <p:cNvSpPr txBox="1">
              <a:spLocks noChangeArrowheads="1"/>
            </p:cNvSpPr>
            <p:nvPr/>
          </p:nvSpPr>
          <p:spPr bwMode="auto">
            <a:xfrm>
              <a:off x="5000" y="205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F</a:t>
              </a:r>
              <a:endParaRPr lang="en-US" altLang="zh-CN" b="0">
                <a:latin typeface="Times New Roman" panose="02020603050405020304" charset="0"/>
              </a:endParaRPr>
            </a:p>
          </p:txBody>
        </p:sp>
        <p:sp>
          <p:nvSpPr>
            <p:cNvPr id="100366" name="Line 21"/>
            <p:cNvSpPr>
              <a:spLocks noChangeShapeType="1"/>
            </p:cNvSpPr>
            <p:nvPr/>
          </p:nvSpPr>
          <p:spPr bwMode="auto">
            <a:xfrm flipH="1">
              <a:off x="4808" y="2306"/>
              <a:ext cx="336"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spd="slow">
    <p:random/>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1.5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思维</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445" y="1637665"/>
            <a:ext cx="10872470" cy="3658870"/>
          </a:xfrm>
        </p:spPr>
        <p:txBody>
          <a:bodyPr/>
          <a:p>
            <a:pPr eaLnBrk="1" hangingPunct="1">
              <a:lnSpc>
                <a:spcPct val="90000"/>
              </a:lnSpc>
            </a:pPr>
            <a:r>
              <a:rPr lang="en-US" altLang="zh-CN" sz="2400" dirty="0">
                <a:sym typeface="+mn-ea"/>
              </a:rPr>
              <a:t>B.</a:t>
            </a:r>
            <a:r>
              <a:rPr lang="zh-CN" altLang="en-US" sz="2400" dirty="0">
                <a:sym typeface="+mn-ea"/>
              </a:rPr>
              <a:t>每个事物看上去是什么样的？</a:t>
            </a:r>
            <a:endParaRPr lang="zh-CN" altLang="en-US" sz="2400" dirty="0"/>
          </a:p>
          <a:p>
            <a:pPr lvl="1" eaLnBrk="1" hangingPunct="1">
              <a:lnSpc>
                <a:spcPct val="90000"/>
              </a:lnSpc>
              <a:buFont typeface="Wingdings" panose="05000000000000000000" charset="0"/>
              <a:buChar char=""/>
            </a:pPr>
            <a:r>
              <a:rPr lang="zh-CN" altLang="en-US" sz="2400" dirty="0">
                <a:highlight>
                  <a:srgbClr val="FFFF00"/>
                </a:highlight>
                <a:sym typeface="+mn-ea"/>
              </a:rPr>
              <a:t>每个事物看上去都有自己的属性，在每个属性上都有一个特征值（对象的属性）</a:t>
            </a:r>
            <a:endParaRPr lang="zh-CN" altLang="en-US" sz="2400" dirty="0"/>
          </a:p>
          <a:p>
            <a:pPr lvl="2" eaLnBrk="1" hangingPunct="1">
              <a:lnSpc>
                <a:spcPct val="90000"/>
              </a:lnSpc>
              <a:buFont typeface="Wingdings" panose="05000000000000000000" charset="0"/>
              <a:buChar char=""/>
            </a:pPr>
            <a:r>
              <a:rPr lang="zh-CN" altLang="en-US" sz="2400" dirty="0">
                <a:sym typeface="+mn-ea"/>
              </a:rPr>
              <a:t>小伙：体格，特征值：强壮</a:t>
            </a:r>
            <a:endParaRPr lang="zh-CN" altLang="en-US" sz="2400" dirty="0"/>
          </a:p>
          <a:p>
            <a:pPr lvl="2" eaLnBrk="1" hangingPunct="1">
              <a:lnSpc>
                <a:spcPct val="90000"/>
              </a:lnSpc>
              <a:buFont typeface="Wingdings" panose="05000000000000000000" charset="0"/>
              <a:buChar char=""/>
            </a:pPr>
            <a:r>
              <a:rPr lang="zh-CN" altLang="en-US" sz="2400" dirty="0">
                <a:sym typeface="+mn-ea"/>
              </a:rPr>
              <a:t>姑娘：性情，特征值：温柔</a:t>
            </a:r>
            <a:endParaRPr lang="zh-CN" altLang="en-US" sz="2400" dirty="0"/>
          </a:p>
          <a:p>
            <a:pPr lvl="2" eaLnBrk="1" hangingPunct="1">
              <a:lnSpc>
                <a:spcPct val="90000"/>
              </a:lnSpc>
              <a:buFont typeface="Wingdings" panose="05000000000000000000" charset="0"/>
              <a:buChar char=""/>
            </a:pPr>
            <a:r>
              <a:rPr lang="zh-CN" altLang="en-US" sz="2400" dirty="0">
                <a:sym typeface="+mn-ea"/>
              </a:rPr>
              <a:t>月老：年纪，特征值：较大</a:t>
            </a:r>
            <a:endParaRPr lang="zh-CN" altLang="en-US" sz="2400" dirty="0"/>
          </a:p>
          <a:p>
            <a:pPr lvl="2" eaLnBrk="1" hangingPunct="1">
              <a:lnSpc>
                <a:spcPct val="90000"/>
              </a:lnSpc>
              <a:buFont typeface="Wingdings" panose="05000000000000000000" charset="0"/>
              <a:buChar char=""/>
            </a:pPr>
            <a:r>
              <a:rPr lang="zh-CN" altLang="en-US" sz="2400" dirty="0">
                <a:sym typeface="+mn-ea"/>
              </a:rPr>
              <a:t>恋人：关系，特征值：黏糊</a:t>
            </a:r>
            <a:endParaRPr lang="zh-CN" altLang="en-US" sz="2400" dirty="0"/>
          </a:p>
          <a:p>
            <a:pPr lvl="2" eaLnBrk="1" hangingPunct="1">
              <a:lnSpc>
                <a:spcPct val="90000"/>
              </a:lnSpc>
              <a:buFont typeface="Wingdings" panose="05000000000000000000" charset="0"/>
              <a:buChar char=""/>
            </a:pPr>
            <a:r>
              <a:rPr lang="zh-CN" altLang="en-US" sz="2400" dirty="0">
                <a:sym typeface="+mn-ea"/>
              </a:rPr>
              <a:t>玫瑰花：颜色，特征值：火红</a:t>
            </a:r>
            <a:endParaRPr lang="zh-CN" altLang="en-US" sz="2400" dirty="0"/>
          </a:p>
          <a:p>
            <a:pPr eaLnBrk="1" hangingPunct="1"/>
            <a:endParaRPr lang="en-US" altLang="zh-CN" sz="2800" b="1" dirty="0"/>
          </a:p>
          <a:p>
            <a:pPr marL="457200" lvl="1" indent="0" eaLnBrk="1" hangingPunct="1">
              <a:buFont typeface="Wingdings" panose="05000000000000000000" charset="0"/>
              <a:buNone/>
            </a:pPr>
            <a:endParaRPr lang="zh-CN" altLang="en-US" sz="2400" dirty="0"/>
          </a:p>
          <a:p>
            <a:pPr lvl="1" eaLnBrk="1" hangingPunct="1">
              <a:buFont typeface="Wingdings" panose="05000000000000000000" charset="0"/>
              <a:buChar char=""/>
            </a:pPr>
            <a:endParaRPr lang="en-US" altLang="zh-CN" sz="24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sp>
        <p:nvSpPr>
          <p:cNvPr id="2" name="文本框 1"/>
          <p:cNvSpPr txBox="1"/>
          <p:nvPr/>
        </p:nvSpPr>
        <p:spPr>
          <a:xfrm>
            <a:off x="0" y="909320"/>
            <a:ext cx="12190095" cy="521970"/>
          </a:xfrm>
          <a:prstGeom prst="rect">
            <a:avLst/>
          </a:prstGeom>
          <a:noFill/>
        </p:spPr>
        <p:txBody>
          <a:bodyPr wrap="square" rtlCol="0" anchor="t">
            <a:spAutoFit/>
          </a:bodyPr>
          <a:p>
            <a:pPr marL="0" indent="0" eaLnBrk="1" hangingPunct="1">
              <a:buNone/>
            </a:pPr>
            <a:r>
              <a:rPr lang="zh-CN" altLang="en-US" sz="2800" b="1" dirty="0">
                <a:sym typeface="+mn-ea"/>
              </a:rPr>
              <a:t>用对象观点认识事物</a:t>
            </a:r>
            <a:endParaRPr lang="zh-CN" altLang="en-US" sz="2800" b="1" dirty="0">
              <a:sym typeface="+mn-ea"/>
            </a:endParaRPr>
          </a:p>
        </p:txBody>
      </p:sp>
      <p:sp>
        <p:nvSpPr>
          <p:cNvPr id="101381" name="Rectangle 4"/>
          <p:cNvSpPr>
            <a:spLocks noChangeArrowheads="1"/>
          </p:cNvSpPr>
          <p:nvPr/>
        </p:nvSpPr>
        <p:spPr bwMode="auto">
          <a:xfrm>
            <a:off x="7937500" y="4002723"/>
            <a:ext cx="1143000" cy="1066800"/>
          </a:xfrm>
          <a:prstGeom prst="rect">
            <a:avLst/>
          </a:prstGeom>
          <a:solidFill>
            <a:schemeClr val="accent1"/>
          </a:solidFill>
          <a:ln w="9525">
            <a:miter lim="800000"/>
          </a:ln>
          <a:scene3d>
            <a:camera prst="legacyObliqueTopRight"/>
            <a:lightRig rig="legacyFlat3" dir="b"/>
          </a:scene3d>
          <a:sp3d extrusionH="989000" prstMaterial="legacyWireframe">
            <a:bevelT w="13500" h="13500" prst="angle"/>
            <a:bevelB w="13500" h="13500" prst="angle"/>
            <a:extrusionClr>
              <a:schemeClr val="accent1"/>
            </a:extrusionClr>
          </a:sp3d>
        </p:spPr>
        <p:txBody>
          <a:bodyPr wrap="none" anchor="ctr">
            <a:flatTx/>
          </a:bodyPr>
          <a:lstStyle/>
          <a:p>
            <a:endParaRPr lang="zh-CN" altLang="en-US"/>
          </a:p>
        </p:txBody>
      </p:sp>
      <p:sp>
        <p:nvSpPr>
          <p:cNvPr id="101382" name="Text Box 5"/>
          <p:cNvSpPr txBox="1">
            <a:spLocks noChangeArrowheads="1"/>
          </p:cNvSpPr>
          <p:nvPr/>
        </p:nvSpPr>
        <p:spPr bwMode="auto">
          <a:xfrm>
            <a:off x="8328025" y="558546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D</a:t>
            </a:r>
            <a:endParaRPr lang="en-US" altLang="zh-CN" b="0">
              <a:latin typeface="Times New Roman" panose="02020603050405020304" charset="0"/>
            </a:endParaRPr>
          </a:p>
        </p:txBody>
      </p:sp>
      <p:sp>
        <p:nvSpPr>
          <p:cNvPr id="101383" name="Line 6"/>
          <p:cNvSpPr>
            <a:spLocks noChangeShapeType="1"/>
          </p:cNvSpPr>
          <p:nvPr/>
        </p:nvSpPr>
        <p:spPr bwMode="auto">
          <a:xfrm flipV="1">
            <a:off x="8547100" y="4979035"/>
            <a:ext cx="0" cy="6096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1384" name="Text Box 7"/>
          <p:cNvSpPr txBox="1">
            <a:spLocks noChangeArrowheads="1"/>
          </p:cNvSpPr>
          <p:nvPr/>
        </p:nvSpPr>
        <p:spPr bwMode="auto">
          <a:xfrm>
            <a:off x="7404100" y="513143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A</a:t>
            </a:r>
            <a:endParaRPr lang="en-US" altLang="zh-CN" b="0">
              <a:latin typeface="Times New Roman" panose="02020603050405020304" charset="0"/>
            </a:endParaRPr>
          </a:p>
        </p:txBody>
      </p:sp>
      <p:sp>
        <p:nvSpPr>
          <p:cNvPr id="101385" name="Line 8"/>
          <p:cNvSpPr>
            <a:spLocks noChangeShapeType="1"/>
          </p:cNvSpPr>
          <p:nvPr/>
        </p:nvSpPr>
        <p:spPr bwMode="auto">
          <a:xfrm flipV="1">
            <a:off x="7632700" y="4674235"/>
            <a:ext cx="609600" cy="5334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1386" name="Text Box 9"/>
          <p:cNvSpPr txBox="1">
            <a:spLocks noChangeArrowheads="1"/>
          </p:cNvSpPr>
          <p:nvPr/>
        </p:nvSpPr>
        <p:spPr bwMode="auto">
          <a:xfrm>
            <a:off x="9309100" y="330263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C</a:t>
            </a:r>
            <a:endParaRPr lang="en-US" altLang="zh-CN" b="0">
              <a:latin typeface="Times New Roman" panose="02020603050405020304" charset="0"/>
            </a:endParaRPr>
          </a:p>
        </p:txBody>
      </p:sp>
      <p:sp>
        <p:nvSpPr>
          <p:cNvPr id="101387" name="Line 10"/>
          <p:cNvSpPr>
            <a:spLocks noChangeShapeType="1"/>
          </p:cNvSpPr>
          <p:nvPr/>
        </p:nvSpPr>
        <p:spPr bwMode="auto">
          <a:xfrm flipH="1">
            <a:off x="9156700" y="3607435"/>
            <a:ext cx="533400" cy="5334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56715" name="Text Box 11"/>
          <p:cNvSpPr txBox="1">
            <a:spLocks noChangeArrowheads="1"/>
          </p:cNvSpPr>
          <p:nvPr/>
        </p:nvSpPr>
        <p:spPr bwMode="auto">
          <a:xfrm>
            <a:off x="8318500" y="2921635"/>
            <a:ext cx="533400" cy="457200"/>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a:solidFill>
                  <a:srgbClr val="CC3300"/>
                </a:solidFill>
                <a:effectLst>
                  <a:outerShdw blurRad="38100" dist="38100" dir="2700000" algn="tl">
                    <a:srgbClr val="C0C0C0"/>
                  </a:outerShdw>
                </a:effectLst>
                <a:latin typeface="Times New Roman" panose="02020603050405020304" charset="0"/>
              </a:rPr>
              <a:t>B</a:t>
            </a:r>
            <a:endParaRPr lang="en-US" altLang="zh-CN">
              <a:solidFill>
                <a:srgbClr val="CC3300"/>
              </a:solidFill>
              <a:effectLst>
                <a:outerShdw blurRad="38100" dist="38100" dir="2700000" algn="tl">
                  <a:srgbClr val="C0C0C0"/>
                </a:outerShdw>
              </a:effectLst>
              <a:latin typeface="Times New Roman" panose="02020603050405020304" charset="0"/>
            </a:endParaRPr>
          </a:p>
        </p:txBody>
      </p:sp>
      <p:sp>
        <p:nvSpPr>
          <p:cNvPr id="101389" name="Line 12"/>
          <p:cNvSpPr>
            <a:spLocks noChangeShapeType="1"/>
          </p:cNvSpPr>
          <p:nvPr/>
        </p:nvSpPr>
        <p:spPr bwMode="auto">
          <a:xfrm>
            <a:off x="8547100" y="3378835"/>
            <a:ext cx="0" cy="533400"/>
          </a:xfrm>
          <a:prstGeom prst="line">
            <a:avLst/>
          </a:prstGeom>
          <a:noFill/>
          <a:ln w="38100">
            <a:solidFill>
              <a:srgbClr val="CC33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1390" name="Text Box 13"/>
          <p:cNvSpPr txBox="1">
            <a:spLocks noChangeArrowheads="1"/>
          </p:cNvSpPr>
          <p:nvPr/>
        </p:nvSpPr>
        <p:spPr bwMode="auto">
          <a:xfrm>
            <a:off x="7175500" y="421703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E</a:t>
            </a:r>
            <a:endParaRPr lang="en-US" altLang="zh-CN" b="0">
              <a:latin typeface="Times New Roman" panose="02020603050405020304" charset="0"/>
            </a:endParaRPr>
          </a:p>
        </p:txBody>
      </p:sp>
      <p:sp>
        <p:nvSpPr>
          <p:cNvPr id="101391" name="Line 14"/>
          <p:cNvSpPr>
            <a:spLocks noChangeShapeType="1"/>
          </p:cNvSpPr>
          <p:nvPr/>
        </p:nvSpPr>
        <p:spPr bwMode="auto">
          <a:xfrm>
            <a:off x="7632700" y="4521835"/>
            <a:ext cx="609600"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1392" name="Text Box 15"/>
          <p:cNvSpPr txBox="1">
            <a:spLocks noChangeArrowheads="1"/>
          </p:cNvSpPr>
          <p:nvPr/>
        </p:nvSpPr>
        <p:spPr bwMode="auto">
          <a:xfrm>
            <a:off x="9461500" y="411543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F</a:t>
            </a:r>
            <a:endParaRPr lang="en-US" altLang="zh-CN" b="0">
              <a:latin typeface="Times New Roman" panose="02020603050405020304" charset="0"/>
            </a:endParaRPr>
          </a:p>
        </p:txBody>
      </p:sp>
      <p:sp>
        <p:nvSpPr>
          <p:cNvPr id="101393" name="Line 16"/>
          <p:cNvSpPr>
            <a:spLocks noChangeShapeType="1"/>
          </p:cNvSpPr>
          <p:nvPr/>
        </p:nvSpPr>
        <p:spPr bwMode="auto">
          <a:xfrm flipH="1">
            <a:off x="9156700" y="4521835"/>
            <a:ext cx="533400"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slow">
    <p:random/>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1.5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思维</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445" y="1637665"/>
            <a:ext cx="10872470" cy="3658870"/>
          </a:xfrm>
        </p:spPr>
        <p:txBody>
          <a:bodyPr/>
          <a:p>
            <a:pPr eaLnBrk="1" hangingPunct="1"/>
            <a:r>
              <a:rPr lang="en-US" altLang="zh-CN" sz="2400" dirty="0">
                <a:sym typeface="+mn-ea"/>
              </a:rPr>
              <a:t>C.</a:t>
            </a:r>
            <a:r>
              <a:rPr lang="zh-CN" altLang="en-US" sz="2400" dirty="0">
                <a:sym typeface="+mn-ea"/>
              </a:rPr>
              <a:t>每个事物能做点什么用？</a:t>
            </a:r>
            <a:endParaRPr lang="zh-CN" altLang="en-US" sz="2400" dirty="0"/>
          </a:p>
          <a:p>
            <a:pPr lvl="1" eaLnBrk="1" hangingPunct="1">
              <a:buFont typeface="Wingdings" panose="05000000000000000000" charset="0"/>
              <a:buChar char=""/>
            </a:pPr>
            <a:r>
              <a:rPr lang="zh-CN" altLang="en-US" sz="2400" dirty="0">
                <a:highlight>
                  <a:srgbClr val="FFFF00"/>
                </a:highlight>
                <a:sym typeface="+mn-ea"/>
              </a:rPr>
              <a:t>每个事物都具备某种能力（对象的操作）</a:t>
            </a:r>
            <a:endParaRPr lang="zh-CN" altLang="en-US" sz="2400" dirty="0">
              <a:highlight>
                <a:srgbClr val="FFFF00"/>
              </a:highlight>
            </a:endParaRPr>
          </a:p>
          <a:p>
            <a:pPr lvl="2" eaLnBrk="1" hangingPunct="1">
              <a:buFont typeface="Wingdings" panose="05000000000000000000" charset="0"/>
              <a:buChar char=""/>
            </a:pPr>
            <a:r>
              <a:rPr lang="zh-CN" altLang="en-US" sz="2400" dirty="0">
                <a:sym typeface="+mn-ea"/>
              </a:rPr>
              <a:t>小伙：追求、送花、娶亲</a:t>
            </a:r>
            <a:endParaRPr lang="zh-CN" altLang="en-US" sz="2400" dirty="0"/>
          </a:p>
          <a:p>
            <a:pPr lvl="2" eaLnBrk="1" hangingPunct="1">
              <a:buFont typeface="Wingdings" panose="05000000000000000000" charset="0"/>
              <a:buChar char=""/>
            </a:pPr>
            <a:r>
              <a:rPr lang="zh-CN" altLang="en-US" sz="2400" dirty="0">
                <a:sym typeface="+mn-ea"/>
              </a:rPr>
              <a:t>姑娘：爱慕、相许、出嫁</a:t>
            </a:r>
            <a:endParaRPr lang="zh-CN" altLang="en-US" sz="2400" dirty="0"/>
          </a:p>
          <a:p>
            <a:pPr lvl="2" eaLnBrk="1" hangingPunct="1">
              <a:buFont typeface="Wingdings" panose="05000000000000000000" charset="0"/>
              <a:buChar char=""/>
            </a:pPr>
            <a:r>
              <a:rPr lang="zh-CN" altLang="en-US" sz="2400" dirty="0">
                <a:sym typeface="+mn-ea"/>
              </a:rPr>
              <a:t>月老：牵线搭桥</a:t>
            </a:r>
            <a:endParaRPr lang="zh-CN" altLang="en-US" sz="2400" dirty="0"/>
          </a:p>
          <a:p>
            <a:pPr lvl="2" eaLnBrk="1" hangingPunct="1">
              <a:buFont typeface="Wingdings" panose="05000000000000000000" charset="0"/>
              <a:buChar char=""/>
            </a:pPr>
            <a:r>
              <a:rPr lang="zh-CN" altLang="en-US" sz="2400" dirty="0">
                <a:sym typeface="+mn-ea"/>
              </a:rPr>
              <a:t>玫瑰：示爱</a:t>
            </a:r>
            <a:endParaRPr lang="zh-CN" altLang="en-US" sz="2400" dirty="0"/>
          </a:p>
          <a:p>
            <a:pPr eaLnBrk="1" hangingPunct="1"/>
            <a:endParaRPr lang="en-US" altLang="zh-CN" sz="2800" b="1" dirty="0"/>
          </a:p>
          <a:p>
            <a:pPr marL="457200" lvl="1" indent="0" eaLnBrk="1" hangingPunct="1">
              <a:buFont typeface="Wingdings" panose="05000000000000000000" charset="0"/>
              <a:buNone/>
            </a:pPr>
            <a:endParaRPr lang="zh-CN" altLang="en-US" sz="2400" dirty="0"/>
          </a:p>
          <a:p>
            <a:pPr lvl="1" eaLnBrk="1" hangingPunct="1">
              <a:buFont typeface="Wingdings" panose="05000000000000000000" charset="0"/>
              <a:buChar char=""/>
            </a:pPr>
            <a:endParaRPr lang="en-US" altLang="zh-CN" sz="24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sp>
        <p:nvSpPr>
          <p:cNvPr id="2" name="文本框 1"/>
          <p:cNvSpPr txBox="1"/>
          <p:nvPr/>
        </p:nvSpPr>
        <p:spPr>
          <a:xfrm>
            <a:off x="0" y="909320"/>
            <a:ext cx="12190095" cy="521970"/>
          </a:xfrm>
          <a:prstGeom prst="rect">
            <a:avLst/>
          </a:prstGeom>
          <a:noFill/>
        </p:spPr>
        <p:txBody>
          <a:bodyPr wrap="square" rtlCol="0" anchor="t">
            <a:spAutoFit/>
          </a:bodyPr>
          <a:p>
            <a:pPr marL="0" indent="0" eaLnBrk="1" hangingPunct="1">
              <a:buNone/>
            </a:pPr>
            <a:r>
              <a:rPr lang="zh-CN" altLang="en-US" sz="2800" b="1" dirty="0">
                <a:sym typeface="+mn-ea"/>
              </a:rPr>
              <a:t>用对象观点认识事物</a:t>
            </a:r>
            <a:endParaRPr lang="zh-CN" altLang="en-US" sz="2800" b="1" dirty="0">
              <a:sym typeface="+mn-ea"/>
            </a:endParaRPr>
          </a:p>
        </p:txBody>
      </p:sp>
      <p:sp>
        <p:nvSpPr>
          <p:cNvPr id="102405" name="Rectangle 4"/>
          <p:cNvSpPr>
            <a:spLocks noChangeArrowheads="1"/>
          </p:cNvSpPr>
          <p:nvPr/>
        </p:nvSpPr>
        <p:spPr bwMode="auto">
          <a:xfrm>
            <a:off x="7937500" y="3930968"/>
            <a:ext cx="1143000" cy="1066800"/>
          </a:xfrm>
          <a:prstGeom prst="rect">
            <a:avLst/>
          </a:prstGeom>
          <a:solidFill>
            <a:schemeClr val="accent1"/>
          </a:solidFill>
          <a:ln w="9525">
            <a:miter lim="800000"/>
          </a:ln>
          <a:scene3d>
            <a:camera prst="legacyObliqueTopRight"/>
            <a:lightRig rig="legacyFlat3" dir="b"/>
          </a:scene3d>
          <a:sp3d extrusionH="989000" prstMaterial="legacyWireframe">
            <a:bevelT w="13500" h="13500" prst="angle"/>
            <a:bevelB w="13500" h="13500" prst="angle"/>
            <a:extrusionClr>
              <a:schemeClr val="accent1"/>
            </a:extrusionClr>
          </a:sp3d>
        </p:spPr>
        <p:txBody>
          <a:bodyPr wrap="none" anchor="ctr">
            <a:flatTx/>
          </a:bodyPr>
          <a:lstStyle/>
          <a:p>
            <a:endParaRPr lang="zh-CN" altLang="en-US"/>
          </a:p>
        </p:txBody>
      </p:sp>
      <p:sp>
        <p:nvSpPr>
          <p:cNvPr id="102406" name="Text Box 5"/>
          <p:cNvSpPr txBox="1">
            <a:spLocks noChangeArrowheads="1"/>
          </p:cNvSpPr>
          <p:nvPr/>
        </p:nvSpPr>
        <p:spPr bwMode="auto">
          <a:xfrm>
            <a:off x="8328025" y="551370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D</a:t>
            </a:r>
            <a:endParaRPr lang="en-US" altLang="zh-CN" b="0">
              <a:latin typeface="Times New Roman" panose="02020603050405020304" charset="0"/>
            </a:endParaRPr>
          </a:p>
        </p:txBody>
      </p:sp>
      <p:sp>
        <p:nvSpPr>
          <p:cNvPr id="102407" name="Line 6"/>
          <p:cNvSpPr>
            <a:spLocks noChangeShapeType="1"/>
          </p:cNvSpPr>
          <p:nvPr/>
        </p:nvSpPr>
        <p:spPr bwMode="auto">
          <a:xfrm flipV="1">
            <a:off x="8547100" y="4907280"/>
            <a:ext cx="0" cy="6096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408" name="Text Box 7"/>
          <p:cNvSpPr txBox="1">
            <a:spLocks noChangeArrowheads="1"/>
          </p:cNvSpPr>
          <p:nvPr/>
        </p:nvSpPr>
        <p:spPr bwMode="auto">
          <a:xfrm>
            <a:off x="7404100" y="505968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A</a:t>
            </a:r>
            <a:endParaRPr lang="en-US" altLang="zh-CN" b="0">
              <a:latin typeface="Times New Roman" panose="02020603050405020304" charset="0"/>
            </a:endParaRPr>
          </a:p>
        </p:txBody>
      </p:sp>
      <p:sp>
        <p:nvSpPr>
          <p:cNvPr id="102409" name="Line 8"/>
          <p:cNvSpPr>
            <a:spLocks noChangeShapeType="1"/>
          </p:cNvSpPr>
          <p:nvPr/>
        </p:nvSpPr>
        <p:spPr bwMode="auto">
          <a:xfrm flipV="1">
            <a:off x="7632700" y="4602480"/>
            <a:ext cx="609600" cy="5334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57737" name="Text Box 9"/>
          <p:cNvSpPr txBox="1">
            <a:spLocks noChangeArrowheads="1"/>
          </p:cNvSpPr>
          <p:nvPr/>
        </p:nvSpPr>
        <p:spPr bwMode="auto">
          <a:xfrm>
            <a:off x="9309100" y="3230880"/>
            <a:ext cx="533400" cy="457200"/>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a:solidFill>
                  <a:srgbClr val="CC3300"/>
                </a:solidFill>
                <a:effectLst>
                  <a:outerShdw blurRad="38100" dist="38100" dir="2700000" algn="tl">
                    <a:srgbClr val="C0C0C0"/>
                  </a:outerShdw>
                </a:effectLst>
                <a:latin typeface="Times New Roman" panose="02020603050405020304" charset="0"/>
              </a:rPr>
              <a:t>C</a:t>
            </a:r>
            <a:endParaRPr lang="en-US" altLang="zh-CN">
              <a:solidFill>
                <a:srgbClr val="CC3300"/>
              </a:solidFill>
              <a:effectLst>
                <a:outerShdw blurRad="38100" dist="38100" dir="2700000" algn="tl">
                  <a:srgbClr val="C0C0C0"/>
                </a:outerShdw>
              </a:effectLst>
              <a:latin typeface="Times New Roman" panose="02020603050405020304" charset="0"/>
            </a:endParaRPr>
          </a:p>
        </p:txBody>
      </p:sp>
      <p:sp>
        <p:nvSpPr>
          <p:cNvPr id="102411" name="Line 10"/>
          <p:cNvSpPr>
            <a:spLocks noChangeShapeType="1"/>
          </p:cNvSpPr>
          <p:nvPr/>
        </p:nvSpPr>
        <p:spPr bwMode="auto">
          <a:xfrm flipH="1">
            <a:off x="9156700" y="3535680"/>
            <a:ext cx="533400" cy="533400"/>
          </a:xfrm>
          <a:prstGeom prst="line">
            <a:avLst/>
          </a:prstGeom>
          <a:noFill/>
          <a:ln w="38100">
            <a:solidFill>
              <a:srgbClr val="CC33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412" name="Text Box 11"/>
          <p:cNvSpPr txBox="1">
            <a:spLocks noChangeArrowheads="1"/>
          </p:cNvSpPr>
          <p:nvPr/>
        </p:nvSpPr>
        <p:spPr bwMode="auto">
          <a:xfrm>
            <a:off x="8318500" y="284988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B</a:t>
            </a:r>
            <a:endParaRPr lang="en-US" altLang="zh-CN" b="0">
              <a:latin typeface="Times New Roman" panose="02020603050405020304" charset="0"/>
            </a:endParaRPr>
          </a:p>
        </p:txBody>
      </p:sp>
      <p:sp>
        <p:nvSpPr>
          <p:cNvPr id="102413" name="Line 12"/>
          <p:cNvSpPr>
            <a:spLocks noChangeShapeType="1"/>
          </p:cNvSpPr>
          <p:nvPr/>
        </p:nvSpPr>
        <p:spPr bwMode="auto">
          <a:xfrm>
            <a:off x="8547100" y="3307080"/>
            <a:ext cx="0" cy="5334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414" name="Text Box 13"/>
          <p:cNvSpPr txBox="1">
            <a:spLocks noChangeArrowheads="1"/>
          </p:cNvSpPr>
          <p:nvPr/>
        </p:nvSpPr>
        <p:spPr bwMode="auto">
          <a:xfrm>
            <a:off x="7175500" y="414528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E</a:t>
            </a:r>
            <a:endParaRPr lang="en-US" altLang="zh-CN" b="0">
              <a:latin typeface="Times New Roman" panose="02020603050405020304" charset="0"/>
            </a:endParaRPr>
          </a:p>
        </p:txBody>
      </p:sp>
      <p:sp>
        <p:nvSpPr>
          <p:cNvPr id="102415" name="Line 14"/>
          <p:cNvSpPr>
            <a:spLocks noChangeShapeType="1"/>
          </p:cNvSpPr>
          <p:nvPr/>
        </p:nvSpPr>
        <p:spPr bwMode="auto">
          <a:xfrm>
            <a:off x="7632700" y="4450080"/>
            <a:ext cx="609600"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416" name="Text Box 15"/>
          <p:cNvSpPr txBox="1">
            <a:spLocks noChangeArrowheads="1"/>
          </p:cNvSpPr>
          <p:nvPr/>
        </p:nvSpPr>
        <p:spPr bwMode="auto">
          <a:xfrm>
            <a:off x="9461500" y="404368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F</a:t>
            </a:r>
            <a:endParaRPr lang="en-US" altLang="zh-CN" b="0">
              <a:latin typeface="Times New Roman" panose="02020603050405020304" charset="0"/>
            </a:endParaRPr>
          </a:p>
        </p:txBody>
      </p:sp>
      <p:sp>
        <p:nvSpPr>
          <p:cNvPr id="102417" name="Line 16"/>
          <p:cNvSpPr>
            <a:spLocks noChangeShapeType="1"/>
          </p:cNvSpPr>
          <p:nvPr/>
        </p:nvSpPr>
        <p:spPr bwMode="auto">
          <a:xfrm flipH="1">
            <a:off x="9156700" y="4450080"/>
            <a:ext cx="533400"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slow">
    <p:random/>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1.5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思维</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445" y="1637665"/>
            <a:ext cx="10872470" cy="3658870"/>
          </a:xfrm>
        </p:spPr>
        <p:txBody>
          <a:bodyPr/>
          <a:p>
            <a:pPr eaLnBrk="1" hangingPunct="1">
              <a:lnSpc>
                <a:spcPct val="90000"/>
              </a:lnSpc>
            </a:pPr>
            <a:r>
              <a:rPr lang="en-US" altLang="zh-CN" sz="2400" dirty="0">
                <a:sym typeface="+mn-ea"/>
              </a:rPr>
              <a:t>D.</a:t>
            </a:r>
            <a:r>
              <a:rPr lang="zh-CN" altLang="en-US" sz="2400" dirty="0">
                <a:sym typeface="+mn-ea"/>
              </a:rPr>
              <a:t>这些事物都呆在什么地方？</a:t>
            </a:r>
            <a:endParaRPr lang="zh-CN" altLang="en-US" sz="2400" dirty="0"/>
          </a:p>
          <a:p>
            <a:pPr lvl="1" eaLnBrk="1" hangingPunct="1">
              <a:lnSpc>
                <a:spcPct val="90000"/>
              </a:lnSpc>
              <a:buFont typeface="Wingdings" panose="05000000000000000000" charset="0"/>
              <a:buChar char=""/>
            </a:pPr>
            <a:r>
              <a:rPr lang="zh-CN" altLang="en-US" sz="2400" dirty="0">
                <a:sym typeface="+mn-ea"/>
              </a:rPr>
              <a:t>每个事物都会有它</a:t>
            </a:r>
            <a:r>
              <a:rPr lang="zh-CN" altLang="en-US" sz="2400" dirty="0">
                <a:highlight>
                  <a:srgbClr val="FFFF00"/>
                </a:highlight>
                <a:sym typeface="+mn-ea"/>
              </a:rPr>
              <a:t>合理的或者必须的空间位置和逻辑位置</a:t>
            </a:r>
            <a:r>
              <a:rPr lang="zh-CN" altLang="en-US" sz="2400" dirty="0">
                <a:sym typeface="+mn-ea"/>
              </a:rPr>
              <a:t>。尤其当这些位置对事物的行为造成重要影响的时候，表明他们的位置极其重要</a:t>
            </a:r>
            <a:endParaRPr lang="zh-CN" altLang="en-US" sz="2400" dirty="0"/>
          </a:p>
          <a:p>
            <a:pPr lvl="2" eaLnBrk="1" hangingPunct="1">
              <a:lnSpc>
                <a:spcPct val="90000"/>
              </a:lnSpc>
              <a:buFont typeface="Wingdings" panose="05000000000000000000" charset="0"/>
              <a:buChar char=""/>
            </a:pPr>
            <a:r>
              <a:rPr lang="zh-CN" altLang="en-US" sz="2400" dirty="0">
                <a:sym typeface="+mn-ea"/>
              </a:rPr>
              <a:t>本剧列出的位置对故事主要情节没有太大的影响，系统中不予考虑</a:t>
            </a:r>
            <a:endParaRPr lang="zh-CN" altLang="en-US" sz="2400" dirty="0"/>
          </a:p>
          <a:p>
            <a:pPr eaLnBrk="1" hangingPunct="1"/>
            <a:endParaRPr lang="en-US" altLang="zh-CN" sz="2800" b="1" dirty="0"/>
          </a:p>
          <a:p>
            <a:pPr marL="457200" lvl="1" indent="0" eaLnBrk="1" hangingPunct="1">
              <a:buFont typeface="Wingdings" panose="05000000000000000000" charset="0"/>
              <a:buNone/>
            </a:pPr>
            <a:endParaRPr lang="zh-CN" altLang="en-US" sz="2400" dirty="0"/>
          </a:p>
          <a:p>
            <a:pPr lvl="1" eaLnBrk="1" hangingPunct="1">
              <a:buFont typeface="Wingdings" panose="05000000000000000000" charset="0"/>
              <a:buChar char=""/>
            </a:pPr>
            <a:endParaRPr lang="en-US" altLang="zh-CN" sz="24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sp>
        <p:nvSpPr>
          <p:cNvPr id="2" name="文本框 1"/>
          <p:cNvSpPr txBox="1"/>
          <p:nvPr/>
        </p:nvSpPr>
        <p:spPr>
          <a:xfrm>
            <a:off x="0" y="909320"/>
            <a:ext cx="12190095" cy="521970"/>
          </a:xfrm>
          <a:prstGeom prst="rect">
            <a:avLst/>
          </a:prstGeom>
          <a:noFill/>
        </p:spPr>
        <p:txBody>
          <a:bodyPr wrap="square" rtlCol="0" anchor="t">
            <a:spAutoFit/>
          </a:bodyPr>
          <a:p>
            <a:pPr marL="0" indent="0" eaLnBrk="1" hangingPunct="1">
              <a:buNone/>
            </a:pPr>
            <a:r>
              <a:rPr lang="zh-CN" altLang="en-US" sz="2800" b="1" dirty="0">
                <a:sym typeface="+mn-ea"/>
              </a:rPr>
              <a:t>用对象观点认识事物</a:t>
            </a:r>
            <a:endParaRPr lang="zh-CN" altLang="en-US" sz="2800" b="1" dirty="0">
              <a:sym typeface="+mn-ea"/>
            </a:endParaRPr>
          </a:p>
        </p:txBody>
      </p:sp>
      <p:sp>
        <p:nvSpPr>
          <p:cNvPr id="103429" name="Rectangle 4"/>
          <p:cNvSpPr>
            <a:spLocks noChangeArrowheads="1"/>
          </p:cNvSpPr>
          <p:nvPr/>
        </p:nvSpPr>
        <p:spPr bwMode="auto">
          <a:xfrm>
            <a:off x="5497830" y="4552355"/>
            <a:ext cx="1143000" cy="1066800"/>
          </a:xfrm>
          <a:prstGeom prst="rect">
            <a:avLst/>
          </a:prstGeom>
          <a:solidFill>
            <a:schemeClr val="accent1"/>
          </a:solidFill>
          <a:ln w="9525">
            <a:miter lim="800000"/>
          </a:ln>
          <a:scene3d>
            <a:camera prst="legacyObliqueTopRight"/>
            <a:lightRig rig="legacyFlat3" dir="b"/>
          </a:scene3d>
          <a:sp3d extrusionH="989000" prstMaterial="legacyWireframe">
            <a:bevelT w="13500" h="13500" prst="angle"/>
            <a:bevelB w="13500" h="13500" prst="angle"/>
            <a:extrusionClr>
              <a:schemeClr val="accent1"/>
            </a:extrusionClr>
          </a:sp3d>
        </p:spPr>
        <p:txBody>
          <a:bodyPr wrap="none" anchor="ctr">
            <a:flatTx/>
          </a:bodyPr>
          <a:lstStyle/>
          <a:p>
            <a:endParaRPr lang="zh-CN" altLang="en-US"/>
          </a:p>
        </p:txBody>
      </p:sp>
      <p:sp>
        <p:nvSpPr>
          <p:cNvPr id="458757" name="Text Box 5"/>
          <p:cNvSpPr txBox="1">
            <a:spLocks noChangeArrowheads="1"/>
          </p:cNvSpPr>
          <p:nvPr/>
        </p:nvSpPr>
        <p:spPr bwMode="auto">
          <a:xfrm>
            <a:off x="5888355" y="6135092"/>
            <a:ext cx="533400" cy="457200"/>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a:solidFill>
                  <a:srgbClr val="CC3300"/>
                </a:solidFill>
                <a:effectLst>
                  <a:outerShdw blurRad="38100" dist="38100" dir="2700000" algn="tl">
                    <a:srgbClr val="C0C0C0"/>
                  </a:outerShdw>
                </a:effectLst>
                <a:latin typeface="Times New Roman" panose="02020603050405020304" charset="0"/>
              </a:rPr>
              <a:t>D</a:t>
            </a:r>
            <a:endParaRPr lang="en-US" altLang="zh-CN">
              <a:solidFill>
                <a:srgbClr val="CC3300"/>
              </a:solidFill>
              <a:effectLst>
                <a:outerShdw blurRad="38100" dist="38100" dir="2700000" algn="tl">
                  <a:srgbClr val="C0C0C0"/>
                </a:outerShdw>
              </a:effectLst>
              <a:latin typeface="Times New Roman" panose="02020603050405020304" charset="0"/>
            </a:endParaRPr>
          </a:p>
        </p:txBody>
      </p:sp>
      <p:sp>
        <p:nvSpPr>
          <p:cNvPr id="103431" name="Line 6"/>
          <p:cNvSpPr>
            <a:spLocks noChangeShapeType="1"/>
          </p:cNvSpPr>
          <p:nvPr/>
        </p:nvSpPr>
        <p:spPr bwMode="auto">
          <a:xfrm flipV="1">
            <a:off x="6107430" y="5528667"/>
            <a:ext cx="0" cy="609600"/>
          </a:xfrm>
          <a:prstGeom prst="line">
            <a:avLst/>
          </a:prstGeom>
          <a:noFill/>
          <a:ln w="38100">
            <a:solidFill>
              <a:srgbClr val="CC33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32" name="Text Box 7"/>
          <p:cNvSpPr txBox="1">
            <a:spLocks noChangeArrowheads="1"/>
          </p:cNvSpPr>
          <p:nvPr/>
        </p:nvSpPr>
        <p:spPr bwMode="auto">
          <a:xfrm>
            <a:off x="4964430" y="5681067"/>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A</a:t>
            </a:r>
            <a:endParaRPr lang="en-US" altLang="zh-CN" b="0">
              <a:latin typeface="Times New Roman" panose="02020603050405020304" charset="0"/>
            </a:endParaRPr>
          </a:p>
        </p:txBody>
      </p:sp>
      <p:sp>
        <p:nvSpPr>
          <p:cNvPr id="103433" name="Line 8"/>
          <p:cNvSpPr>
            <a:spLocks noChangeShapeType="1"/>
          </p:cNvSpPr>
          <p:nvPr/>
        </p:nvSpPr>
        <p:spPr bwMode="auto">
          <a:xfrm flipV="1">
            <a:off x="5193030" y="5223867"/>
            <a:ext cx="609600" cy="5334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34" name="Text Box 9"/>
          <p:cNvSpPr txBox="1">
            <a:spLocks noChangeArrowheads="1"/>
          </p:cNvSpPr>
          <p:nvPr/>
        </p:nvSpPr>
        <p:spPr bwMode="auto">
          <a:xfrm>
            <a:off x="6869430" y="3852267"/>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C</a:t>
            </a:r>
            <a:endParaRPr lang="en-US" altLang="zh-CN" b="0">
              <a:latin typeface="Times New Roman" panose="02020603050405020304" charset="0"/>
            </a:endParaRPr>
          </a:p>
        </p:txBody>
      </p:sp>
      <p:sp>
        <p:nvSpPr>
          <p:cNvPr id="103435" name="Line 10"/>
          <p:cNvSpPr>
            <a:spLocks noChangeShapeType="1"/>
          </p:cNvSpPr>
          <p:nvPr/>
        </p:nvSpPr>
        <p:spPr bwMode="auto">
          <a:xfrm flipH="1">
            <a:off x="6717030" y="4157067"/>
            <a:ext cx="533400" cy="5334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36" name="Text Box 11"/>
          <p:cNvSpPr txBox="1">
            <a:spLocks noChangeArrowheads="1"/>
          </p:cNvSpPr>
          <p:nvPr/>
        </p:nvSpPr>
        <p:spPr bwMode="auto">
          <a:xfrm>
            <a:off x="5878830" y="3471267"/>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B</a:t>
            </a:r>
            <a:endParaRPr lang="en-US" altLang="zh-CN" b="0">
              <a:latin typeface="Times New Roman" panose="02020603050405020304" charset="0"/>
            </a:endParaRPr>
          </a:p>
        </p:txBody>
      </p:sp>
      <p:sp>
        <p:nvSpPr>
          <p:cNvPr id="103437" name="Line 12"/>
          <p:cNvSpPr>
            <a:spLocks noChangeShapeType="1"/>
          </p:cNvSpPr>
          <p:nvPr/>
        </p:nvSpPr>
        <p:spPr bwMode="auto">
          <a:xfrm>
            <a:off x="6107430" y="3928467"/>
            <a:ext cx="0" cy="5334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38" name="Text Box 13"/>
          <p:cNvSpPr txBox="1">
            <a:spLocks noChangeArrowheads="1"/>
          </p:cNvSpPr>
          <p:nvPr/>
        </p:nvSpPr>
        <p:spPr bwMode="auto">
          <a:xfrm>
            <a:off x="4735830" y="4766667"/>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E</a:t>
            </a:r>
            <a:endParaRPr lang="en-US" altLang="zh-CN" b="0">
              <a:latin typeface="Times New Roman" panose="02020603050405020304" charset="0"/>
            </a:endParaRPr>
          </a:p>
        </p:txBody>
      </p:sp>
      <p:sp>
        <p:nvSpPr>
          <p:cNvPr id="103439" name="Line 14"/>
          <p:cNvSpPr>
            <a:spLocks noChangeShapeType="1"/>
          </p:cNvSpPr>
          <p:nvPr/>
        </p:nvSpPr>
        <p:spPr bwMode="auto">
          <a:xfrm>
            <a:off x="5193030" y="5071467"/>
            <a:ext cx="609600"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40" name="Text Box 15"/>
          <p:cNvSpPr txBox="1">
            <a:spLocks noChangeArrowheads="1"/>
          </p:cNvSpPr>
          <p:nvPr/>
        </p:nvSpPr>
        <p:spPr bwMode="auto">
          <a:xfrm>
            <a:off x="7021830" y="4665067"/>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F</a:t>
            </a:r>
            <a:endParaRPr lang="en-US" altLang="zh-CN" b="0">
              <a:latin typeface="Times New Roman" panose="02020603050405020304" charset="0"/>
            </a:endParaRPr>
          </a:p>
        </p:txBody>
      </p:sp>
      <p:sp>
        <p:nvSpPr>
          <p:cNvPr id="103441" name="Line 16"/>
          <p:cNvSpPr>
            <a:spLocks noChangeShapeType="1"/>
          </p:cNvSpPr>
          <p:nvPr/>
        </p:nvSpPr>
        <p:spPr bwMode="auto">
          <a:xfrm flipH="1">
            <a:off x="6717030" y="5071467"/>
            <a:ext cx="533400"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slow">
    <p:random/>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1.5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思维</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445" y="1637665"/>
            <a:ext cx="8061325" cy="4972050"/>
          </a:xfrm>
        </p:spPr>
        <p:txBody>
          <a:bodyPr/>
          <a:p>
            <a:pPr eaLnBrk="1" hangingPunct="1">
              <a:lnSpc>
                <a:spcPct val="90000"/>
              </a:lnSpc>
            </a:pPr>
            <a:r>
              <a:rPr lang="en-US" altLang="zh-CN" sz="2400" dirty="0">
                <a:sym typeface="+mn-ea"/>
              </a:rPr>
              <a:t>E.</a:t>
            </a:r>
            <a:r>
              <a:rPr lang="zh-CN" altLang="en-US" sz="2400" dirty="0">
                <a:sym typeface="+mn-ea"/>
              </a:rPr>
              <a:t>这些事物之间有什么关系？</a:t>
            </a:r>
            <a:endParaRPr lang="zh-CN" altLang="en-US" sz="2400" dirty="0"/>
          </a:p>
          <a:p>
            <a:pPr lvl="1" eaLnBrk="1" hangingPunct="1">
              <a:lnSpc>
                <a:spcPct val="110000"/>
              </a:lnSpc>
              <a:buFont typeface="Wingdings" panose="05000000000000000000" charset="0"/>
              <a:buChar char=""/>
            </a:pPr>
            <a:r>
              <a:rPr lang="zh-CN" altLang="en-US" sz="2400" dirty="0">
                <a:highlight>
                  <a:srgbClr val="FFFF00"/>
                </a:highlight>
                <a:sym typeface="+mn-ea"/>
              </a:rPr>
              <a:t>事物之间的关系</a:t>
            </a:r>
            <a:r>
              <a:rPr lang="zh-CN" altLang="en-US" sz="2400" dirty="0">
                <a:sym typeface="+mn-ea"/>
              </a:rPr>
              <a:t>非常多，面向对象的观点一般分为主要的三类（关系）：</a:t>
            </a:r>
            <a:endParaRPr lang="zh-CN" altLang="en-US" sz="2400" dirty="0"/>
          </a:p>
          <a:p>
            <a:pPr marL="1371600" lvl="2" indent="-457200" eaLnBrk="1" hangingPunct="1">
              <a:lnSpc>
                <a:spcPct val="110000"/>
              </a:lnSpc>
              <a:buFont typeface="+mj-ea"/>
              <a:buAutoNum type="circleNumDbPlain"/>
            </a:pPr>
            <a:r>
              <a:rPr lang="zh-CN" altLang="en-US" sz="2400" dirty="0">
                <a:solidFill>
                  <a:srgbClr val="C00000"/>
                </a:solidFill>
                <a:sym typeface="+mn-ea"/>
              </a:rPr>
              <a:t>整体</a:t>
            </a:r>
            <a:r>
              <a:rPr lang="en-US" altLang="zh-CN" sz="2400" dirty="0">
                <a:solidFill>
                  <a:srgbClr val="C00000"/>
                </a:solidFill>
                <a:sym typeface="+mn-ea"/>
              </a:rPr>
              <a:t>-</a:t>
            </a:r>
            <a:r>
              <a:rPr lang="zh-CN" altLang="en-US" sz="2400" dirty="0">
                <a:solidFill>
                  <a:srgbClr val="C00000"/>
                </a:solidFill>
                <a:sym typeface="+mn-ea"/>
              </a:rPr>
              <a:t>部分关系（聚合和组合）</a:t>
            </a:r>
            <a:r>
              <a:rPr lang="zh-CN" altLang="en-US" sz="2400" dirty="0">
                <a:sym typeface="+mn-ea"/>
              </a:rPr>
              <a:t>，甲是乙的一个组成部分：如恋人和小伙，恋人和姑娘的关系</a:t>
            </a:r>
            <a:endParaRPr lang="zh-CN" altLang="en-US" sz="2400" dirty="0"/>
          </a:p>
          <a:p>
            <a:pPr marL="1371600" lvl="2" indent="-457200" eaLnBrk="1" hangingPunct="1">
              <a:lnSpc>
                <a:spcPct val="110000"/>
              </a:lnSpc>
              <a:buFont typeface="+mj-ea"/>
              <a:buAutoNum type="circleNumDbPlain"/>
            </a:pPr>
            <a:r>
              <a:rPr lang="zh-CN" altLang="en-US" sz="2400" dirty="0">
                <a:solidFill>
                  <a:srgbClr val="C00000"/>
                </a:solidFill>
                <a:sym typeface="+mn-ea"/>
              </a:rPr>
              <a:t>抽象</a:t>
            </a:r>
            <a:r>
              <a:rPr lang="en-US" altLang="zh-CN" sz="2400" dirty="0">
                <a:solidFill>
                  <a:srgbClr val="C00000"/>
                </a:solidFill>
                <a:sym typeface="+mn-ea"/>
              </a:rPr>
              <a:t>-</a:t>
            </a:r>
            <a:r>
              <a:rPr lang="zh-CN" altLang="en-US" sz="2400" dirty="0">
                <a:solidFill>
                  <a:srgbClr val="C00000"/>
                </a:solidFill>
                <a:sym typeface="+mn-ea"/>
              </a:rPr>
              <a:t>具体关系（泛化）</a:t>
            </a:r>
            <a:r>
              <a:rPr lang="zh-CN" altLang="en-US" sz="2400" dirty="0">
                <a:sym typeface="+mn-ea"/>
              </a:rPr>
              <a:t>，甲是乙的一个特例：如人和小伙，人和月老，人和姑娘的关系</a:t>
            </a:r>
            <a:endParaRPr lang="zh-CN" altLang="en-US" sz="2400" dirty="0"/>
          </a:p>
          <a:p>
            <a:pPr marL="1371600" lvl="2" indent="-457200" eaLnBrk="1" hangingPunct="1">
              <a:lnSpc>
                <a:spcPct val="110000"/>
              </a:lnSpc>
              <a:buFont typeface="+mj-ea"/>
              <a:buAutoNum type="circleNumDbPlain"/>
            </a:pPr>
            <a:r>
              <a:rPr lang="zh-CN" altLang="en-US" sz="2400" dirty="0">
                <a:solidFill>
                  <a:srgbClr val="C00000"/>
                </a:solidFill>
                <a:sym typeface="+mn-ea"/>
              </a:rPr>
              <a:t>协作关系（关联）</a:t>
            </a:r>
            <a:r>
              <a:rPr lang="zh-CN" altLang="en-US" sz="2400" dirty="0">
                <a:sym typeface="+mn-ea"/>
              </a:rPr>
              <a:t>，甲会对乙做点什么：如月老和小伙、姑娘，小伙和玫瑰，小伙和姑娘的关系</a:t>
            </a:r>
            <a:endParaRPr lang="zh-CN" altLang="en-US" sz="2400" dirty="0"/>
          </a:p>
          <a:p>
            <a:pPr eaLnBrk="1" hangingPunct="1"/>
            <a:endParaRPr lang="en-US" altLang="zh-CN" sz="2800" b="1" dirty="0"/>
          </a:p>
          <a:p>
            <a:pPr marL="457200" lvl="1" indent="0" eaLnBrk="1" hangingPunct="1">
              <a:buFont typeface="Wingdings" panose="05000000000000000000" charset="0"/>
              <a:buNone/>
            </a:pPr>
            <a:endParaRPr lang="zh-CN" altLang="en-US" sz="2400" dirty="0"/>
          </a:p>
          <a:p>
            <a:pPr lvl="1" eaLnBrk="1" hangingPunct="1">
              <a:buFont typeface="Wingdings" panose="05000000000000000000" charset="0"/>
              <a:buChar char=""/>
            </a:pPr>
            <a:endParaRPr lang="en-US" altLang="zh-CN" sz="24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sp>
        <p:nvSpPr>
          <p:cNvPr id="2" name="文本框 1"/>
          <p:cNvSpPr txBox="1"/>
          <p:nvPr/>
        </p:nvSpPr>
        <p:spPr>
          <a:xfrm>
            <a:off x="0" y="909320"/>
            <a:ext cx="12190095" cy="521970"/>
          </a:xfrm>
          <a:prstGeom prst="rect">
            <a:avLst/>
          </a:prstGeom>
          <a:noFill/>
        </p:spPr>
        <p:txBody>
          <a:bodyPr wrap="square" rtlCol="0" anchor="t">
            <a:spAutoFit/>
          </a:bodyPr>
          <a:p>
            <a:pPr marL="0" indent="0" eaLnBrk="1" hangingPunct="1">
              <a:buNone/>
            </a:pPr>
            <a:r>
              <a:rPr lang="zh-CN" altLang="en-US" sz="2800" b="1" dirty="0">
                <a:sym typeface="+mn-ea"/>
              </a:rPr>
              <a:t>用对象观点认识事物</a:t>
            </a:r>
            <a:endParaRPr lang="zh-CN" altLang="en-US" sz="2800" b="1" dirty="0">
              <a:sym typeface="+mn-ea"/>
            </a:endParaRPr>
          </a:p>
        </p:txBody>
      </p:sp>
      <p:sp>
        <p:nvSpPr>
          <p:cNvPr id="104453" name="Rectangle 4"/>
          <p:cNvSpPr>
            <a:spLocks noChangeArrowheads="1"/>
          </p:cNvSpPr>
          <p:nvPr/>
        </p:nvSpPr>
        <p:spPr bwMode="auto">
          <a:xfrm>
            <a:off x="9731375" y="3643948"/>
            <a:ext cx="1143000" cy="1066800"/>
          </a:xfrm>
          <a:prstGeom prst="rect">
            <a:avLst/>
          </a:prstGeom>
          <a:solidFill>
            <a:schemeClr val="accent1"/>
          </a:solidFill>
          <a:ln w="9525">
            <a:miter lim="800000"/>
          </a:ln>
          <a:scene3d>
            <a:camera prst="legacyObliqueTopRight"/>
            <a:lightRig rig="legacyFlat3" dir="b"/>
          </a:scene3d>
          <a:sp3d extrusionH="989000" prstMaterial="legacyWireframe">
            <a:bevelT w="13500" h="13500" prst="angle"/>
            <a:bevelB w="13500" h="13500" prst="angle"/>
            <a:extrusionClr>
              <a:schemeClr val="accent1"/>
            </a:extrusionClr>
          </a:sp3d>
        </p:spPr>
        <p:txBody>
          <a:bodyPr wrap="none" anchor="ctr">
            <a:flatTx/>
          </a:bodyPr>
          <a:lstStyle/>
          <a:p>
            <a:endParaRPr lang="zh-CN" altLang="en-US"/>
          </a:p>
        </p:txBody>
      </p:sp>
      <p:sp>
        <p:nvSpPr>
          <p:cNvPr id="104454" name="Text Box 5"/>
          <p:cNvSpPr txBox="1">
            <a:spLocks noChangeArrowheads="1"/>
          </p:cNvSpPr>
          <p:nvPr/>
        </p:nvSpPr>
        <p:spPr bwMode="auto">
          <a:xfrm>
            <a:off x="10121900" y="522668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D</a:t>
            </a:r>
            <a:endParaRPr lang="en-US" altLang="zh-CN" b="0">
              <a:latin typeface="Times New Roman" panose="02020603050405020304" charset="0"/>
            </a:endParaRPr>
          </a:p>
        </p:txBody>
      </p:sp>
      <p:sp>
        <p:nvSpPr>
          <p:cNvPr id="104455" name="Line 6"/>
          <p:cNvSpPr>
            <a:spLocks noChangeShapeType="1"/>
          </p:cNvSpPr>
          <p:nvPr/>
        </p:nvSpPr>
        <p:spPr bwMode="auto">
          <a:xfrm flipV="1">
            <a:off x="10340975" y="4620260"/>
            <a:ext cx="0" cy="6096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4456" name="Text Box 7"/>
          <p:cNvSpPr txBox="1">
            <a:spLocks noChangeArrowheads="1"/>
          </p:cNvSpPr>
          <p:nvPr/>
        </p:nvSpPr>
        <p:spPr bwMode="auto">
          <a:xfrm>
            <a:off x="9197975" y="477266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A</a:t>
            </a:r>
            <a:endParaRPr lang="en-US" altLang="zh-CN" b="0">
              <a:latin typeface="Times New Roman" panose="02020603050405020304" charset="0"/>
            </a:endParaRPr>
          </a:p>
        </p:txBody>
      </p:sp>
      <p:sp>
        <p:nvSpPr>
          <p:cNvPr id="104457" name="Line 8"/>
          <p:cNvSpPr>
            <a:spLocks noChangeShapeType="1"/>
          </p:cNvSpPr>
          <p:nvPr/>
        </p:nvSpPr>
        <p:spPr bwMode="auto">
          <a:xfrm flipV="1">
            <a:off x="9426575" y="4315460"/>
            <a:ext cx="609600" cy="5334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4458" name="Text Box 9"/>
          <p:cNvSpPr txBox="1">
            <a:spLocks noChangeArrowheads="1"/>
          </p:cNvSpPr>
          <p:nvPr/>
        </p:nvSpPr>
        <p:spPr bwMode="auto">
          <a:xfrm>
            <a:off x="11102975" y="294386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C</a:t>
            </a:r>
            <a:endParaRPr lang="en-US" altLang="zh-CN" b="0">
              <a:latin typeface="Times New Roman" panose="02020603050405020304" charset="0"/>
            </a:endParaRPr>
          </a:p>
        </p:txBody>
      </p:sp>
      <p:sp>
        <p:nvSpPr>
          <p:cNvPr id="104459" name="Line 10"/>
          <p:cNvSpPr>
            <a:spLocks noChangeShapeType="1"/>
          </p:cNvSpPr>
          <p:nvPr/>
        </p:nvSpPr>
        <p:spPr bwMode="auto">
          <a:xfrm flipH="1">
            <a:off x="10950575" y="3248660"/>
            <a:ext cx="533400" cy="5334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4460" name="Text Box 11"/>
          <p:cNvSpPr txBox="1">
            <a:spLocks noChangeArrowheads="1"/>
          </p:cNvSpPr>
          <p:nvPr/>
        </p:nvSpPr>
        <p:spPr bwMode="auto">
          <a:xfrm>
            <a:off x="10112375" y="256286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B</a:t>
            </a:r>
            <a:endParaRPr lang="en-US" altLang="zh-CN" b="0">
              <a:latin typeface="Times New Roman" panose="02020603050405020304" charset="0"/>
            </a:endParaRPr>
          </a:p>
        </p:txBody>
      </p:sp>
      <p:sp>
        <p:nvSpPr>
          <p:cNvPr id="104461" name="Line 12"/>
          <p:cNvSpPr>
            <a:spLocks noChangeShapeType="1"/>
          </p:cNvSpPr>
          <p:nvPr/>
        </p:nvSpPr>
        <p:spPr bwMode="auto">
          <a:xfrm>
            <a:off x="10340975" y="3020060"/>
            <a:ext cx="0" cy="5334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59789" name="Text Box 13"/>
          <p:cNvSpPr txBox="1">
            <a:spLocks noChangeArrowheads="1"/>
          </p:cNvSpPr>
          <p:nvPr/>
        </p:nvSpPr>
        <p:spPr bwMode="auto">
          <a:xfrm>
            <a:off x="8969375" y="3858260"/>
            <a:ext cx="533400" cy="457200"/>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a:solidFill>
                  <a:srgbClr val="CC3300"/>
                </a:solidFill>
                <a:effectLst>
                  <a:outerShdw blurRad="38100" dist="38100" dir="2700000" algn="tl">
                    <a:srgbClr val="C0C0C0"/>
                  </a:outerShdw>
                </a:effectLst>
                <a:latin typeface="Times New Roman" panose="02020603050405020304" charset="0"/>
              </a:rPr>
              <a:t>E</a:t>
            </a:r>
            <a:endParaRPr lang="en-US" altLang="zh-CN">
              <a:solidFill>
                <a:srgbClr val="CC3300"/>
              </a:solidFill>
              <a:effectLst>
                <a:outerShdw blurRad="38100" dist="38100" dir="2700000" algn="tl">
                  <a:srgbClr val="C0C0C0"/>
                </a:outerShdw>
              </a:effectLst>
              <a:latin typeface="Times New Roman" panose="02020603050405020304" charset="0"/>
            </a:endParaRPr>
          </a:p>
        </p:txBody>
      </p:sp>
      <p:sp>
        <p:nvSpPr>
          <p:cNvPr id="104463" name="Line 14"/>
          <p:cNvSpPr>
            <a:spLocks noChangeShapeType="1"/>
          </p:cNvSpPr>
          <p:nvPr/>
        </p:nvSpPr>
        <p:spPr bwMode="auto">
          <a:xfrm>
            <a:off x="9426575" y="4163060"/>
            <a:ext cx="609600" cy="0"/>
          </a:xfrm>
          <a:prstGeom prst="line">
            <a:avLst/>
          </a:prstGeom>
          <a:noFill/>
          <a:ln w="38100">
            <a:solidFill>
              <a:srgbClr val="CC33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4464" name="Text Box 15"/>
          <p:cNvSpPr txBox="1">
            <a:spLocks noChangeArrowheads="1"/>
          </p:cNvSpPr>
          <p:nvPr/>
        </p:nvSpPr>
        <p:spPr bwMode="auto">
          <a:xfrm>
            <a:off x="11255375" y="375666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F</a:t>
            </a:r>
            <a:endParaRPr lang="en-US" altLang="zh-CN" b="0">
              <a:latin typeface="Times New Roman" panose="02020603050405020304" charset="0"/>
            </a:endParaRPr>
          </a:p>
        </p:txBody>
      </p:sp>
      <p:sp>
        <p:nvSpPr>
          <p:cNvPr id="104465" name="Line 16"/>
          <p:cNvSpPr>
            <a:spLocks noChangeShapeType="1"/>
          </p:cNvSpPr>
          <p:nvPr/>
        </p:nvSpPr>
        <p:spPr bwMode="auto">
          <a:xfrm flipH="1">
            <a:off x="10950575" y="4163060"/>
            <a:ext cx="533400"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slow">
    <p:random/>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1.5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思维</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43011" name="内容占位符 2"/>
          <p:cNvSpPr>
            <a:spLocks noGrp="1"/>
          </p:cNvSpPr>
          <p:nvPr>
            <p:ph idx="1"/>
          </p:nvPr>
        </p:nvSpPr>
        <p:spPr>
          <a:xfrm>
            <a:off x="766445" y="1637665"/>
            <a:ext cx="8061325" cy="3658870"/>
          </a:xfrm>
        </p:spPr>
        <p:txBody>
          <a:bodyPr/>
          <a:p>
            <a:pPr eaLnBrk="1" hangingPunct="1">
              <a:lnSpc>
                <a:spcPct val="80000"/>
              </a:lnSpc>
            </a:pPr>
            <a:r>
              <a:rPr lang="en-US" altLang="zh-CN" sz="2400" dirty="0">
                <a:sym typeface="+mn-ea"/>
              </a:rPr>
              <a:t>F.</a:t>
            </a:r>
            <a:r>
              <a:rPr lang="zh-CN" altLang="en-US" sz="2400" dirty="0">
                <a:sym typeface="+mn-ea"/>
              </a:rPr>
              <a:t>这些事物是</a:t>
            </a:r>
            <a:r>
              <a:rPr lang="zh-CN" altLang="en-US" sz="2400" dirty="0">
                <a:highlight>
                  <a:srgbClr val="FFFF00"/>
                </a:highlight>
                <a:sym typeface="+mn-ea"/>
              </a:rPr>
              <a:t>怎么成事</a:t>
            </a:r>
            <a:r>
              <a:rPr lang="zh-CN" altLang="en-US" sz="2400" dirty="0">
                <a:sym typeface="+mn-ea"/>
              </a:rPr>
              <a:t>的？（协作）</a:t>
            </a:r>
            <a:endParaRPr lang="zh-CN" altLang="en-US" sz="2400" dirty="0"/>
          </a:p>
          <a:p>
            <a:pPr lvl="1" eaLnBrk="1" hangingPunct="1">
              <a:lnSpc>
                <a:spcPct val="120000"/>
              </a:lnSpc>
              <a:buFont typeface="Wingdings" panose="05000000000000000000" charset="0"/>
              <a:buChar char=""/>
            </a:pPr>
            <a:r>
              <a:rPr lang="zh-CN" altLang="en-US" sz="2400" dirty="0">
                <a:sym typeface="+mn-ea"/>
              </a:rPr>
              <a:t>每个事物都会尽量利用伙伴的能力</a:t>
            </a:r>
            <a:endParaRPr lang="zh-CN" altLang="en-US" sz="2400" dirty="0"/>
          </a:p>
          <a:p>
            <a:pPr lvl="1" eaLnBrk="1" hangingPunct="1">
              <a:lnSpc>
                <a:spcPct val="120000"/>
              </a:lnSpc>
              <a:buFont typeface="Wingdings" panose="05000000000000000000" charset="0"/>
              <a:buChar char=""/>
            </a:pPr>
            <a:r>
              <a:rPr lang="zh-CN" altLang="en-US" sz="2400" dirty="0">
                <a:sym typeface="+mn-ea"/>
              </a:rPr>
              <a:t>整体事物的能力依靠部分事物的能力</a:t>
            </a:r>
            <a:endParaRPr lang="zh-CN" altLang="en-US" sz="2400" dirty="0"/>
          </a:p>
          <a:p>
            <a:pPr lvl="1" eaLnBrk="1" hangingPunct="1">
              <a:lnSpc>
                <a:spcPct val="120000"/>
              </a:lnSpc>
              <a:buFont typeface="Wingdings" panose="05000000000000000000" charset="0"/>
              <a:buChar char=""/>
            </a:pPr>
            <a:r>
              <a:rPr lang="zh-CN" altLang="en-US" sz="2400" dirty="0">
                <a:sym typeface="+mn-ea"/>
              </a:rPr>
              <a:t>抽象事物的属性和能力就是具体事物的属性和能力；具体事物除了有抽象事物的属性和能力外，还可以有自己特殊的</a:t>
            </a:r>
            <a:endParaRPr lang="zh-CN" altLang="en-US" sz="2400" dirty="0"/>
          </a:p>
          <a:p>
            <a:pPr lvl="1" eaLnBrk="1" hangingPunct="1">
              <a:lnSpc>
                <a:spcPct val="120000"/>
              </a:lnSpc>
              <a:buFont typeface="Wingdings" panose="05000000000000000000" charset="0"/>
              <a:buChar char=""/>
            </a:pPr>
            <a:r>
              <a:rPr lang="zh-CN" altLang="en-US" sz="2400" dirty="0">
                <a:sym typeface="+mn-ea"/>
              </a:rPr>
              <a:t>事物</a:t>
            </a:r>
            <a:r>
              <a:rPr lang="zh-CN" altLang="en-US" sz="2400" dirty="0">
                <a:highlight>
                  <a:srgbClr val="FFFF00"/>
                </a:highlight>
                <a:sym typeface="+mn-ea"/>
              </a:rPr>
              <a:t>分工协作，互通信息</a:t>
            </a:r>
            <a:r>
              <a:rPr lang="zh-CN" altLang="en-US" sz="2400" dirty="0">
                <a:sym typeface="+mn-ea"/>
              </a:rPr>
              <a:t>，共同完成整体的目标</a:t>
            </a:r>
            <a:endParaRPr lang="zh-CN" altLang="en-US" sz="2400" dirty="0"/>
          </a:p>
          <a:p>
            <a:pPr lvl="1" eaLnBrk="1" hangingPunct="1">
              <a:lnSpc>
                <a:spcPct val="120000"/>
              </a:lnSpc>
              <a:buFont typeface="Wingdings" panose="05000000000000000000" charset="0"/>
              <a:buChar char=""/>
            </a:pPr>
            <a:r>
              <a:rPr lang="zh-CN" altLang="en-US" sz="2400" dirty="0">
                <a:sym typeface="+mn-ea"/>
              </a:rPr>
              <a:t>面向对象的分析和设计的核心</a:t>
            </a:r>
            <a:endParaRPr lang="zh-CN" altLang="en-US" sz="2400" dirty="0"/>
          </a:p>
          <a:p>
            <a:pPr eaLnBrk="1" hangingPunct="1"/>
            <a:endParaRPr lang="en-US" altLang="zh-CN" sz="2800" b="1" dirty="0"/>
          </a:p>
          <a:p>
            <a:pPr marL="457200" lvl="1" indent="0" eaLnBrk="1" hangingPunct="1">
              <a:buFont typeface="Wingdings" panose="05000000000000000000" charset="0"/>
              <a:buNone/>
            </a:pPr>
            <a:endParaRPr lang="zh-CN" altLang="en-US" sz="2400" dirty="0"/>
          </a:p>
          <a:p>
            <a:pPr lvl="1" eaLnBrk="1" hangingPunct="1">
              <a:buFont typeface="Wingdings" panose="05000000000000000000" charset="0"/>
              <a:buChar char=""/>
            </a:pPr>
            <a:endParaRPr lang="en-US" altLang="zh-CN" sz="2400">
              <a:sym typeface="+mn-ea"/>
            </a:endParaRPr>
          </a:p>
          <a:p>
            <a:pPr marL="457200" lvl="1" indent="0" eaLnBrk="1" hangingPunct="1">
              <a:buFont typeface="Wingdings" panose="05000000000000000000" charset="0"/>
              <a:buNone/>
            </a:pPr>
            <a:r>
              <a:rPr lang="zh-CN" altLang="en-US" sz="2600" dirty="0">
                <a:sym typeface="+mn-ea"/>
              </a:rPr>
              <a:t> </a:t>
            </a:r>
            <a:endParaRPr lang="en-US" altLang="zh-CN" sz="2600" dirty="0"/>
          </a:p>
          <a:p>
            <a:pPr lvl="1" eaLnBrk="1" hangingPunct="1"/>
            <a:endParaRPr lang="zh-CN" altLang="en-US" sz="2800" dirty="0">
              <a:sym typeface="+mn-ea"/>
            </a:endParaRPr>
          </a:p>
          <a:p>
            <a:pPr lvl="1" eaLnBrk="1" hangingPunct="1">
              <a:lnSpc>
                <a:spcPct val="120000"/>
              </a:lnSpc>
              <a:buNone/>
            </a:pPr>
            <a:endParaRPr lang="en-US" altLang="zh-CN" sz="2000" dirty="0"/>
          </a:p>
          <a:p>
            <a:pPr lvl="1" eaLnBrk="1" hangingPunct="1"/>
            <a:endParaRPr lang="zh-CN" altLang="en-US" sz="2400" dirty="0"/>
          </a:p>
        </p:txBody>
      </p:sp>
      <p:sp>
        <p:nvSpPr>
          <p:cNvPr id="2" name="文本框 1"/>
          <p:cNvSpPr txBox="1"/>
          <p:nvPr/>
        </p:nvSpPr>
        <p:spPr>
          <a:xfrm>
            <a:off x="0" y="909320"/>
            <a:ext cx="12190095" cy="521970"/>
          </a:xfrm>
          <a:prstGeom prst="rect">
            <a:avLst/>
          </a:prstGeom>
          <a:noFill/>
        </p:spPr>
        <p:txBody>
          <a:bodyPr wrap="square" rtlCol="0" anchor="t">
            <a:spAutoFit/>
          </a:bodyPr>
          <a:p>
            <a:pPr marL="0" indent="0" eaLnBrk="1" hangingPunct="1">
              <a:buNone/>
            </a:pPr>
            <a:r>
              <a:rPr lang="zh-CN" altLang="en-US" sz="2800" b="1" dirty="0">
                <a:sym typeface="+mn-ea"/>
              </a:rPr>
              <a:t>用对象观点认识事物</a:t>
            </a:r>
            <a:endParaRPr lang="zh-CN" altLang="en-US" sz="2800" b="1" dirty="0">
              <a:sym typeface="+mn-ea"/>
            </a:endParaRPr>
          </a:p>
        </p:txBody>
      </p:sp>
      <p:sp>
        <p:nvSpPr>
          <p:cNvPr id="105477" name="Rectangle 4"/>
          <p:cNvSpPr>
            <a:spLocks noChangeArrowheads="1"/>
          </p:cNvSpPr>
          <p:nvPr/>
        </p:nvSpPr>
        <p:spPr bwMode="auto">
          <a:xfrm>
            <a:off x="9516730" y="3117254"/>
            <a:ext cx="1143000" cy="1066800"/>
          </a:xfrm>
          <a:prstGeom prst="rect">
            <a:avLst/>
          </a:prstGeom>
          <a:solidFill>
            <a:schemeClr val="accent1"/>
          </a:solidFill>
          <a:ln w="9525">
            <a:miter lim="800000"/>
          </a:ln>
          <a:scene3d>
            <a:camera prst="legacyObliqueTopRight"/>
            <a:lightRig rig="legacyFlat3" dir="b"/>
          </a:scene3d>
          <a:sp3d extrusionH="989000" prstMaterial="legacyWireframe">
            <a:bevelT w="13500" h="13500" prst="angle"/>
            <a:bevelB w="13500" h="13500" prst="angle"/>
            <a:extrusionClr>
              <a:schemeClr val="accent1"/>
            </a:extrusionClr>
          </a:sp3d>
        </p:spPr>
        <p:txBody>
          <a:bodyPr wrap="none" anchor="ctr">
            <a:flatTx/>
          </a:bodyPr>
          <a:lstStyle/>
          <a:p>
            <a:endParaRPr lang="zh-CN" altLang="en-US"/>
          </a:p>
        </p:txBody>
      </p:sp>
      <p:sp>
        <p:nvSpPr>
          <p:cNvPr id="105478" name="Text Box 5"/>
          <p:cNvSpPr txBox="1">
            <a:spLocks noChangeArrowheads="1"/>
          </p:cNvSpPr>
          <p:nvPr/>
        </p:nvSpPr>
        <p:spPr bwMode="auto">
          <a:xfrm>
            <a:off x="9907255" y="4699992"/>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D</a:t>
            </a:r>
            <a:endParaRPr lang="en-US" altLang="zh-CN" b="0">
              <a:latin typeface="Times New Roman" panose="02020603050405020304" charset="0"/>
            </a:endParaRPr>
          </a:p>
        </p:txBody>
      </p:sp>
      <p:sp>
        <p:nvSpPr>
          <p:cNvPr id="105479" name="Line 6"/>
          <p:cNvSpPr>
            <a:spLocks noChangeShapeType="1"/>
          </p:cNvSpPr>
          <p:nvPr/>
        </p:nvSpPr>
        <p:spPr bwMode="auto">
          <a:xfrm flipV="1">
            <a:off x="10126330" y="4093567"/>
            <a:ext cx="0" cy="6096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5480" name="Text Box 7"/>
          <p:cNvSpPr txBox="1">
            <a:spLocks noChangeArrowheads="1"/>
          </p:cNvSpPr>
          <p:nvPr/>
        </p:nvSpPr>
        <p:spPr bwMode="auto">
          <a:xfrm>
            <a:off x="8983330" y="4245967"/>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A</a:t>
            </a:r>
            <a:endParaRPr lang="en-US" altLang="zh-CN" b="0">
              <a:latin typeface="Times New Roman" panose="02020603050405020304" charset="0"/>
            </a:endParaRPr>
          </a:p>
        </p:txBody>
      </p:sp>
      <p:sp>
        <p:nvSpPr>
          <p:cNvPr id="105481" name="Line 8"/>
          <p:cNvSpPr>
            <a:spLocks noChangeShapeType="1"/>
          </p:cNvSpPr>
          <p:nvPr/>
        </p:nvSpPr>
        <p:spPr bwMode="auto">
          <a:xfrm flipV="1">
            <a:off x="9211930" y="3788767"/>
            <a:ext cx="609600" cy="5334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5482" name="Text Box 9"/>
          <p:cNvSpPr txBox="1">
            <a:spLocks noChangeArrowheads="1"/>
          </p:cNvSpPr>
          <p:nvPr/>
        </p:nvSpPr>
        <p:spPr bwMode="auto">
          <a:xfrm>
            <a:off x="10888330" y="2417167"/>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C</a:t>
            </a:r>
            <a:endParaRPr lang="en-US" altLang="zh-CN" b="0">
              <a:latin typeface="Times New Roman" panose="02020603050405020304" charset="0"/>
            </a:endParaRPr>
          </a:p>
        </p:txBody>
      </p:sp>
      <p:sp>
        <p:nvSpPr>
          <p:cNvPr id="105483" name="Line 10"/>
          <p:cNvSpPr>
            <a:spLocks noChangeShapeType="1"/>
          </p:cNvSpPr>
          <p:nvPr/>
        </p:nvSpPr>
        <p:spPr bwMode="auto">
          <a:xfrm flipH="1">
            <a:off x="10735930" y="2721967"/>
            <a:ext cx="533400" cy="5334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5484" name="Text Box 11"/>
          <p:cNvSpPr txBox="1">
            <a:spLocks noChangeArrowheads="1"/>
          </p:cNvSpPr>
          <p:nvPr/>
        </p:nvSpPr>
        <p:spPr bwMode="auto">
          <a:xfrm>
            <a:off x="9897730" y="2036167"/>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B</a:t>
            </a:r>
            <a:endParaRPr lang="en-US" altLang="zh-CN" b="0">
              <a:latin typeface="Times New Roman" panose="02020603050405020304" charset="0"/>
            </a:endParaRPr>
          </a:p>
        </p:txBody>
      </p:sp>
      <p:sp>
        <p:nvSpPr>
          <p:cNvPr id="105485" name="Line 12"/>
          <p:cNvSpPr>
            <a:spLocks noChangeShapeType="1"/>
          </p:cNvSpPr>
          <p:nvPr/>
        </p:nvSpPr>
        <p:spPr bwMode="auto">
          <a:xfrm>
            <a:off x="10126330" y="2493367"/>
            <a:ext cx="0" cy="5334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5486" name="Text Box 13"/>
          <p:cNvSpPr txBox="1">
            <a:spLocks noChangeArrowheads="1"/>
          </p:cNvSpPr>
          <p:nvPr/>
        </p:nvSpPr>
        <p:spPr bwMode="auto">
          <a:xfrm>
            <a:off x="8754730" y="3331567"/>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b="0">
                <a:latin typeface="Times New Roman" panose="02020603050405020304" charset="0"/>
              </a:rPr>
              <a:t>E</a:t>
            </a:r>
            <a:endParaRPr lang="en-US" altLang="zh-CN" b="0">
              <a:latin typeface="Times New Roman" panose="02020603050405020304" charset="0"/>
            </a:endParaRPr>
          </a:p>
        </p:txBody>
      </p:sp>
      <p:sp>
        <p:nvSpPr>
          <p:cNvPr id="105487" name="Line 14"/>
          <p:cNvSpPr>
            <a:spLocks noChangeShapeType="1"/>
          </p:cNvSpPr>
          <p:nvPr/>
        </p:nvSpPr>
        <p:spPr bwMode="auto">
          <a:xfrm>
            <a:off x="9211930" y="3636367"/>
            <a:ext cx="609600"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60815" name="Text Box 15"/>
          <p:cNvSpPr txBox="1">
            <a:spLocks noChangeArrowheads="1"/>
          </p:cNvSpPr>
          <p:nvPr/>
        </p:nvSpPr>
        <p:spPr bwMode="auto">
          <a:xfrm>
            <a:off x="11040730" y="3229967"/>
            <a:ext cx="533400" cy="457200"/>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804030504040204" pitchFamily="34" charset="0"/>
                <a:ea typeface="宋体" pitchFamily="2" charset="-122"/>
              </a:defRPr>
            </a:lvl1pPr>
            <a:lvl2pPr marL="742950" indent="-285750" eaLnBrk="0" hangingPunct="0">
              <a:defRPr kumimoji="1" sz="2400" b="1">
                <a:solidFill>
                  <a:schemeClr val="tx1"/>
                </a:solidFill>
                <a:latin typeface="Tahoma" panose="020B0804030504040204" pitchFamily="34" charset="0"/>
                <a:ea typeface="宋体" pitchFamily="2" charset="-122"/>
              </a:defRPr>
            </a:lvl2pPr>
            <a:lvl3pPr marL="1143000" indent="-228600" eaLnBrk="0" hangingPunct="0">
              <a:defRPr kumimoji="1" sz="2400" b="1">
                <a:solidFill>
                  <a:schemeClr val="tx1"/>
                </a:solidFill>
                <a:latin typeface="Tahoma" panose="020B0804030504040204" pitchFamily="34" charset="0"/>
                <a:ea typeface="宋体" pitchFamily="2" charset="-122"/>
              </a:defRPr>
            </a:lvl3pPr>
            <a:lvl4pPr marL="1600200" indent="-228600" eaLnBrk="0" hangingPunct="0">
              <a:defRPr kumimoji="1" sz="2400" b="1">
                <a:solidFill>
                  <a:schemeClr val="tx1"/>
                </a:solidFill>
                <a:latin typeface="Tahoma" panose="020B0804030504040204" pitchFamily="34" charset="0"/>
                <a:ea typeface="宋体" pitchFamily="2" charset="-122"/>
              </a:defRPr>
            </a:lvl4pPr>
            <a:lvl5pPr marL="2057400" indent="-228600" eaLnBrk="0" hangingPunct="0">
              <a:defRPr kumimoji="1" sz="2400" b="1">
                <a:solidFill>
                  <a:schemeClr val="tx1"/>
                </a:solidFill>
                <a:latin typeface="Tahoma" panose="020B08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804030504040204" pitchFamily="34" charset="0"/>
                <a:ea typeface="宋体" pitchFamily="2" charset="-122"/>
              </a:defRPr>
            </a:lvl9pPr>
          </a:lstStyle>
          <a:p>
            <a:pPr eaLnBrk="1" hangingPunct="1">
              <a:spcBef>
                <a:spcPct val="50000"/>
              </a:spcBef>
            </a:pPr>
            <a:r>
              <a:rPr lang="en-US" altLang="zh-CN">
                <a:solidFill>
                  <a:srgbClr val="CC3300"/>
                </a:solidFill>
                <a:effectLst>
                  <a:outerShdw blurRad="38100" dist="38100" dir="2700000" algn="tl">
                    <a:srgbClr val="C0C0C0"/>
                  </a:outerShdw>
                </a:effectLst>
                <a:latin typeface="Times New Roman" panose="02020603050405020304" charset="0"/>
              </a:rPr>
              <a:t>F</a:t>
            </a:r>
            <a:endParaRPr lang="en-US" altLang="zh-CN">
              <a:solidFill>
                <a:srgbClr val="CC3300"/>
              </a:solidFill>
              <a:effectLst>
                <a:outerShdw blurRad="38100" dist="38100" dir="2700000" algn="tl">
                  <a:srgbClr val="C0C0C0"/>
                </a:outerShdw>
              </a:effectLst>
              <a:latin typeface="Times New Roman" panose="02020603050405020304" charset="0"/>
            </a:endParaRPr>
          </a:p>
        </p:txBody>
      </p:sp>
      <p:sp>
        <p:nvSpPr>
          <p:cNvPr id="105489" name="Line 16"/>
          <p:cNvSpPr>
            <a:spLocks noChangeShapeType="1"/>
          </p:cNvSpPr>
          <p:nvPr/>
        </p:nvSpPr>
        <p:spPr bwMode="auto">
          <a:xfrm flipH="1">
            <a:off x="10735930" y="3636367"/>
            <a:ext cx="533400" cy="0"/>
          </a:xfrm>
          <a:prstGeom prst="line">
            <a:avLst/>
          </a:prstGeom>
          <a:noFill/>
          <a:ln w="38100">
            <a:solidFill>
              <a:srgbClr val="CC33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slow">
    <p:random/>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1.5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思维</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2" name="文本框 1"/>
          <p:cNvSpPr txBox="1"/>
          <p:nvPr/>
        </p:nvSpPr>
        <p:spPr>
          <a:xfrm>
            <a:off x="0" y="909320"/>
            <a:ext cx="12190095" cy="521970"/>
          </a:xfrm>
          <a:prstGeom prst="rect">
            <a:avLst/>
          </a:prstGeom>
          <a:noFill/>
        </p:spPr>
        <p:txBody>
          <a:bodyPr wrap="square" rtlCol="0" anchor="t">
            <a:spAutoFit/>
          </a:bodyPr>
          <a:p>
            <a:pPr marL="0" indent="0" eaLnBrk="1" hangingPunct="1">
              <a:buNone/>
            </a:pPr>
            <a:r>
              <a:rPr lang="zh-CN" altLang="en-US" sz="2800" b="1" dirty="0">
                <a:sym typeface="+mn-ea"/>
              </a:rPr>
              <a:t>用对象观点认识事物</a:t>
            </a:r>
            <a:endParaRPr lang="zh-CN" altLang="en-US" sz="2800" b="1" dirty="0">
              <a:sym typeface="+mn-ea"/>
            </a:endParaRPr>
          </a:p>
        </p:txBody>
      </p:sp>
      <p:graphicFrame>
        <p:nvGraphicFramePr>
          <p:cNvPr id="461827" name="Group 3"/>
          <p:cNvGraphicFramePr>
            <a:graphicFrameLocks noGrp="1"/>
          </p:cNvGraphicFramePr>
          <p:nvPr>
            <p:ph idx="1"/>
            <p:custDataLst>
              <p:tags r:id="rId1"/>
            </p:custDataLst>
          </p:nvPr>
        </p:nvGraphicFramePr>
        <p:xfrm>
          <a:off x="2352675" y="1554798"/>
          <a:ext cx="7920038" cy="5090028"/>
        </p:xfrm>
        <a:graphic>
          <a:graphicData uri="http://schemas.openxmlformats.org/drawingml/2006/table">
            <a:tbl>
              <a:tblPr/>
              <a:tblGrid>
                <a:gridCol w="2084388"/>
                <a:gridCol w="2168525"/>
                <a:gridCol w="3667125"/>
              </a:tblGrid>
              <a:tr h="518160">
                <a:tc>
                  <a:txBody>
                    <a:bodyPr/>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dirty="0">
                          <a:ln>
                            <a:noFill/>
                          </a:ln>
                          <a:solidFill>
                            <a:srgbClr val="FF3300"/>
                          </a:solidFill>
                          <a:effectLst>
                            <a:outerShdw blurRad="38100" dist="38100" dir="2700000" algn="tl">
                              <a:srgbClr val="C0C0C0"/>
                            </a:outerShdw>
                          </a:effectLst>
                          <a:latin typeface="Tahoma" panose="020B0804030504040204" pitchFamily="34" charset="0"/>
                          <a:ea typeface="楷体_GB2312" pitchFamily="49" charset="-122"/>
                        </a:rPr>
                        <a:t>俗语</a:t>
                      </a:r>
                      <a:endParaRPr kumimoji="1" lang="zh-CN" altLang="en-US" sz="2800" b="1" i="0" u="none" strike="noStrike" cap="none" normalizeH="0" baseline="0" dirty="0">
                        <a:ln>
                          <a:noFill/>
                        </a:ln>
                        <a:solidFill>
                          <a:srgbClr val="FF3300"/>
                        </a:solidFill>
                        <a:effectLst>
                          <a:outerShdw blurRad="38100" dist="38100" dir="2700000" algn="tl">
                            <a:srgbClr val="C0C0C0"/>
                          </a:outerShdw>
                        </a:effectLst>
                        <a:latin typeface="Tahoma" panose="020B0804030504040204" pitchFamily="34" charset="0"/>
                        <a:ea typeface="楷体_GB2312" pitchFamily="49"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rgbClr val="FF3300"/>
                          </a:solidFill>
                          <a:effectLst>
                            <a:outerShdw blurRad="38100" dist="38100" dir="2700000" algn="tl">
                              <a:srgbClr val="C0C0C0"/>
                            </a:outerShdw>
                          </a:effectLst>
                          <a:latin typeface="Tahoma" panose="020B0804030504040204" pitchFamily="34" charset="0"/>
                          <a:ea typeface="楷体_GB2312" pitchFamily="49" charset="-122"/>
                        </a:rPr>
                        <a:t>术语</a:t>
                      </a:r>
                      <a:endParaRPr kumimoji="1" lang="zh-CN" altLang="en-US" sz="2800" b="1" i="0" u="none" strike="noStrike" cap="none" normalizeH="0" baseline="0">
                        <a:ln>
                          <a:noFill/>
                        </a:ln>
                        <a:solidFill>
                          <a:srgbClr val="FF3300"/>
                        </a:solidFill>
                        <a:effectLst>
                          <a:outerShdw blurRad="38100" dist="38100" dir="2700000" algn="tl">
                            <a:srgbClr val="C0C0C0"/>
                          </a:outerShdw>
                        </a:effectLst>
                        <a:latin typeface="Tahoma" panose="020B0804030504040204" pitchFamily="34" charset="0"/>
                        <a:ea typeface="楷体_GB2312" pitchFamily="49"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rgbClr val="FF3300"/>
                          </a:solidFill>
                          <a:effectLst>
                            <a:outerShdw blurRad="38100" dist="38100" dir="2700000" algn="tl">
                              <a:srgbClr val="C0C0C0"/>
                            </a:outerShdw>
                          </a:effectLst>
                          <a:latin typeface="Tahoma" panose="020B0804030504040204" pitchFamily="34" charset="0"/>
                          <a:ea typeface="楷体_GB2312" pitchFamily="49" charset="-122"/>
                        </a:rPr>
                        <a:t>例子</a:t>
                      </a:r>
                      <a:endParaRPr kumimoji="1" lang="zh-CN" altLang="en-US" sz="2800" b="1" i="0" u="none" strike="noStrike" cap="none" normalizeH="0" baseline="0">
                        <a:ln>
                          <a:noFill/>
                        </a:ln>
                        <a:solidFill>
                          <a:srgbClr val="FF3300"/>
                        </a:solidFill>
                        <a:effectLst>
                          <a:outerShdw blurRad="38100" dist="38100" dir="2700000" algn="tl">
                            <a:srgbClr val="C0C0C0"/>
                          </a:outerShdw>
                        </a:effectLst>
                        <a:latin typeface="Tahoma" panose="020B0804030504040204" pitchFamily="34" charset="0"/>
                        <a:ea typeface="楷体_GB2312" pitchFamily="49"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r>
              <a:tr h="457143">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出了什么事？</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rgbClr val="C00000"/>
                          </a:solidFill>
                          <a:effectLst/>
                          <a:latin typeface="Tahoma" panose="020B0804030504040204" pitchFamily="34" charset="0"/>
                          <a:ea typeface="宋体" pitchFamily="2" charset="-122"/>
                        </a:rPr>
                        <a:t>用例</a:t>
                      </a:r>
                      <a:endParaRPr kumimoji="1" lang="zh-CN" altLang="en-US" sz="2400" b="1" i="0" u="none" strike="noStrike" cap="none" normalizeH="0" baseline="0">
                        <a:ln>
                          <a:noFill/>
                        </a:ln>
                        <a:solidFill>
                          <a:srgbClr val="C00000"/>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我的一个朋友结了婚。</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r>
              <a:tr h="457143">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具体事物</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rgbClr val="C00000"/>
                          </a:solidFill>
                          <a:effectLst/>
                          <a:latin typeface="Tahoma" panose="020B0804030504040204" pitchFamily="34" charset="0"/>
                          <a:ea typeface="宋体" pitchFamily="2" charset="-122"/>
                        </a:rPr>
                        <a:t>对象</a:t>
                      </a:r>
                      <a:endParaRPr kumimoji="1" lang="zh-CN" altLang="en-US" sz="2400" b="1" i="0" u="none" strike="noStrike" cap="none" normalizeH="0" baseline="0">
                        <a:ln>
                          <a:noFill/>
                        </a:ln>
                        <a:solidFill>
                          <a:srgbClr val="C00000"/>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我的一个朋友</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他未婚妻</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endPar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r>
              <a:tr h="457143">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事物类型</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rgbClr val="C00000"/>
                          </a:solidFill>
                          <a:effectLst/>
                          <a:latin typeface="Tahoma" panose="020B0804030504040204" pitchFamily="34" charset="0"/>
                          <a:ea typeface="宋体" pitchFamily="2" charset="-122"/>
                        </a:rPr>
                        <a:t>类</a:t>
                      </a:r>
                      <a:endParaRPr kumimoji="1" lang="zh-CN" altLang="en-US" sz="2400" b="1" i="0" u="none" strike="noStrike" cap="none" normalizeH="0" baseline="0">
                        <a:ln>
                          <a:noFill/>
                        </a:ln>
                        <a:solidFill>
                          <a:srgbClr val="C00000"/>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小伙</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姑娘</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玫瑰</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月老</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endPar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r>
              <a:tr h="457143">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属性</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rgbClr val="C00000"/>
                          </a:solidFill>
                          <a:effectLst/>
                          <a:latin typeface="Tahoma" panose="020B0804030504040204" pitchFamily="34" charset="0"/>
                          <a:ea typeface="宋体" pitchFamily="2" charset="-122"/>
                        </a:rPr>
                        <a:t>属性</a:t>
                      </a:r>
                      <a:endParaRPr kumimoji="1" lang="zh-CN" altLang="en-US" sz="2400" b="1" i="0" u="none" strike="noStrike" cap="none" normalizeH="0" baseline="0">
                        <a:ln>
                          <a:noFill/>
                        </a:ln>
                        <a:solidFill>
                          <a:srgbClr val="C00000"/>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年龄</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体格</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性情</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endPar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r>
              <a:tr h="457143">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能力</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rgbClr val="C00000"/>
                          </a:solidFill>
                          <a:effectLst/>
                          <a:latin typeface="Tahoma" panose="020B0804030504040204" pitchFamily="34" charset="0"/>
                          <a:ea typeface="宋体" pitchFamily="2" charset="-122"/>
                        </a:rPr>
                        <a:t>操作</a:t>
                      </a:r>
                      <a:endParaRPr kumimoji="1" lang="zh-CN" altLang="en-US" sz="2400" b="1" i="0" u="none" strike="noStrike" cap="none" normalizeH="0" baseline="0">
                        <a:ln>
                          <a:noFill/>
                        </a:ln>
                        <a:solidFill>
                          <a:srgbClr val="C00000"/>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牵线</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追求</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结婚</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endPar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r>
              <a:tr h="457143">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位置</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rgbClr val="C00000"/>
                          </a:solidFill>
                          <a:effectLst/>
                          <a:latin typeface="Tahoma" panose="020B0804030504040204" pitchFamily="34" charset="0"/>
                          <a:ea typeface="宋体" pitchFamily="2" charset="-122"/>
                        </a:rPr>
                        <a:t>部署</a:t>
                      </a:r>
                      <a:endParaRPr kumimoji="1" lang="zh-CN" altLang="en-US" sz="2400" b="1" i="0" u="none" strike="noStrike" cap="none" normalizeH="0" baseline="0">
                        <a:ln>
                          <a:noFill/>
                        </a:ln>
                        <a:solidFill>
                          <a:srgbClr val="C00000"/>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软件园</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情侣路</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endPar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r>
              <a:tr h="457143">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整</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部关系</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rgbClr val="C00000"/>
                          </a:solidFill>
                          <a:effectLst/>
                          <a:latin typeface="Tahoma" panose="020B0804030504040204" pitchFamily="34" charset="0"/>
                          <a:ea typeface="宋体" pitchFamily="2" charset="-122"/>
                        </a:rPr>
                        <a:t>聚合关系</a:t>
                      </a:r>
                      <a:endParaRPr kumimoji="1" lang="zh-CN" altLang="en-US" sz="2400" b="1" i="0" u="none" strike="noStrike" cap="none" normalizeH="0" baseline="0">
                        <a:ln>
                          <a:noFill/>
                        </a:ln>
                        <a:solidFill>
                          <a:srgbClr val="C00000"/>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恋人</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小伙</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恋人</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姑娘</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r>
              <a:tr h="457143">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抽</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具关系</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rgbClr val="C00000"/>
                          </a:solidFill>
                          <a:effectLst/>
                          <a:latin typeface="Tahoma" panose="020B0804030504040204" pitchFamily="34" charset="0"/>
                          <a:ea typeface="宋体" pitchFamily="2" charset="-122"/>
                        </a:rPr>
                        <a:t>继承关系</a:t>
                      </a:r>
                      <a:endParaRPr kumimoji="1" lang="zh-CN" altLang="en-US" sz="2400" b="1" i="0" u="none" strike="noStrike" cap="none" normalizeH="0" baseline="0">
                        <a:ln>
                          <a:noFill/>
                        </a:ln>
                        <a:solidFill>
                          <a:srgbClr val="C00000"/>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人</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小伙</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人</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姑娘</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r>
              <a:tr h="457143">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协作关系</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rgbClr val="C00000"/>
                          </a:solidFill>
                          <a:effectLst/>
                          <a:latin typeface="Tahoma" panose="020B0804030504040204" pitchFamily="34" charset="0"/>
                          <a:ea typeface="宋体" pitchFamily="2" charset="-122"/>
                        </a:rPr>
                        <a:t>关联关系</a:t>
                      </a:r>
                      <a:endParaRPr kumimoji="1" lang="zh-CN" altLang="en-US" sz="2400" b="1" i="0" u="none" strike="noStrike" cap="none" normalizeH="0" baseline="0">
                        <a:ln>
                          <a:noFill/>
                        </a:ln>
                        <a:solidFill>
                          <a:srgbClr val="C00000"/>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小伙</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姑娘</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小伙</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玫瑰</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r>
              <a:tr h="457143">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成事过程</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dirty="0">
                          <a:ln>
                            <a:noFill/>
                          </a:ln>
                          <a:solidFill>
                            <a:srgbClr val="C00000"/>
                          </a:solidFill>
                          <a:effectLst/>
                          <a:latin typeface="Tahoma" panose="020B0804030504040204" pitchFamily="34" charset="0"/>
                          <a:ea typeface="宋体" pitchFamily="2" charset="-122"/>
                        </a:rPr>
                        <a:t>协作</a:t>
                      </a:r>
                      <a:r>
                        <a:rPr kumimoji="1" lang="en-US" altLang="zh-CN" sz="2400" b="1" i="0" u="none" strike="noStrike" cap="none" normalizeH="0" baseline="0" dirty="0">
                          <a:ln>
                            <a:noFill/>
                          </a:ln>
                          <a:solidFill>
                            <a:srgbClr val="C00000"/>
                          </a:solidFill>
                          <a:effectLst/>
                          <a:latin typeface="Tahoma" panose="020B0804030504040204" pitchFamily="34" charset="0"/>
                          <a:ea typeface="宋体" pitchFamily="2" charset="-122"/>
                        </a:rPr>
                        <a:t>(</a:t>
                      </a:r>
                      <a:r>
                        <a:rPr kumimoji="1" lang="zh-CN" altLang="en-US" sz="2400" b="1" i="0" u="none" strike="noStrike" cap="none" normalizeH="0" baseline="0" dirty="0">
                          <a:ln>
                            <a:noFill/>
                          </a:ln>
                          <a:solidFill>
                            <a:srgbClr val="C00000"/>
                          </a:solidFill>
                          <a:effectLst/>
                          <a:latin typeface="Tahoma" panose="020B0804030504040204" pitchFamily="34" charset="0"/>
                          <a:ea typeface="宋体" pitchFamily="2" charset="-122"/>
                        </a:rPr>
                        <a:t>用例实现</a:t>
                      </a:r>
                      <a:r>
                        <a:rPr kumimoji="1" lang="en-US" altLang="zh-CN" sz="2400" b="1" i="0" u="none" strike="noStrike" cap="none" normalizeH="0" baseline="0" dirty="0">
                          <a:ln>
                            <a:noFill/>
                          </a:ln>
                          <a:solidFill>
                            <a:srgbClr val="C00000"/>
                          </a:solidFill>
                          <a:effectLst/>
                          <a:latin typeface="Tahoma" panose="020B0804030504040204" pitchFamily="34" charset="0"/>
                          <a:ea typeface="宋体" pitchFamily="2" charset="-122"/>
                        </a:rPr>
                        <a:t>)</a:t>
                      </a:r>
                      <a:endParaRPr kumimoji="1" lang="en-US" altLang="zh-CN" sz="2400" b="1" i="0" u="none" strike="noStrike" cap="none" normalizeH="0" baseline="0" dirty="0">
                        <a:ln>
                          <a:noFill/>
                        </a:ln>
                        <a:solidFill>
                          <a:srgbClr val="C00000"/>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相识</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相恋</a:t>
                      </a:r>
                      <a:r>
                        <a:rPr kumimoji="1" lang="en-US" altLang="zh-CN" sz="2400" b="1" i="0" u="none" strike="noStrike" cap="none" normalizeH="0" baseline="0">
                          <a:ln>
                            <a:noFill/>
                          </a:ln>
                          <a:solidFill>
                            <a:schemeClr val="tx1"/>
                          </a:solidFill>
                          <a:effectLst/>
                          <a:latin typeface="Tahoma" panose="020B0804030504040204" pitchFamily="34" charset="0"/>
                          <a:ea typeface="宋体" pitchFamily="2" charset="-122"/>
                        </a:rPr>
                        <a:t>,</a:t>
                      </a:r>
                      <a:r>
                        <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rPr>
                        <a:t>结婚</a:t>
                      </a:r>
                      <a:endParaRPr kumimoji="1" lang="zh-CN" altLang="en-US" sz="2400" b="1" i="0" u="none" strike="noStrike" cap="none" normalizeH="0" baseline="0">
                        <a:ln>
                          <a:noFill/>
                        </a:ln>
                        <a:solidFill>
                          <a:schemeClr val="tx1"/>
                        </a:solidFill>
                        <a:effectLst/>
                        <a:latin typeface="Tahoma" panose="020B0804030504040204"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ransition spd="slow">
    <p:random/>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1.5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思维</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98307" name="Rectangle 2"/>
          <p:cNvSpPr>
            <a:spLocks noGrp="1" noChangeArrowheads="1"/>
          </p:cNvSpPr>
          <p:nvPr>
            <p:ph type="title"/>
          </p:nvPr>
        </p:nvSpPr>
        <p:spPr>
          <a:xfrm>
            <a:off x="2047878" y="1336678"/>
            <a:ext cx="7935913" cy="1223963"/>
          </a:xfrm>
        </p:spPr>
        <p:txBody>
          <a:bodyPr/>
          <a:p>
            <a:pPr algn="ctr" eaLnBrk="1" hangingPunct="1"/>
            <a:r>
              <a:rPr lang="en-US" altLang="zh-CN" dirty="0">
                <a:solidFill>
                  <a:schemeClr val="folHlink"/>
                </a:solidFill>
              </a:rPr>
              <a:t>—</a:t>
            </a:r>
            <a:r>
              <a:rPr lang="zh-CN" altLang="en-US" dirty="0">
                <a:solidFill>
                  <a:schemeClr val="folHlink"/>
                </a:solidFill>
              </a:rPr>
              <a:t>上升到面向对象</a:t>
            </a:r>
            <a:r>
              <a:rPr lang="en-US" altLang="zh-CN" dirty="0">
                <a:solidFill>
                  <a:schemeClr val="folHlink"/>
                </a:solidFill>
              </a:rPr>
              <a:t>—</a:t>
            </a:r>
            <a:br>
              <a:rPr lang="en-US" altLang="zh-CN" dirty="0"/>
            </a:br>
            <a:r>
              <a:rPr lang="zh-CN" altLang="en-US" dirty="0"/>
              <a:t>用</a:t>
            </a:r>
            <a:r>
              <a:rPr lang="en-US" altLang="zh-CN" dirty="0"/>
              <a:t>UML</a:t>
            </a:r>
            <a:r>
              <a:rPr lang="zh-CN" altLang="en-US" dirty="0"/>
              <a:t>表达面向对象观点</a:t>
            </a:r>
            <a:endParaRPr lang="zh-CN" altLang="en-US" dirty="0"/>
          </a:p>
        </p:txBody>
      </p:sp>
      <p:grpSp>
        <p:nvGrpSpPr>
          <p:cNvPr id="4" name="Group 3"/>
          <p:cNvGrpSpPr/>
          <p:nvPr/>
        </p:nvGrpSpPr>
        <p:grpSpPr bwMode="auto">
          <a:xfrm>
            <a:off x="3688432" y="2274089"/>
            <a:ext cx="4495800" cy="4514850"/>
            <a:chOff x="1824" y="633"/>
            <a:chExt cx="2834" cy="2849"/>
          </a:xfrm>
        </p:grpSpPr>
        <p:sp>
          <p:nvSpPr>
            <p:cNvPr id="5" name="Puzzle3"/>
            <p:cNvSpPr>
              <a:spLocks noEditPoints="1" noChangeArrowheads="1"/>
            </p:cNvSpPr>
            <p:nvPr/>
          </p:nvSpPr>
          <p:spPr bwMode="auto">
            <a:xfrm>
              <a:off x="3204" y="633"/>
              <a:ext cx="1114" cy="1514"/>
            </a:xfrm>
            <a:custGeom>
              <a:avLst/>
              <a:gdLst>
                <a:gd name="T0" fmla="*/ 10391 w 21600"/>
                <a:gd name="T1" fmla="*/ 15806 h 21600"/>
                <a:gd name="T2" fmla="*/ 20551 w 21600"/>
                <a:gd name="T3" fmla="*/ 21088 h 21600"/>
                <a:gd name="T4" fmla="*/ 13180 w 21600"/>
                <a:gd name="T5" fmla="*/ 13801 h 21600"/>
                <a:gd name="T6" fmla="*/ 20551 w 21600"/>
                <a:gd name="T7" fmla="*/ 7025 h 21600"/>
                <a:gd name="T8" fmla="*/ 10500 w 21600"/>
                <a:gd name="T9" fmla="*/ 52 h 21600"/>
                <a:gd name="T10" fmla="*/ 692 w 21600"/>
                <a:gd name="T11" fmla="*/ 6802 h 21600"/>
                <a:gd name="T12" fmla="*/ 8064 w 21600"/>
                <a:gd name="T13" fmla="*/ 13526 h 21600"/>
                <a:gd name="T14" fmla="*/ 692 w 21600"/>
                <a:gd name="T15" fmla="*/ 21088 h 21600"/>
                <a:gd name="T16" fmla="*/ 2273 w 21600"/>
                <a:gd name="T17" fmla="*/ 7719 h 21600"/>
                <a:gd name="T18" fmla="*/ 19149 w 21600"/>
                <a:gd name="T19" fmla="*/ 202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6625" y="20892"/>
                  </a:moveTo>
                  <a:lnTo>
                    <a:pt x="7105" y="21023"/>
                  </a:lnTo>
                  <a:lnTo>
                    <a:pt x="7513" y="21088"/>
                  </a:lnTo>
                  <a:lnTo>
                    <a:pt x="7922" y="21115"/>
                  </a:lnTo>
                  <a:lnTo>
                    <a:pt x="8242" y="21115"/>
                  </a:lnTo>
                  <a:lnTo>
                    <a:pt x="8544" y="21062"/>
                  </a:lnTo>
                  <a:lnTo>
                    <a:pt x="8810" y="20997"/>
                  </a:lnTo>
                  <a:lnTo>
                    <a:pt x="9023" y="20892"/>
                  </a:lnTo>
                  <a:lnTo>
                    <a:pt x="9148" y="20761"/>
                  </a:lnTo>
                  <a:lnTo>
                    <a:pt x="9290" y="20616"/>
                  </a:lnTo>
                  <a:lnTo>
                    <a:pt x="9361" y="20459"/>
                  </a:lnTo>
                  <a:lnTo>
                    <a:pt x="9396" y="20289"/>
                  </a:lnTo>
                  <a:lnTo>
                    <a:pt x="9396" y="20092"/>
                  </a:lnTo>
                  <a:lnTo>
                    <a:pt x="9325" y="19909"/>
                  </a:lnTo>
                  <a:lnTo>
                    <a:pt x="9219" y="19738"/>
                  </a:lnTo>
                  <a:lnTo>
                    <a:pt x="9094" y="19555"/>
                  </a:lnTo>
                  <a:lnTo>
                    <a:pt x="8917" y="19384"/>
                  </a:lnTo>
                  <a:lnTo>
                    <a:pt x="8650" y="19162"/>
                  </a:lnTo>
                  <a:lnTo>
                    <a:pt x="8437" y="18900"/>
                  </a:lnTo>
                  <a:lnTo>
                    <a:pt x="8277" y="18624"/>
                  </a:lnTo>
                  <a:lnTo>
                    <a:pt x="8135" y="18349"/>
                  </a:lnTo>
                  <a:lnTo>
                    <a:pt x="8028" y="18048"/>
                  </a:lnTo>
                  <a:lnTo>
                    <a:pt x="7993" y="17746"/>
                  </a:lnTo>
                  <a:lnTo>
                    <a:pt x="7993" y="17471"/>
                  </a:lnTo>
                  <a:lnTo>
                    <a:pt x="8028" y="17169"/>
                  </a:lnTo>
                  <a:lnTo>
                    <a:pt x="8135" y="16920"/>
                  </a:lnTo>
                  <a:lnTo>
                    <a:pt x="8277" y="16671"/>
                  </a:lnTo>
                  <a:lnTo>
                    <a:pt x="8366" y="16540"/>
                  </a:lnTo>
                  <a:lnTo>
                    <a:pt x="8473" y="16409"/>
                  </a:lnTo>
                  <a:lnTo>
                    <a:pt x="8615" y="16317"/>
                  </a:lnTo>
                  <a:lnTo>
                    <a:pt x="8739" y="16213"/>
                  </a:lnTo>
                  <a:lnTo>
                    <a:pt x="8881" y="16134"/>
                  </a:lnTo>
                  <a:lnTo>
                    <a:pt x="9059" y="16055"/>
                  </a:lnTo>
                  <a:lnTo>
                    <a:pt x="9254" y="15990"/>
                  </a:lnTo>
                  <a:lnTo>
                    <a:pt x="9432" y="15911"/>
                  </a:lnTo>
                  <a:lnTo>
                    <a:pt x="9663" y="15885"/>
                  </a:lnTo>
                  <a:lnTo>
                    <a:pt x="9876" y="15833"/>
                  </a:lnTo>
                  <a:lnTo>
                    <a:pt x="10142" y="15806"/>
                  </a:lnTo>
                  <a:lnTo>
                    <a:pt x="10391" y="15806"/>
                  </a:lnTo>
                  <a:lnTo>
                    <a:pt x="10728" y="15806"/>
                  </a:lnTo>
                  <a:lnTo>
                    <a:pt x="10995" y="15806"/>
                  </a:lnTo>
                  <a:lnTo>
                    <a:pt x="11279" y="15833"/>
                  </a:lnTo>
                  <a:lnTo>
                    <a:pt x="11546" y="15885"/>
                  </a:lnTo>
                  <a:lnTo>
                    <a:pt x="11776" y="15937"/>
                  </a:lnTo>
                  <a:lnTo>
                    <a:pt x="12025" y="15990"/>
                  </a:lnTo>
                  <a:lnTo>
                    <a:pt x="12221" y="16055"/>
                  </a:lnTo>
                  <a:lnTo>
                    <a:pt x="12434" y="16134"/>
                  </a:lnTo>
                  <a:lnTo>
                    <a:pt x="12611" y="16213"/>
                  </a:lnTo>
                  <a:lnTo>
                    <a:pt x="12771" y="16317"/>
                  </a:lnTo>
                  <a:lnTo>
                    <a:pt x="12913" y="16409"/>
                  </a:lnTo>
                  <a:lnTo>
                    <a:pt x="13038" y="16514"/>
                  </a:lnTo>
                  <a:lnTo>
                    <a:pt x="13251" y="16737"/>
                  </a:lnTo>
                  <a:lnTo>
                    <a:pt x="13428" y="16986"/>
                  </a:lnTo>
                  <a:lnTo>
                    <a:pt x="13517" y="17248"/>
                  </a:lnTo>
                  <a:lnTo>
                    <a:pt x="13588" y="17523"/>
                  </a:lnTo>
                  <a:lnTo>
                    <a:pt x="13588" y="17799"/>
                  </a:lnTo>
                  <a:lnTo>
                    <a:pt x="13517" y="18074"/>
                  </a:lnTo>
                  <a:lnTo>
                    <a:pt x="13428" y="18323"/>
                  </a:lnTo>
                  <a:lnTo>
                    <a:pt x="13286" y="18572"/>
                  </a:lnTo>
                  <a:lnTo>
                    <a:pt x="13109" y="18808"/>
                  </a:lnTo>
                  <a:lnTo>
                    <a:pt x="12878" y="19031"/>
                  </a:lnTo>
                  <a:lnTo>
                    <a:pt x="12434" y="19411"/>
                  </a:lnTo>
                  <a:lnTo>
                    <a:pt x="12132" y="19738"/>
                  </a:lnTo>
                  <a:lnTo>
                    <a:pt x="12025" y="19856"/>
                  </a:lnTo>
                  <a:lnTo>
                    <a:pt x="11919" y="20014"/>
                  </a:lnTo>
                  <a:lnTo>
                    <a:pt x="11883" y="20132"/>
                  </a:lnTo>
                  <a:lnTo>
                    <a:pt x="11883" y="20263"/>
                  </a:lnTo>
                  <a:lnTo>
                    <a:pt x="11883" y="20394"/>
                  </a:lnTo>
                  <a:lnTo>
                    <a:pt x="11954" y="20485"/>
                  </a:lnTo>
                  <a:lnTo>
                    <a:pt x="12061" y="20590"/>
                  </a:lnTo>
                  <a:lnTo>
                    <a:pt x="12185" y="20695"/>
                  </a:lnTo>
                  <a:lnTo>
                    <a:pt x="12327" y="20787"/>
                  </a:lnTo>
                  <a:lnTo>
                    <a:pt x="12540" y="20892"/>
                  </a:lnTo>
                  <a:lnTo>
                    <a:pt x="12771" y="20997"/>
                  </a:lnTo>
                  <a:lnTo>
                    <a:pt x="13073" y="21088"/>
                  </a:lnTo>
                  <a:lnTo>
                    <a:pt x="13428" y="21193"/>
                  </a:lnTo>
                  <a:lnTo>
                    <a:pt x="13873" y="21298"/>
                  </a:lnTo>
                  <a:lnTo>
                    <a:pt x="14317" y="21390"/>
                  </a:lnTo>
                  <a:lnTo>
                    <a:pt x="14778" y="21468"/>
                  </a:lnTo>
                  <a:lnTo>
                    <a:pt x="15294" y="21547"/>
                  </a:lnTo>
                  <a:lnTo>
                    <a:pt x="15809" y="21600"/>
                  </a:lnTo>
                  <a:lnTo>
                    <a:pt x="16359" y="21652"/>
                  </a:lnTo>
                  <a:lnTo>
                    <a:pt x="16875" y="21678"/>
                  </a:lnTo>
                  <a:lnTo>
                    <a:pt x="17407" y="21678"/>
                  </a:lnTo>
                  <a:lnTo>
                    <a:pt x="17958" y="21678"/>
                  </a:lnTo>
                  <a:lnTo>
                    <a:pt x="18473" y="21652"/>
                  </a:lnTo>
                  <a:lnTo>
                    <a:pt x="18953" y="21573"/>
                  </a:lnTo>
                  <a:lnTo>
                    <a:pt x="19397" y="21495"/>
                  </a:lnTo>
                  <a:lnTo>
                    <a:pt x="19841" y="21390"/>
                  </a:lnTo>
                  <a:lnTo>
                    <a:pt x="20214" y="21272"/>
                  </a:lnTo>
                  <a:lnTo>
                    <a:pt x="20551" y="21088"/>
                  </a:lnTo>
                  <a:lnTo>
                    <a:pt x="20480" y="20787"/>
                  </a:lnTo>
                  <a:lnTo>
                    <a:pt x="20409" y="20485"/>
                  </a:lnTo>
                  <a:lnTo>
                    <a:pt x="20356" y="20158"/>
                  </a:lnTo>
                  <a:lnTo>
                    <a:pt x="20356" y="19804"/>
                  </a:lnTo>
                  <a:lnTo>
                    <a:pt x="20321" y="19083"/>
                  </a:lnTo>
                  <a:lnTo>
                    <a:pt x="20356" y="18349"/>
                  </a:lnTo>
                  <a:lnTo>
                    <a:pt x="20409" y="17641"/>
                  </a:lnTo>
                  <a:lnTo>
                    <a:pt x="20480" y="17012"/>
                  </a:lnTo>
                  <a:lnTo>
                    <a:pt x="20551" y="16488"/>
                  </a:lnTo>
                  <a:lnTo>
                    <a:pt x="20551" y="16055"/>
                  </a:lnTo>
                  <a:lnTo>
                    <a:pt x="20551" y="15911"/>
                  </a:lnTo>
                  <a:lnTo>
                    <a:pt x="20445" y="15754"/>
                  </a:lnTo>
                  <a:lnTo>
                    <a:pt x="20356" y="15610"/>
                  </a:lnTo>
                  <a:lnTo>
                    <a:pt x="20178" y="15452"/>
                  </a:lnTo>
                  <a:lnTo>
                    <a:pt x="20001" y="15334"/>
                  </a:lnTo>
                  <a:lnTo>
                    <a:pt x="19770" y="15230"/>
                  </a:lnTo>
                  <a:lnTo>
                    <a:pt x="19521" y="15125"/>
                  </a:lnTo>
                  <a:lnTo>
                    <a:pt x="19290" y="15059"/>
                  </a:lnTo>
                  <a:lnTo>
                    <a:pt x="19024" y="15007"/>
                  </a:lnTo>
                  <a:lnTo>
                    <a:pt x="18740" y="14954"/>
                  </a:lnTo>
                  <a:lnTo>
                    <a:pt x="18509" y="14954"/>
                  </a:lnTo>
                  <a:lnTo>
                    <a:pt x="18225" y="14954"/>
                  </a:lnTo>
                  <a:lnTo>
                    <a:pt x="17994" y="15007"/>
                  </a:lnTo>
                  <a:lnTo>
                    <a:pt x="17763" y="15085"/>
                  </a:lnTo>
                  <a:lnTo>
                    <a:pt x="17550" y="15177"/>
                  </a:lnTo>
                  <a:lnTo>
                    <a:pt x="17372" y="15308"/>
                  </a:lnTo>
                  <a:lnTo>
                    <a:pt x="17176" y="15426"/>
                  </a:lnTo>
                  <a:lnTo>
                    <a:pt x="16928" y="15557"/>
                  </a:lnTo>
                  <a:lnTo>
                    <a:pt x="16661" y="15636"/>
                  </a:lnTo>
                  <a:lnTo>
                    <a:pt x="16359" y="15688"/>
                  </a:lnTo>
                  <a:lnTo>
                    <a:pt x="16022" y="15715"/>
                  </a:lnTo>
                  <a:lnTo>
                    <a:pt x="15667" y="15688"/>
                  </a:lnTo>
                  <a:lnTo>
                    <a:pt x="15294" y="15662"/>
                  </a:lnTo>
                  <a:lnTo>
                    <a:pt x="14956" y="15583"/>
                  </a:lnTo>
                  <a:lnTo>
                    <a:pt x="14619" y="15479"/>
                  </a:lnTo>
                  <a:lnTo>
                    <a:pt x="14281" y="15334"/>
                  </a:lnTo>
                  <a:lnTo>
                    <a:pt x="13961" y="15177"/>
                  </a:lnTo>
                  <a:lnTo>
                    <a:pt x="13695" y="14981"/>
                  </a:lnTo>
                  <a:lnTo>
                    <a:pt x="13588" y="14850"/>
                  </a:lnTo>
                  <a:lnTo>
                    <a:pt x="13482" y="14732"/>
                  </a:lnTo>
                  <a:lnTo>
                    <a:pt x="13393" y="14600"/>
                  </a:lnTo>
                  <a:lnTo>
                    <a:pt x="13322" y="14456"/>
                  </a:lnTo>
                  <a:lnTo>
                    <a:pt x="13251" y="14299"/>
                  </a:lnTo>
                  <a:lnTo>
                    <a:pt x="13215" y="14155"/>
                  </a:lnTo>
                  <a:lnTo>
                    <a:pt x="13180" y="13971"/>
                  </a:lnTo>
                  <a:lnTo>
                    <a:pt x="13180" y="13801"/>
                  </a:lnTo>
                  <a:lnTo>
                    <a:pt x="13180" y="13591"/>
                  </a:lnTo>
                  <a:lnTo>
                    <a:pt x="13215" y="13395"/>
                  </a:lnTo>
                  <a:lnTo>
                    <a:pt x="13251" y="13198"/>
                  </a:lnTo>
                  <a:lnTo>
                    <a:pt x="13322" y="13015"/>
                  </a:lnTo>
                  <a:lnTo>
                    <a:pt x="13393" y="12870"/>
                  </a:lnTo>
                  <a:lnTo>
                    <a:pt x="13482" y="12713"/>
                  </a:lnTo>
                  <a:lnTo>
                    <a:pt x="13588" y="12569"/>
                  </a:lnTo>
                  <a:lnTo>
                    <a:pt x="13730" y="12438"/>
                  </a:lnTo>
                  <a:lnTo>
                    <a:pt x="13997" y="12215"/>
                  </a:lnTo>
                  <a:lnTo>
                    <a:pt x="14334" y="12005"/>
                  </a:lnTo>
                  <a:lnTo>
                    <a:pt x="14690" y="11861"/>
                  </a:lnTo>
                  <a:lnTo>
                    <a:pt x="15063" y="11756"/>
                  </a:lnTo>
                  <a:lnTo>
                    <a:pt x="15436" y="11678"/>
                  </a:lnTo>
                  <a:lnTo>
                    <a:pt x="15809" y="11638"/>
                  </a:lnTo>
                  <a:lnTo>
                    <a:pt x="16182" y="11638"/>
                  </a:lnTo>
                  <a:lnTo>
                    <a:pt x="16555" y="11678"/>
                  </a:lnTo>
                  <a:lnTo>
                    <a:pt x="16910" y="11730"/>
                  </a:lnTo>
                  <a:lnTo>
                    <a:pt x="17248" y="11835"/>
                  </a:lnTo>
                  <a:lnTo>
                    <a:pt x="17514" y="11966"/>
                  </a:lnTo>
                  <a:lnTo>
                    <a:pt x="17763" y="12110"/>
                  </a:lnTo>
                  <a:lnTo>
                    <a:pt x="17887" y="12215"/>
                  </a:lnTo>
                  <a:lnTo>
                    <a:pt x="18065" y="12307"/>
                  </a:lnTo>
                  <a:lnTo>
                    <a:pt x="18260" y="12412"/>
                  </a:lnTo>
                  <a:lnTo>
                    <a:pt x="18438" y="12464"/>
                  </a:lnTo>
                  <a:lnTo>
                    <a:pt x="18669" y="12543"/>
                  </a:lnTo>
                  <a:lnTo>
                    <a:pt x="18882" y="12569"/>
                  </a:lnTo>
                  <a:lnTo>
                    <a:pt x="19113" y="12595"/>
                  </a:lnTo>
                  <a:lnTo>
                    <a:pt x="19361" y="12608"/>
                  </a:lnTo>
                  <a:lnTo>
                    <a:pt x="19592" y="12608"/>
                  </a:lnTo>
                  <a:lnTo>
                    <a:pt x="19841" y="12595"/>
                  </a:lnTo>
                  <a:lnTo>
                    <a:pt x="20072" y="12543"/>
                  </a:lnTo>
                  <a:lnTo>
                    <a:pt x="20321" y="12490"/>
                  </a:lnTo>
                  <a:lnTo>
                    <a:pt x="20551" y="12438"/>
                  </a:lnTo>
                  <a:lnTo>
                    <a:pt x="20800" y="12333"/>
                  </a:lnTo>
                  <a:lnTo>
                    <a:pt x="20996" y="12241"/>
                  </a:lnTo>
                  <a:lnTo>
                    <a:pt x="21244" y="12110"/>
                  </a:lnTo>
                  <a:lnTo>
                    <a:pt x="21298" y="12032"/>
                  </a:lnTo>
                  <a:lnTo>
                    <a:pt x="21404" y="11966"/>
                  </a:lnTo>
                  <a:lnTo>
                    <a:pt x="21475" y="11861"/>
                  </a:lnTo>
                  <a:lnTo>
                    <a:pt x="21511" y="11730"/>
                  </a:lnTo>
                  <a:lnTo>
                    <a:pt x="21617" y="11481"/>
                  </a:lnTo>
                  <a:lnTo>
                    <a:pt x="21653" y="11180"/>
                  </a:lnTo>
                  <a:lnTo>
                    <a:pt x="21653" y="10826"/>
                  </a:lnTo>
                  <a:lnTo>
                    <a:pt x="21653" y="10472"/>
                  </a:lnTo>
                  <a:lnTo>
                    <a:pt x="21582" y="10092"/>
                  </a:lnTo>
                  <a:lnTo>
                    <a:pt x="21511" y="9725"/>
                  </a:lnTo>
                  <a:lnTo>
                    <a:pt x="21298" y="8912"/>
                  </a:lnTo>
                  <a:lnTo>
                    <a:pt x="21067" y="8191"/>
                  </a:lnTo>
                  <a:lnTo>
                    <a:pt x="20800" y="7536"/>
                  </a:lnTo>
                  <a:lnTo>
                    <a:pt x="20551" y="7025"/>
                  </a:lnTo>
                  <a:lnTo>
                    <a:pt x="20001" y="7103"/>
                  </a:lnTo>
                  <a:lnTo>
                    <a:pt x="19432" y="7156"/>
                  </a:lnTo>
                  <a:lnTo>
                    <a:pt x="18846" y="7208"/>
                  </a:lnTo>
                  <a:lnTo>
                    <a:pt x="18225" y="7208"/>
                  </a:lnTo>
                  <a:lnTo>
                    <a:pt x="17656" y="7208"/>
                  </a:lnTo>
                  <a:lnTo>
                    <a:pt x="17070" y="7182"/>
                  </a:lnTo>
                  <a:lnTo>
                    <a:pt x="16484" y="7156"/>
                  </a:lnTo>
                  <a:lnTo>
                    <a:pt x="15986" y="7103"/>
                  </a:lnTo>
                  <a:lnTo>
                    <a:pt x="14992" y="6999"/>
                  </a:lnTo>
                  <a:lnTo>
                    <a:pt x="14210" y="6907"/>
                  </a:lnTo>
                  <a:lnTo>
                    <a:pt x="13695" y="6828"/>
                  </a:lnTo>
                  <a:lnTo>
                    <a:pt x="13517" y="6802"/>
                  </a:lnTo>
                  <a:lnTo>
                    <a:pt x="13073" y="6645"/>
                  </a:lnTo>
                  <a:lnTo>
                    <a:pt x="12700" y="6474"/>
                  </a:lnTo>
                  <a:lnTo>
                    <a:pt x="12363" y="6304"/>
                  </a:lnTo>
                  <a:lnTo>
                    <a:pt x="12132" y="6094"/>
                  </a:lnTo>
                  <a:lnTo>
                    <a:pt x="11919" y="5871"/>
                  </a:lnTo>
                  <a:lnTo>
                    <a:pt x="11776" y="5649"/>
                  </a:lnTo>
                  <a:lnTo>
                    <a:pt x="11688" y="5413"/>
                  </a:lnTo>
                  <a:lnTo>
                    <a:pt x="11617" y="5190"/>
                  </a:lnTo>
                  <a:lnTo>
                    <a:pt x="11617" y="4941"/>
                  </a:lnTo>
                  <a:lnTo>
                    <a:pt x="11652" y="4718"/>
                  </a:lnTo>
                  <a:lnTo>
                    <a:pt x="11723" y="4482"/>
                  </a:lnTo>
                  <a:lnTo>
                    <a:pt x="11812" y="4285"/>
                  </a:lnTo>
                  <a:lnTo>
                    <a:pt x="11919" y="4089"/>
                  </a:lnTo>
                  <a:lnTo>
                    <a:pt x="12096" y="3905"/>
                  </a:lnTo>
                  <a:lnTo>
                    <a:pt x="12292" y="3735"/>
                  </a:lnTo>
                  <a:lnTo>
                    <a:pt x="12505" y="3604"/>
                  </a:lnTo>
                  <a:lnTo>
                    <a:pt x="12700" y="3460"/>
                  </a:lnTo>
                  <a:lnTo>
                    <a:pt x="12878" y="3250"/>
                  </a:lnTo>
                  <a:lnTo>
                    <a:pt x="13038" y="3027"/>
                  </a:lnTo>
                  <a:lnTo>
                    <a:pt x="13180" y="2752"/>
                  </a:lnTo>
                  <a:lnTo>
                    <a:pt x="13286" y="2477"/>
                  </a:lnTo>
                  <a:lnTo>
                    <a:pt x="13322" y="2175"/>
                  </a:lnTo>
                  <a:lnTo>
                    <a:pt x="13357" y="1874"/>
                  </a:lnTo>
                  <a:lnTo>
                    <a:pt x="13286" y="1572"/>
                  </a:lnTo>
                  <a:lnTo>
                    <a:pt x="13180" y="1271"/>
                  </a:lnTo>
                  <a:lnTo>
                    <a:pt x="13038" y="983"/>
                  </a:lnTo>
                  <a:lnTo>
                    <a:pt x="12949" y="865"/>
                  </a:lnTo>
                  <a:lnTo>
                    <a:pt x="12807" y="733"/>
                  </a:lnTo>
                  <a:lnTo>
                    <a:pt x="12665" y="616"/>
                  </a:lnTo>
                  <a:lnTo>
                    <a:pt x="12505" y="511"/>
                  </a:lnTo>
                  <a:lnTo>
                    <a:pt x="12327" y="406"/>
                  </a:lnTo>
                  <a:lnTo>
                    <a:pt x="12132" y="314"/>
                  </a:lnTo>
                  <a:lnTo>
                    <a:pt x="11883" y="235"/>
                  </a:lnTo>
                  <a:lnTo>
                    <a:pt x="11652" y="183"/>
                  </a:lnTo>
                  <a:lnTo>
                    <a:pt x="11368" y="104"/>
                  </a:lnTo>
                  <a:lnTo>
                    <a:pt x="11101" y="78"/>
                  </a:lnTo>
                  <a:lnTo>
                    <a:pt x="10800" y="52"/>
                  </a:lnTo>
                  <a:lnTo>
                    <a:pt x="10444" y="52"/>
                  </a:lnTo>
                  <a:lnTo>
                    <a:pt x="10142" y="52"/>
                  </a:lnTo>
                  <a:lnTo>
                    <a:pt x="9840" y="78"/>
                  </a:lnTo>
                  <a:lnTo>
                    <a:pt x="9574" y="104"/>
                  </a:lnTo>
                  <a:lnTo>
                    <a:pt x="9325" y="157"/>
                  </a:lnTo>
                  <a:lnTo>
                    <a:pt x="9094" y="209"/>
                  </a:lnTo>
                  <a:lnTo>
                    <a:pt x="8846" y="262"/>
                  </a:lnTo>
                  <a:lnTo>
                    <a:pt x="8650" y="340"/>
                  </a:lnTo>
                  <a:lnTo>
                    <a:pt x="8437" y="432"/>
                  </a:lnTo>
                  <a:lnTo>
                    <a:pt x="8277" y="511"/>
                  </a:lnTo>
                  <a:lnTo>
                    <a:pt x="8100" y="616"/>
                  </a:lnTo>
                  <a:lnTo>
                    <a:pt x="7957" y="707"/>
                  </a:lnTo>
                  <a:lnTo>
                    <a:pt x="7833" y="838"/>
                  </a:lnTo>
                  <a:lnTo>
                    <a:pt x="7620" y="1061"/>
                  </a:lnTo>
                  <a:lnTo>
                    <a:pt x="7442" y="1336"/>
                  </a:lnTo>
                  <a:lnTo>
                    <a:pt x="7353" y="1599"/>
                  </a:lnTo>
                  <a:lnTo>
                    <a:pt x="7318" y="1900"/>
                  </a:lnTo>
                  <a:lnTo>
                    <a:pt x="7318" y="2175"/>
                  </a:lnTo>
                  <a:lnTo>
                    <a:pt x="7353" y="2450"/>
                  </a:lnTo>
                  <a:lnTo>
                    <a:pt x="7442" y="2726"/>
                  </a:lnTo>
                  <a:lnTo>
                    <a:pt x="7620" y="2975"/>
                  </a:lnTo>
                  <a:lnTo>
                    <a:pt x="7833" y="3198"/>
                  </a:lnTo>
                  <a:lnTo>
                    <a:pt x="8064" y="3433"/>
                  </a:lnTo>
                  <a:lnTo>
                    <a:pt x="8295" y="3630"/>
                  </a:lnTo>
                  <a:lnTo>
                    <a:pt x="8508" y="3853"/>
                  </a:lnTo>
                  <a:lnTo>
                    <a:pt x="8686" y="4089"/>
                  </a:lnTo>
                  <a:lnTo>
                    <a:pt x="8775" y="4312"/>
                  </a:lnTo>
                  <a:lnTo>
                    <a:pt x="8846" y="4561"/>
                  </a:lnTo>
                  <a:lnTo>
                    <a:pt x="8846" y="4810"/>
                  </a:lnTo>
                  <a:lnTo>
                    <a:pt x="8810" y="5059"/>
                  </a:lnTo>
                  <a:lnTo>
                    <a:pt x="8721" y="5295"/>
                  </a:lnTo>
                  <a:lnTo>
                    <a:pt x="8579" y="5544"/>
                  </a:lnTo>
                  <a:lnTo>
                    <a:pt x="8366" y="5766"/>
                  </a:lnTo>
                  <a:lnTo>
                    <a:pt x="8135" y="5976"/>
                  </a:lnTo>
                  <a:lnTo>
                    <a:pt x="7833" y="6199"/>
                  </a:lnTo>
                  <a:lnTo>
                    <a:pt x="7478" y="6369"/>
                  </a:lnTo>
                  <a:lnTo>
                    <a:pt x="7069" y="6527"/>
                  </a:lnTo>
                  <a:lnTo>
                    <a:pt x="6590" y="6671"/>
                  </a:lnTo>
                  <a:lnTo>
                    <a:pt x="6092" y="6802"/>
                  </a:lnTo>
                  <a:lnTo>
                    <a:pt x="5684" y="6802"/>
                  </a:lnTo>
                  <a:lnTo>
                    <a:pt x="5133" y="6802"/>
                  </a:lnTo>
                  <a:lnTo>
                    <a:pt x="4547" y="6802"/>
                  </a:lnTo>
                  <a:lnTo>
                    <a:pt x="3872" y="6802"/>
                  </a:lnTo>
                  <a:lnTo>
                    <a:pt x="3144" y="6802"/>
                  </a:lnTo>
                  <a:lnTo>
                    <a:pt x="2362" y="6802"/>
                  </a:lnTo>
                  <a:lnTo>
                    <a:pt x="1545" y="6802"/>
                  </a:lnTo>
                  <a:lnTo>
                    <a:pt x="692" y="6802"/>
                  </a:lnTo>
                  <a:lnTo>
                    <a:pt x="586" y="7234"/>
                  </a:lnTo>
                  <a:lnTo>
                    <a:pt x="461" y="7837"/>
                  </a:lnTo>
                  <a:lnTo>
                    <a:pt x="355" y="8493"/>
                  </a:lnTo>
                  <a:lnTo>
                    <a:pt x="248" y="9187"/>
                  </a:lnTo>
                  <a:lnTo>
                    <a:pt x="142" y="9869"/>
                  </a:lnTo>
                  <a:lnTo>
                    <a:pt x="106" y="10498"/>
                  </a:lnTo>
                  <a:lnTo>
                    <a:pt x="106" y="10983"/>
                  </a:lnTo>
                  <a:lnTo>
                    <a:pt x="106" y="11311"/>
                  </a:lnTo>
                  <a:lnTo>
                    <a:pt x="213" y="11481"/>
                  </a:lnTo>
                  <a:lnTo>
                    <a:pt x="319" y="11651"/>
                  </a:lnTo>
                  <a:lnTo>
                    <a:pt x="497" y="11783"/>
                  </a:lnTo>
                  <a:lnTo>
                    <a:pt x="692" y="11914"/>
                  </a:lnTo>
                  <a:lnTo>
                    <a:pt x="941" y="12032"/>
                  </a:lnTo>
                  <a:lnTo>
                    <a:pt x="1207" y="12110"/>
                  </a:lnTo>
                  <a:lnTo>
                    <a:pt x="1509" y="12189"/>
                  </a:lnTo>
                  <a:lnTo>
                    <a:pt x="1794" y="12241"/>
                  </a:lnTo>
                  <a:lnTo>
                    <a:pt x="2131" y="12267"/>
                  </a:lnTo>
                  <a:lnTo>
                    <a:pt x="2433" y="12281"/>
                  </a:lnTo>
                  <a:lnTo>
                    <a:pt x="2735" y="12267"/>
                  </a:lnTo>
                  <a:lnTo>
                    <a:pt x="3055" y="12241"/>
                  </a:lnTo>
                  <a:lnTo>
                    <a:pt x="3357" y="12189"/>
                  </a:lnTo>
                  <a:lnTo>
                    <a:pt x="3623" y="12084"/>
                  </a:lnTo>
                  <a:lnTo>
                    <a:pt x="3872" y="11979"/>
                  </a:lnTo>
                  <a:lnTo>
                    <a:pt x="4103" y="11861"/>
                  </a:lnTo>
                  <a:lnTo>
                    <a:pt x="4316" y="11704"/>
                  </a:lnTo>
                  <a:lnTo>
                    <a:pt x="4582" y="11612"/>
                  </a:lnTo>
                  <a:lnTo>
                    <a:pt x="4849" y="11533"/>
                  </a:lnTo>
                  <a:lnTo>
                    <a:pt x="5169" y="11507"/>
                  </a:lnTo>
                  <a:lnTo>
                    <a:pt x="5506" y="11481"/>
                  </a:lnTo>
                  <a:lnTo>
                    <a:pt x="5808" y="11507"/>
                  </a:lnTo>
                  <a:lnTo>
                    <a:pt x="6146" y="11560"/>
                  </a:lnTo>
                  <a:lnTo>
                    <a:pt x="6501" y="11651"/>
                  </a:lnTo>
                  <a:lnTo>
                    <a:pt x="6803" y="11783"/>
                  </a:lnTo>
                  <a:lnTo>
                    <a:pt x="7105" y="11940"/>
                  </a:lnTo>
                  <a:lnTo>
                    <a:pt x="7353" y="12110"/>
                  </a:lnTo>
                  <a:lnTo>
                    <a:pt x="7584" y="12333"/>
                  </a:lnTo>
                  <a:lnTo>
                    <a:pt x="7798" y="12595"/>
                  </a:lnTo>
                  <a:lnTo>
                    <a:pt x="7922" y="12870"/>
                  </a:lnTo>
                  <a:lnTo>
                    <a:pt x="8028" y="13198"/>
                  </a:lnTo>
                  <a:lnTo>
                    <a:pt x="8064" y="13526"/>
                  </a:lnTo>
                  <a:lnTo>
                    <a:pt x="8028" y="13775"/>
                  </a:lnTo>
                  <a:lnTo>
                    <a:pt x="7922" y="13998"/>
                  </a:lnTo>
                  <a:lnTo>
                    <a:pt x="7798" y="14220"/>
                  </a:lnTo>
                  <a:lnTo>
                    <a:pt x="7584" y="14404"/>
                  </a:lnTo>
                  <a:lnTo>
                    <a:pt x="7353" y="14574"/>
                  </a:lnTo>
                  <a:lnTo>
                    <a:pt x="7105" y="14732"/>
                  </a:lnTo>
                  <a:lnTo>
                    <a:pt x="6803" y="14850"/>
                  </a:lnTo>
                  <a:lnTo>
                    <a:pt x="6501" y="14954"/>
                  </a:lnTo>
                  <a:lnTo>
                    <a:pt x="6146" y="15033"/>
                  </a:lnTo>
                  <a:lnTo>
                    <a:pt x="5808" y="15085"/>
                  </a:lnTo>
                  <a:lnTo>
                    <a:pt x="5506" y="15085"/>
                  </a:lnTo>
                  <a:lnTo>
                    <a:pt x="5169" y="15059"/>
                  </a:lnTo>
                  <a:lnTo>
                    <a:pt x="4849" y="15007"/>
                  </a:lnTo>
                  <a:lnTo>
                    <a:pt x="4582" y="14902"/>
                  </a:lnTo>
                  <a:lnTo>
                    <a:pt x="4316" y="14784"/>
                  </a:lnTo>
                  <a:lnTo>
                    <a:pt x="4103" y="14600"/>
                  </a:lnTo>
                  <a:lnTo>
                    <a:pt x="3907" y="14430"/>
                  </a:lnTo>
                  <a:lnTo>
                    <a:pt x="3659" y="14299"/>
                  </a:lnTo>
                  <a:lnTo>
                    <a:pt x="3428" y="14194"/>
                  </a:lnTo>
                  <a:lnTo>
                    <a:pt x="3179" y="14129"/>
                  </a:lnTo>
                  <a:lnTo>
                    <a:pt x="2913" y="14102"/>
                  </a:lnTo>
                  <a:lnTo>
                    <a:pt x="2646" y="14102"/>
                  </a:lnTo>
                  <a:lnTo>
                    <a:pt x="2362" y="14129"/>
                  </a:lnTo>
                  <a:lnTo>
                    <a:pt x="2096" y="14168"/>
                  </a:lnTo>
                  <a:lnTo>
                    <a:pt x="1811" y="14273"/>
                  </a:lnTo>
                  <a:lnTo>
                    <a:pt x="1545" y="14378"/>
                  </a:lnTo>
                  <a:lnTo>
                    <a:pt x="1314" y="14496"/>
                  </a:lnTo>
                  <a:lnTo>
                    <a:pt x="1065" y="14653"/>
                  </a:lnTo>
                  <a:lnTo>
                    <a:pt x="870" y="14797"/>
                  </a:lnTo>
                  <a:lnTo>
                    <a:pt x="657" y="14981"/>
                  </a:lnTo>
                  <a:lnTo>
                    <a:pt x="497" y="15177"/>
                  </a:lnTo>
                  <a:lnTo>
                    <a:pt x="390" y="15413"/>
                  </a:lnTo>
                  <a:lnTo>
                    <a:pt x="284" y="15636"/>
                  </a:lnTo>
                  <a:lnTo>
                    <a:pt x="248" y="15911"/>
                  </a:lnTo>
                  <a:lnTo>
                    <a:pt x="284" y="16239"/>
                  </a:lnTo>
                  <a:lnTo>
                    <a:pt x="319" y="16566"/>
                  </a:lnTo>
                  <a:lnTo>
                    <a:pt x="497" y="17340"/>
                  </a:lnTo>
                  <a:lnTo>
                    <a:pt x="692" y="18152"/>
                  </a:lnTo>
                  <a:lnTo>
                    <a:pt x="799" y="18559"/>
                  </a:lnTo>
                  <a:lnTo>
                    <a:pt x="905" y="18978"/>
                  </a:lnTo>
                  <a:lnTo>
                    <a:pt x="959" y="19384"/>
                  </a:lnTo>
                  <a:lnTo>
                    <a:pt x="994" y="19791"/>
                  </a:lnTo>
                  <a:lnTo>
                    <a:pt x="994" y="20132"/>
                  </a:lnTo>
                  <a:lnTo>
                    <a:pt x="959" y="20485"/>
                  </a:lnTo>
                  <a:lnTo>
                    <a:pt x="941" y="20669"/>
                  </a:lnTo>
                  <a:lnTo>
                    <a:pt x="870" y="20813"/>
                  </a:lnTo>
                  <a:lnTo>
                    <a:pt x="799" y="20970"/>
                  </a:lnTo>
                  <a:lnTo>
                    <a:pt x="692" y="21088"/>
                  </a:lnTo>
                  <a:lnTo>
                    <a:pt x="1474" y="20997"/>
                  </a:lnTo>
                  <a:lnTo>
                    <a:pt x="2291" y="20866"/>
                  </a:lnTo>
                  <a:lnTo>
                    <a:pt x="3108" y="20787"/>
                  </a:lnTo>
                  <a:lnTo>
                    <a:pt x="3907" y="20721"/>
                  </a:lnTo>
                  <a:lnTo>
                    <a:pt x="4653" y="20695"/>
                  </a:lnTo>
                  <a:lnTo>
                    <a:pt x="5364" y="20695"/>
                  </a:lnTo>
                  <a:lnTo>
                    <a:pt x="5701" y="20721"/>
                  </a:lnTo>
                  <a:lnTo>
                    <a:pt x="6057" y="20761"/>
                  </a:lnTo>
                  <a:lnTo>
                    <a:pt x="6323" y="20813"/>
                  </a:lnTo>
                  <a:lnTo>
                    <a:pt x="6625" y="20892"/>
                  </a:lnTo>
                  <a:close/>
                </a:path>
              </a:pathLst>
            </a:custGeom>
            <a:solidFill>
              <a:srgbClr val="FFBE7D"/>
            </a:solidFill>
            <a:ln w="28575">
              <a:solidFill>
                <a:srgbClr val="000000"/>
              </a:solidFill>
              <a:miter lim="800000"/>
            </a:ln>
          </p:spPr>
          <p:txBody>
            <a:bodyPr vert="horz" wrap="square" lIns="91440" tIns="45720" rIns="91440" bIns="45720" numCol="1" anchor="t" anchorCtr="0" compatLnSpc="1"/>
            <a:p>
              <a:endParaRPr lang="zh-CN" altLang="en-US"/>
            </a:p>
          </p:txBody>
        </p:sp>
        <p:sp>
          <p:nvSpPr>
            <p:cNvPr id="6" name="Puzzle2"/>
            <p:cNvSpPr>
              <a:spLocks noEditPoints="1" noChangeArrowheads="1"/>
            </p:cNvSpPr>
            <p:nvPr/>
          </p:nvSpPr>
          <p:spPr bwMode="auto">
            <a:xfrm>
              <a:off x="2880" y="1736"/>
              <a:ext cx="1778" cy="1379"/>
            </a:xfrm>
            <a:custGeom>
              <a:avLst/>
              <a:gdLst>
                <a:gd name="T0" fmla="*/ 11 w 21600"/>
                <a:gd name="T1" fmla="*/ 13386 h 21600"/>
                <a:gd name="T2" fmla="*/ 4202 w 21600"/>
                <a:gd name="T3" fmla="*/ 21161 h 21600"/>
                <a:gd name="T4" fmla="*/ 10400 w 21600"/>
                <a:gd name="T5" fmla="*/ 13909 h 21600"/>
                <a:gd name="T6" fmla="*/ 16821 w 21600"/>
                <a:gd name="T7" fmla="*/ 21190 h 21600"/>
                <a:gd name="T8" fmla="*/ 21600 w 21600"/>
                <a:gd name="T9" fmla="*/ 15083 h 21600"/>
                <a:gd name="T10" fmla="*/ 16889 w 21600"/>
                <a:gd name="T11" fmla="*/ 5739 h 21600"/>
                <a:gd name="T12" fmla="*/ 10800 w 21600"/>
                <a:gd name="T13" fmla="*/ 28 h 21600"/>
                <a:gd name="T14" fmla="*/ 4202 w 21600"/>
                <a:gd name="T15" fmla="*/ 5894 h 21600"/>
                <a:gd name="T16" fmla="*/ 5388 w 21600"/>
                <a:gd name="T17" fmla="*/ 6742 h 21600"/>
                <a:gd name="T18" fmla="*/ 16177 w 21600"/>
                <a:gd name="T19" fmla="*/ 20441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4247" y="12354"/>
                  </a:moveTo>
                  <a:lnTo>
                    <a:pt x="4134" y="12468"/>
                  </a:lnTo>
                  <a:lnTo>
                    <a:pt x="4010" y="12581"/>
                  </a:lnTo>
                  <a:lnTo>
                    <a:pt x="3897" y="12637"/>
                  </a:lnTo>
                  <a:lnTo>
                    <a:pt x="3773" y="12694"/>
                  </a:lnTo>
                  <a:lnTo>
                    <a:pt x="3637" y="12694"/>
                  </a:lnTo>
                  <a:lnTo>
                    <a:pt x="3524" y="12694"/>
                  </a:lnTo>
                  <a:lnTo>
                    <a:pt x="3400" y="12665"/>
                  </a:lnTo>
                  <a:lnTo>
                    <a:pt x="3287" y="12609"/>
                  </a:lnTo>
                  <a:lnTo>
                    <a:pt x="3027" y="12496"/>
                  </a:lnTo>
                  <a:lnTo>
                    <a:pt x="2790" y="12340"/>
                  </a:lnTo>
                  <a:lnTo>
                    <a:pt x="2530" y="12142"/>
                  </a:lnTo>
                  <a:lnTo>
                    <a:pt x="2293" y="11987"/>
                  </a:lnTo>
                  <a:lnTo>
                    <a:pt x="2033" y="11817"/>
                  </a:lnTo>
                  <a:lnTo>
                    <a:pt x="1773" y="11676"/>
                  </a:lnTo>
                  <a:lnTo>
                    <a:pt x="1638" y="11662"/>
                  </a:lnTo>
                  <a:lnTo>
                    <a:pt x="1513" y="11634"/>
                  </a:lnTo>
                  <a:lnTo>
                    <a:pt x="1378" y="11634"/>
                  </a:lnTo>
                  <a:lnTo>
                    <a:pt x="1253" y="11634"/>
                  </a:lnTo>
                  <a:lnTo>
                    <a:pt x="1118" y="11662"/>
                  </a:lnTo>
                  <a:lnTo>
                    <a:pt x="971" y="11732"/>
                  </a:lnTo>
                  <a:lnTo>
                    <a:pt x="835" y="11817"/>
                  </a:lnTo>
                  <a:lnTo>
                    <a:pt x="711" y="11959"/>
                  </a:lnTo>
                  <a:lnTo>
                    <a:pt x="553" y="12086"/>
                  </a:lnTo>
                  <a:lnTo>
                    <a:pt x="429" y="12284"/>
                  </a:lnTo>
                  <a:lnTo>
                    <a:pt x="271" y="12524"/>
                  </a:lnTo>
                  <a:lnTo>
                    <a:pt x="146" y="12793"/>
                  </a:lnTo>
                  <a:lnTo>
                    <a:pt x="79" y="12962"/>
                  </a:lnTo>
                  <a:lnTo>
                    <a:pt x="33" y="13146"/>
                  </a:lnTo>
                  <a:lnTo>
                    <a:pt x="11" y="13386"/>
                  </a:lnTo>
                  <a:lnTo>
                    <a:pt x="11" y="13641"/>
                  </a:lnTo>
                  <a:lnTo>
                    <a:pt x="33" y="13881"/>
                  </a:lnTo>
                  <a:lnTo>
                    <a:pt x="101" y="14150"/>
                  </a:lnTo>
                  <a:lnTo>
                    <a:pt x="192" y="14404"/>
                  </a:lnTo>
                  <a:lnTo>
                    <a:pt x="293" y="14645"/>
                  </a:lnTo>
                  <a:lnTo>
                    <a:pt x="451" y="14857"/>
                  </a:lnTo>
                  <a:lnTo>
                    <a:pt x="621" y="15054"/>
                  </a:lnTo>
                  <a:lnTo>
                    <a:pt x="734" y="15125"/>
                  </a:lnTo>
                  <a:lnTo>
                    <a:pt x="835" y="15210"/>
                  </a:lnTo>
                  <a:lnTo>
                    <a:pt x="948" y="15267"/>
                  </a:lnTo>
                  <a:lnTo>
                    <a:pt x="1084" y="15323"/>
                  </a:lnTo>
                  <a:lnTo>
                    <a:pt x="1208" y="15351"/>
                  </a:lnTo>
                  <a:lnTo>
                    <a:pt x="1355" y="15380"/>
                  </a:lnTo>
                  <a:lnTo>
                    <a:pt x="1513" y="15380"/>
                  </a:lnTo>
                  <a:lnTo>
                    <a:pt x="1683" y="15380"/>
                  </a:lnTo>
                  <a:lnTo>
                    <a:pt x="1864" y="15351"/>
                  </a:lnTo>
                  <a:lnTo>
                    <a:pt x="2033" y="15323"/>
                  </a:lnTo>
                  <a:lnTo>
                    <a:pt x="2225" y="15238"/>
                  </a:lnTo>
                  <a:lnTo>
                    <a:pt x="2428" y="15153"/>
                  </a:lnTo>
                  <a:lnTo>
                    <a:pt x="2745" y="15026"/>
                  </a:lnTo>
                  <a:lnTo>
                    <a:pt x="3005" y="14913"/>
                  </a:lnTo>
                  <a:lnTo>
                    <a:pt x="3264" y="14828"/>
                  </a:lnTo>
                  <a:lnTo>
                    <a:pt x="3513" y="14800"/>
                  </a:lnTo>
                  <a:lnTo>
                    <a:pt x="3615" y="14828"/>
                  </a:lnTo>
                  <a:lnTo>
                    <a:pt x="3728" y="14857"/>
                  </a:lnTo>
                  <a:lnTo>
                    <a:pt x="3807" y="14913"/>
                  </a:lnTo>
                  <a:lnTo>
                    <a:pt x="3920" y="14998"/>
                  </a:lnTo>
                  <a:lnTo>
                    <a:pt x="4010" y="15097"/>
                  </a:lnTo>
                  <a:lnTo>
                    <a:pt x="4089" y="15238"/>
                  </a:lnTo>
                  <a:lnTo>
                    <a:pt x="4179" y="15408"/>
                  </a:lnTo>
                  <a:lnTo>
                    <a:pt x="4247" y="15620"/>
                  </a:lnTo>
                  <a:lnTo>
                    <a:pt x="4326" y="15860"/>
                  </a:lnTo>
                  <a:lnTo>
                    <a:pt x="4394" y="16129"/>
                  </a:lnTo>
                  <a:lnTo>
                    <a:pt x="4439" y="16440"/>
                  </a:lnTo>
                  <a:lnTo>
                    <a:pt x="4507" y="16737"/>
                  </a:lnTo>
                  <a:lnTo>
                    <a:pt x="4552" y="17090"/>
                  </a:lnTo>
                  <a:lnTo>
                    <a:pt x="4575" y="17443"/>
                  </a:lnTo>
                  <a:lnTo>
                    <a:pt x="4586" y="17825"/>
                  </a:lnTo>
                  <a:lnTo>
                    <a:pt x="4586" y="18193"/>
                  </a:lnTo>
                  <a:lnTo>
                    <a:pt x="4586" y="18574"/>
                  </a:lnTo>
                  <a:lnTo>
                    <a:pt x="4586" y="18984"/>
                  </a:lnTo>
                  <a:lnTo>
                    <a:pt x="4552" y="19366"/>
                  </a:lnTo>
                  <a:lnTo>
                    <a:pt x="4507" y="19748"/>
                  </a:lnTo>
                  <a:lnTo>
                    <a:pt x="4462" y="20129"/>
                  </a:lnTo>
                  <a:lnTo>
                    <a:pt x="4371" y="20483"/>
                  </a:lnTo>
                  <a:lnTo>
                    <a:pt x="4292" y="20836"/>
                  </a:lnTo>
                  <a:lnTo>
                    <a:pt x="4202" y="21161"/>
                  </a:lnTo>
                  <a:lnTo>
                    <a:pt x="4744" y="21161"/>
                  </a:lnTo>
                  <a:lnTo>
                    <a:pt x="5264" y="21161"/>
                  </a:lnTo>
                  <a:lnTo>
                    <a:pt x="5784" y="21161"/>
                  </a:lnTo>
                  <a:lnTo>
                    <a:pt x="6235" y="21161"/>
                  </a:lnTo>
                  <a:lnTo>
                    <a:pt x="6676" y="21161"/>
                  </a:lnTo>
                  <a:lnTo>
                    <a:pt x="7060" y="21161"/>
                  </a:lnTo>
                  <a:lnTo>
                    <a:pt x="7410" y="21161"/>
                  </a:lnTo>
                  <a:lnTo>
                    <a:pt x="7670" y="21161"/>
                  </a:lnTo>
                  <a:lnTo>
                    <a:pt x="8020" y="21020"/>
                  </a:lnTo>
                  <a:lnTo>
                    <a:pt x="8303" y="20893"/>
                  </a:lnTo>
                  <a:lnTo>
                    <a:pt x="8563" y="20695"/>
                  </a:lnTo>
                  <a:lnTo>
                    <a:pt x="8800" y="20511"/>
                  </a:lnTo>
                  <a:lnTo>
                    <a:pt x="8969" y="20285"/>
                  </a:lnTo>
                  <a:lnTo>
                    <a:pt x="9150" y="20045"/>
                  </a:lnTo>
                  <a:lnTo>
                    <a:pt x="9252" y="19804"/>
                  </a:lnTo>
                  <a:lnTo>
                    <a:pt x="9342" y="19550"/>
                  </a:lnTo>
                  <a:lnTo>
                    <a:pt x="9410" y="19281"/>
                  </a:lnTo>
                  <a:lnTo>
                    <a:pt x="9433" y="19013"/>
                  </a:lnTo>
                  <a:lnTo>
                    <a:pt x="9433" y="18744"/>
                  </a:lnTo>
                  <a:lnTo>
                    <a:pt x="9387" y="18504"/>
                  </a:lnTo>
                  <a:lnTo>
                    <a:pt x="9320" y="18221"/>
                  </a:lnTo>
                  <a:lnTo>
                    <a:pt x="9207" y="17981"/>
                  </a:lnTo>
                  <a:lnTo>
                    <a:pt x="9105" y="17740"/>
                  </a:lnTo>
                  <a:lnTo>
                    <a:pt x="8924" y="17514"/>
                  </a:lnTo>
                  <a:lnTo>
                    <a:pt x="8777" y="17274"/>
                  </a:lnTo>
                  <a:lnTo>
                    <a:pt x="8642" y="17034"/>
                  </a:lnTo>
                  <a:lnTo>
                    <a:pt x="8563" y="16765"/>
                  </a:lnTo>
                  <a:lnTo>
                    <a:pt x="8472" y="16468"/>
                  </a:lnTo>
                  <a:lnTo>
                    <a:pt x="8450" y="16157"/>
                  </a:lnTo>
                  <a:lnTo>
                    <a:pt x="8450" y="15860"/>
                  </a:lnTo>
                  <a:lnTo>
                    <a:pt x="8472" y="15563"/>
                  </a:lnTo>
                  <a:lnTo>
                    <a:pt x="8540" y="15267"/>
                  </a:lnTo>
                  <a:lnTo>
                    <a:pt x="8642" y="14998"/>
                  </a:lnTo>
                  <a:lnTo>
                    <a:pt x="8777" y="14729"/>
                  </a:lnTo>
                  <a:lnTo>
                    <a:pt x="8868" y="14616"/>
                  </a:lnTo>
                  <a:lnTo>
                    <a:pt x="8969" y="14475"/>
                  </a:lnTo>
                  <a:lnTo>
                    <a:pt x="9060" y="14376"/>
                  </a:lnTo>
                  <a:lnTo>
                    <a:pt x="9184" y="14291"/>
                  </a:lnTo>
                  <a:lnTo>
                    <a:pt x="9297" y="14206"/>
                  </a:lnTo>
                  <a:lnTo>
                    <a:pt x="9433" y="14121"/>
                  </a:lnTo>
                  <a:lnTo>
                    <a:pt x="9579" y="14051"/>
                  </a:lnTo>
                  <a:lnTo>
                    <a:pt x="9726" y="13994"/>
                  </a:lnTo>
                  <a:lnTo>
                    <a:pt x="9884" y="13938"/>
                  </a:lnTo>
                  <a:lnTo>
                    <a:pt x="10054" y="13909"/>
                  </a:lnTo>
                  <a:lnTo>
                    <a:pt x="10257" y="13881"/>
                  </a:lnTo>
                  <a:lnTo>
                    <a:pt x="10449" y="13881"/>
                  </a:lnTo>
                  <a:lnTo>
                    <a:pt x="10664" y="13881"/>
                  </a:lnTo>
                  <a:lnTo>
                    <a:pt x="10856" y="13909"/>
                  </a:lnTo>
                  <a:lnTo>
                    <a:pt x="11037" y="13966"/>
                  </a:lnTo>
                  <a:lnTo>
                    <a:pt x="11206" y="14023"/>
                  </a:lnTo>
                  <a:lnTo>
                    <a:pt x="11353" y="14093"/>
                  </a:lnTo>
                  <a:lnTo>
                    <a:pt x="11511" y="14178"/>
                  </a:lnTo>
                  <a:lnTo>
                    <a:pt x="11635" y="14263"/>
                  </a:lnTo>
                  <a:lnTo>
                    <a:pt x="11748" y="14376"/>
                  </a:lnTo>
                  <a:lnTo>
                    <a:pt x="11861" y="14475"/>
                  </a:lnTo>
                  <a:lnTo>
                    <a:pt x="11941" y="14616"/>
                  </a:lnTo>
                  <a:lnTo>
                    <a:pt x="12031" y="14758"/>
                  </a:lnTo>
                  <a:lnTo>
                    <a:pt x="12099" y="14885"/>
                  </a:lnTo>
                  <a:lnTo>
                    <a:pt x="12200" y="15210"/>
                  </a:lnTo>
                  <a:lnTo>
                    <a:pt x="12268" y="15507"/>
                  </a:lnTo>
                  <a:lnTo>
                    <a:pt x="12291" y="15832"/>
                  </a:lnTo>
                  <a:lnTo>
                    <a:pt x="12291" y="16157"/>
                  </a:lnTo>
                  <a:lnTo>
                    <a:pt x="12246" y="16482"/>
                  </a:lnTo>
                  <a:lnTo>
                    <a:pt x="12178" y="16807"/>
                  </a:lnTo>
                  <a:lnTo>
                    <a:pt x="12099" y="17090"/>
                  </a:lnTo>
                  <a:lnTo>
                    <a:pt x="12008" y="17330"/>
                  </a:lnTo>
                  <a:lnTo>
                    <a:pt x="11884" y="17542"/>
                  </a:lnTo>
                  <a:lnTo>
                    <a:pt x="11748" y="17712"/>
                  </a:lnTo>
                  <a:lnTo>
                    <a:pt x="11613" y="17839"/>
                  </a:lnTo>
                  <a:lnTo>
                    <a:pt x="11489" y="18037"/>
                  </a:lnTo>
                  <a:lnTo>
                    <a:pt x="11398" y="18221"/>
                  </a:lnTo>
                  <a:lnTo>
                    <a:pt x="11319" y="18447"/>
                  </a:lnTo>
                  <a:lnTo>
                    <a:pt x="11251" y="18659"/>
                  </a:lnTo>
                  <a:lnTo>
                    <a:pt x="11206" y="18900"/>
                  </a:lnTo>
                  <a:lnTo>
                    <a:pt x="11184" y="19154"/>
                  </a:lnTo>
                  <a:lnTo>
                    <a:pt x="11184" y="19423"/>
                  </a:lnTo>
                  <a:lnTo>
                    <a:pt x="11229" y="19663"/>
                  </a:lnTo>
                  <a:lnTo>
                    <a:pt x="11297" y="19903"/>
                  </a:lnTo>
                  <a:lnTo>
                    <a:pt x="11376" y="20158"/>
                  </a:lnTo>
                  <a:lnTo>
                    <a:pt x="11511" y="20398"/>
                  </a:lnTo>
                  <a:lnTo>
                    <a:pt x="11681" y="20610"/>
                  </a:lnTo>
                  <a:lnTo>
                    <a:pt x="11884" y="20808"/>
                  </a:lnTo>
                  <a:lnTo>
                    <a:pt x="12121" y="20992"/>
                  </a:lnTo>
                  <a:lnTo>
                    <a:pt x="12404" y="21161"/>
                  </a:lnTo>
                  <a:lnTo>
                    <a:pt x="12528" y="21190"/>
                  </a:lnTo>
                  <a:lnTo>
                    <a:pt x="12856" y="21274"/>
                  </a:lnTo>
                  <a:lnTo>
                    <a:pt x="13330" y="21373"/>
                  </a:lnTo>
                  <a:lnTo>
                    <a:pt x="13963" y="21486"/>
                  </a:lnTo>
                  <a:lnTo>
                    <a:pt x="14313" y="21543"/>
                  </a:lnTo>
                  <a:lnTo>
                    <a:pt x="14652" y="21571"/>
                  </a:lnTo>
                  <a:lnTo>
                    <a:pt x="15025" y="21600"/>
                  </a:lnTo>
                  <a:lnTo>
                    <a:pt x="15409" y="21600"/>
                  </a:lnTo>
                  <a:lnTo>
                    <a:pt x="15782" y="21600"/>
                  </a:lnTo>
                  <a:lnTo>
                    <a:pt x="16177" y="21571"/>
                  </a:lnTo>
                  <a:lnTo>
                    <a:pt x="16516" y="21486"/>
                  </a:lnTo>
                  <a:lnTo>
                    <a:pt x="16889" y="21402"/>
                  </a:lnTo>
                  <a:lnTo>
                    <a:pt x="16821" y="21190"/>
                  </a:lnTo>
                  <a:lnTo>
                    <a:pt x="16776" y="20935"/>
                  </a:lnTo>
                  <a:lnTo>
                    <a:pt x="16742" y="20667"/>
                  </a:lnTo>
                  <a:lnTo>
                    <a:pt x="16719" y="20370"/>
                  </a:lnTo>
                  <a:lnTo>
                    <a:pt x="16697" y="19719"/>
                  </a:lnTo>
                  <a:lnTo>
                    <a:pt x="16697" y="19013"/>
                  </a:lnTo>
                  <a:lnTo>
                    <a:pt x="16719" y="18306"/>
                  </a:lnTo>
                  <a:lnTo>
                    <a:pt x="16753" y="17599"/>
                  </a:lnTo>
                  <a:lnTo>
                    <a:pt x="16821" y="16949"/>
                  </a:lnTo>
                  <a:lnTo>
                    <a:pt x="16889" y="16383"/>
                  </a:lnTo>
                  <a:lnTo>
                    <a:pt x="16934" y="16129"/>
                  </a:lnTo>
                  <a:lnTo>
                    <a:pt x="17002" y="15945"/>
                  </a:lnTo>
                  <a:lnTo>
                    <a:pt x="17081" y="15790"/>
                  </a:lnTo>
                  <a:lnTo>
                    <a:pt x="17194" y="15648"/>
                  </a:lnTo>
                  <a:lnTo>
                    <a:pt x="17318" y="15563"/>
                  </a:lnTo>
                  <a:lnTo>
                    <a:pt x="17453" y="15507"/>
                  </a:lnTo>
                  <a:lnTo>
                    <a:pt x="17600" y="15450"/>
                  </a:lnTo>
                  <a:lnTo>
                    <a:pt x="17758" y="15450"/>
                  </a:lnTo>
                  <a:lnTo>
                    <a:pt x="17905" y="15479"/>
                  </a:lnTo>
                  <a:lnTo>
                    <a:pt x="18064" y="15535"/>
                  </a:lnTo>
                  <a:lnTo>
                    <a:pt x="18233" y="15620"/>
                  </a:lnTo>
                  <a:lnTo>
                    <a:pt x="18380" y="15733"/>
                  </a:lnTo>
                  <a:lnTo>
                    <a:pt x="18561" y="15832"/>
                  </a:lnTo>
                  <a:lnTo>
                    <a:pt x="18707" y="15973"/>
                  </a:lnTo>
                  <a:lnTo>
                    <a:pt x="18866" y="16129"/>
                  </a:lnTo>
                  <a:lnTo>
                    <a:pt x="18990" y="16327"/>
                  </a:lnTo>
                  <a:lnTo>
                    <a:pt x="19125" y="16482"/>
                  </a:lnTo>
                  <a:lnTo>
                    <a:pt x="19295" y="16624"/>
                  </a:lnTo>
                  <a:lnTo>
                    <a:pt x="19464" y="16737"/>
                  </a:lnTo>
                  <a:lnTo>
                    <a:pt x="19668" y="16807"/>
                  </a:lnTo>
                  <a:lnTo>
                    <a:pt x="19860" y="16836"/>
                  </a:lnTo>
                  <a:lnTo>
                    <a:pt x="20052" y="16864"/>
                  </a:lnTo>
                  <a:lnTo>
                    <a:pt x="20266" y="16836"/>
                  </a:lnTo>
                  <a:lnTo>
                    <a:pt x="20470" y="16793"/>
                  </a:lnTo>
                  <a:lnTo>
                    <a:pt x="20662" y="16708"/>
                  </a:lnTo>
                  <a:lnTo>
                    <a:pt x="20854" y="16567"/>
                  </a:lnTo>
                  <a:lnTo>
                    <a:pt x="21035" y="16412"/>
                  </a:lnTo>
                  <a:lnTo>
                    <a:pt x="21182" y="16214"/>
                  </a:lnTo>
                  <a:lnTo>
                    <a:pt x="21340" y="16002"/>
                  </a:lnTo>
                  <a:lnTo>
                    <a:pt x="21441" y="15733"/>
                  </a:lnTo>
                  <a:lnTo>
                    <a:pt x="21532" y="15436"/>
                  </a:lnTo>
                  <a:lnTo>
                    <a:pt x="21600" y="15083"/>
                  </a:lnTo>
                  <a:lnTo>
                    <a:pt x="21600" y="14885"/>
                  </a:lnTo>
                  <a:lnTo>
                    <a:pt x="21600" y="14729"/>
                  </a:lnTo>
                  <a:lnTo>
                    <a:pt x="21600" y="14531"/>
                  </a:lnTo>
                  <a:lnTo>
                    <a:pt x="21577" y="14376"/>
                  </a:lnTo>
                  <a:lnTo>
                    <a:pt x="21532" y="14206"/>
                  </a:lnTo>
                  <a:lnTo>
                    <a:pt x="21487" y="14051"/>
                  </a:lnTo>
                  <a:lnTo>
                    <a:pt x="21419" y="13909"/>
                  </a:lnTo>
                  <a:lnTo>
                    <a:pt x="21351" y="13768"/>
                  </a:lnTo>
                  <a:lnTo>
                    <a:pt x="21204" y="13500"/>
                  </a:lnTo>
                  <a:lnTo>
                    <a:pt x="21035" y="13287"/>
                  </a:lnTo>
                  <a:lnTo>
                    <a:pt x="20809" y="13090"/>
                  </a:lnTo>
                  <a:lnTo>
                    <a:pt x="20594" y="12962"/>
                  </a:lnTo>
                  <a:lnTo>
                    <a:pt x="20357" y="12821"/>
                  </a:lnTo>
                  <a:lnTo>
                    <a:pt x="20120" y="12764"/>
                  </a:lnTo>
                  <a:lnTo>
                    <a:pt x="19882" y="12708"/>
                  </a:lnTo>
                  <a:lnTo>
                    <a:pt x="19645" y="12736"/>
                  </a:lnTo>
                  <a:lnTo>
                    <a:pt x="19430" y="12793"/>
                  </a:lnTo>
                  <a:lnTo>
                    <a:pt x="19227" y="12906"/>
                  </a:lnTo>
                  <a:lnTo>
                    <a:pt x="19148" y="12962"/>
                  </a:lnTo>
                  <a:lnTo>
                    <a:pt x="19058" y="13047"/>
                  </a:lnTo>
                  <a:lnTo>
                    <a:pt x="18990" y="13146"/>
                  </a:lnTo>
                  <a:lnTo>
                    <a:pt x="18911" y="13259"/>
                  </a:lnTo>
                  <a:lnTo>
                    <a:pt x="18775" y="13471"/>
                  </a:lnTo>
                  <a:lnTo>
                    <a:pt x="18628" y="13641"/>
                  </a:lnTo>
                  <a:lnTo>
                    <a:pt x="18470" y="13740"/>
                  </a:lnTo>
                  <a:lnTo>
                    <a:pt x="18301" y="13825"/>
                  </a:lnTo>
                  <a:lnTo>
                    <a:pt x="18143" y="13853"/>
                  </a:lnTo>
                  <a:lnTo>
                    <a:pt x="17973" y="13881"/>
                  </a:lnTo>
                  <a:lnTo>
                    <a:pt x="17804" y="13853"/>
                  </a:lnTo>
                  <a:lnTo>
                    <a:pt x="17646" y="13796"/>
                  </a:lnTo>
                  <a:lnTo>
                    <a:pt x="17499" y="13726"/>
                  </a:lnTo>
                  <a:lnTo>
                    <a:pt x="17341" y="13641"/>
                  </a:lnTo>
                  <a:lnTo>
                    <a:pt x="17216" y="13528"/>
                  </a:lnTo>
                  <a:lnTo>
                    <a:pt x="17103" y="13386"/>
                  </a:lnTo>
                  <a:lnTo>
                    <a:pt x="17024" y="13259"/>
                  </a:lnTo>
                  <a:lnTo>
                    <a:pt x="16934" y="13118"/>
                  </a:lnTo>
                  <a:lnTo>
                    <a:pt x="16889" y="12991"/>
                  </a:lnTo>
                  <a:lnTo>
                    <a:pt x="16889" y="12849"/>
                  </a:lnTo>
                  <a:lnTo>
                    <a:pt x="16889" y="12383"/>
                  </a:lnTo>
                  <a:lnTo>
                    <a:pt x="16889" y="11662"/>
                  </a:lnTo>
                  <a:lnTo>
                    <a:pt x="16889" y="10701"/>
                  </a:lnTo>
                  <a:lnTo>
                    <a:pt x="16889" y="9640"/>
                  </a:lnTo>
                  <a:lnTo>
                    <a:pt x="16889" y="8566"/>
                  </a:lnTo>
                  <a:lnTo>
                    <a:pt x="16889" y="7478"/>
                  </a:lnTo>
                  <a:lnTo>
                    <a:pt x="16889" y="6502"/>
                  </a:lnTo>
                  <a:lnTo>
                    <a:pt x="16889" y="5739"/>
                  </a:lnTo>
                  <a:lnTo>
                    <a:pt x="16674" y="5894"/>
                  </a:lnTo>
                  <a:lnTo>
                    <a:pt x="16414" y="6036"/>
                  </a:lnTo>
                  <a:lnTo>
                    <a:pt x="16154" y="6177"/>
                  </a:lnTo>
                  <a:lnTo>
                    <a:pt x="15849" y="6248"/>
                  </a:lnTo>
                  <a:lnTo>
                    <a:pt x="15544" y="6304"/>
                  </a:lnTo>
                  <a:lnTo>
                    <a:pt x="15217" y="6332"/>
                  </a:lnTo>
                  <a:lnTo>
                    <a:pt x="14866" y="6361"/>
                  </a:lnTo>
                  <a:lnTo>
                    <a:pt x="14550" y="6361"/>
                  </a:lnTo>
                  <a:lnTo>
                    <a:pt x="14200" y="6332"/>
                  </a:lnTo>
                  <a:lnTo>
                    <a:pt x="13850" y="6276"/>
                  </a:lnTo>
                  <a:lnTo>
                    <a:pt x="13522" y="6219"/>
                  </a:lnTo>
                  <a:lnTo>
                    <a:pt x="13206" y="6149"/>
                  </a:lnTo>
                  <a:lnTo>
                    <a:pt x="12901" y="6064"/>
                  </a:lnTo>
                  <a:lnTo>
                    <a:pt x="12618" y="5951"/>
                  </a:lnTo>
                  <a:lnTo>
                    <a:pt x="12358" y="5838"/>
                  </a:lnTo>
                  <a:lnTo>
                    <a:pt x="12121" y="5739"/>
                  </a:lnTo>
                  <a:lnTo>
                    <a:pt x="11941" y="5626"/>
                  </a:lnTo>
                  <a:lnTo>
                    <a:pt x="11794" y="5513"/>
                  </a:lnTo>
                  <a:lnTo>
                    <a:pt x="11658" y="5414"/>
                  </a:lnTo>
                  <a:lnTo>
                    <a:pt x="11556" y="5301"/>
                  </a:lnTo>
                  <a:lnTo>
                    <a:pt x="11466" y="5187"/>
                  </a:lnTo>
                  <a:lnTo>
                    <a:pt x="11398" y="5089"/>
                  </a:lnTo>
                  <a:lnTo>
                    <a:pt x="11376" y="4947"/>
                  </a:lnTo>
                  <a:lnTo>
                    <a:pt x="11353" y="4834"/>
                  </a:lnTo>
                  <a:lnTo>
                    <a:pt x="11353" y="4707"/>
                  </a:lnTo>
                  <a:lnTo>
                    <a:pt x="11376" y="4565"/>
                  </a:lnTo>
                  <a:lnTo>
                    <a:pt x="11443" y="4410"/>
                  </a:lnTo>
                  <a:lnTo>
                    <a:pt x="11511" y="4240"/>
                  </a:lnTo>
                  <a:lnTo>
                    <a:pt x="11703" y="3887"/>
                  </a:lnTo>
                  <a:lnTo>
                    <a:pt x="11986" y="3505"/>
                  </a:lnTo>
                  <a:lnTo>
                    <a:pt x="12144" y="3265"/>
                  </a:lnTo>
                  <a:lnTo>
                    <a:pt x="12246" y="3025"/>
                  </a:lnTo>
                  <a:lnTo>
                    <a:pt x="12336" y="2756"/>
                  </a:lnTo>
                  <a:lnTo>
                    <a:pt x="12404" y="2445"/>
                  </a:lnTo>
                  <a:lnTo>
                    <a:pt x="12438" y="2176"/>
                  </a:lnTo>
                  <a:lnTo>
                    <a:pt x="12438" y="1880"/>
                  </a:lnTo>
                  <a:lnTo>
                    <a:pt x="12404" y="1583"/>
                  </a:lnTo>
                  <a:lnTo>
                    <a:pt x="12336" y="1314"/>
                  </a:lnTo>
                  <a:lnTo>
                    <a:pt x="12246" y="1046"/>
                  </a:lnTo>
                  <a:lnTo>
                    <a:pt x="12099" y="791"/>
                  </a:lnTo>
                  <a:lnTo>
                    <a:pt x="12008" y="692"/>
                  </a:lnTo>
                  <a:lnTo>
                    <a:pt x="11918" y="579"/>
                  </a:lnTo>
                  <a:lnTo>
                    <a:pt x="11816" y="466"/>
                  </a:lnTo>
                  <a:lnTo>
                    <a:pt x="11703" y="381"/>
                  </a:lnTo>
                  <a:lnTo>
                    <a:pt x="11579" y="310"/>
                  </a:lnTo>
                  <a:lnTo>
                    <a:pt x="11443" y="226"/>
                  </a:lnTo>
                  <a:lnTo>
                    <a:pt x="11297" y="169"/>
                  </a:lnTo>
                  <a:lnTo>
                    <a:pt x="11138" y="113"/>
                  </a:lnTo>
                  <a:lnTo>
                    <a:pt x="10969" y="56"/>
                  </a:lnTo>
                  <a:lnTo>
                    <a:pt x="10800" y="28"/>
                  </a:lnTo>
                  <a:lnTo>
                    <a:pt x="10619" y="28"/>
                  </a:lnTo>
                  <a:lnTo>
                    <a:pt x="10404" y="28"/>
                  </a:lnTo>
                  <a:lnTo>
                    <a:pt x="10257" y="28"/>
                  </a:lnTo>
                  <a:lnTo>
                    <a:pt x="10076" y="56"/>
                  </a:lnTo>
                  <a:lnTo>
                    <a:pt x="9952" y="84"/>
                  </a:lnTo>
                  <a:lnTo>
                    <a:pt x="9794" y="141"/>
                  </a:lnTo>
                  <a:lnTo>
                    <a:pt x="9692" y="226"/>
                  </a:lnTo>
                  <a:lnTo>
                    <a:pt x="9557" y="282"/>
                  </a:lnTo>
                  <a:lnTo>
                    <a:pt x="9455" y="381"/>
                  </a:lnTo>
                  <a:lnTo>
                    <a:pt x="9365" y="466"/>
                  </a:lnTo>
                  <a:lnTo>
                    <a:pt x="9274" y="579"/>
                  </a:lnTo>
                  <a:lnTo>
                    <a:pt x="9184" y="692"/>
                  </a:lnTo>
                  <a:lnTo>
                    <a:pt x="9128" y="791"/>
                  </a:lnTo>
                  <a:lnTo>
                    <a:pt x="9060" y="932"/>
                  </a:lnTo>
                  <a:lnTo>
                    <a:pt x="8969" y="1201"/>
                  </a:lnTo>
                  <a:lnTo>
                    <a:pt x="8913" y="1498"/>
                  </a:lnTo>
                  <a:lnTo>
                    <a:pt x="8890" y="1795"/>
                  </a:lnTo>
                  <a:lnTo>
                    <a:pt x="8890" y="2120"/>
                  </a:lnTo>
                  <a:lnTo>
                    <a:pt x="8913" y="2445"/>
                  </a:lnTo>
                  <a:lnTo>
                    <a:pt x="8969" y="2756"/>
                  </a:lnTo>
                  <a:lnTo>
                    <a:pt x="9060" y="3081"/>
                  </a:lnTo>
                  <a:lnTo>
                    <a:pt x="9173" y="3378"/>
                  </a:lnTo>
                  <a:lnTo>
                    <a:pt x="9297" y="3647"/>
                  </a:lnTo>
                  <a:lnTo>
                    <a:pt x="9466" y="3887"/>
                  </a:lnTo>
                  <a:lnTo>
                    <a:pt x="9579" y="4085"/>
                  </a:lnTo>
                  <a:lnTo>
                    <a:pt x="9670" y="4269"/>
                  </a:lnTo>
                  <a:lnTo>
                    <a:pt x="9726" y="4467"/>
                  </a:lnTo>
                  <a:lnTo>
                    <a:pt x="9771" y="4650"/>
                  </a:lnTo>
                  <a:lnTo>
                    <a:pt x="9771" y="4834"/>
                  </a:lnTo>
                  <a:lnTo>
                    <a:pt x="9749" y="5032"/>
                  </a:lnTo>
                  <a:lnTo>
                    <a:pt x="9715" y="5216"/>
                  </a:lnTo>
                  <a:lnTo>
                    <a:pt x="9625" y="5385"/>
                  </a:lnTo>
                  <a:lnTo>
                    <a:pt x="9534" y="5513"/>
                  </a:lnTo>
                  <a:lnTo>
                    <a:pt x="9410" y="5626"/>
                  </a:lnTo>
                  <a:lnTo>
                    <a:pt x="9229" y="5710"/>
                  </a:lnTo>
                  <a:lnTo>
                    <a:pt x="9060" y="5767"/>
                  </a:lnTo>
                  <a:lnTo>
                    <a:pt x="8845" y="5767"/>
                  </a:lnTo>
                  <a:lnTo>
                    <a:pt x="8585" y="5739"/>
                  </a:lnTo>
                  <a:lnTo>
                    <a:pt x="8325" y="5654"/>
                  </a:lnTo>
                  <a:lnTo>
                    <a:pt x="8020" y="5513"/>
                  </a:lnTo>
                  <a:lnTo>
                    <a:pt x="7840" y="5442"/>
                  </a:lnTo>
                  <a:lnTo>
                    <a:pt x="7648" y="5385"/>
                  </a:lnTo>
                  <a:lnTo>
                    <a:pt x="7433" y="5329"/>
                  </a:lnTo>
                  <a:lnTo>
                    <a:pt x="7241" y="5301"/>
                  </a:lnTo>
                  <a:lnTo>
                    <a:pt x="6755" y="5301"/>
                  </a:lnTo>
                  <a:lnTo>
                    <a:pt x="6281" y="5329"/>
                  </a:lnTo>
                  <a:lnTo>
                    <a:pt x="5784" y="5385"/>
                  </a:lnTo>
                  <a:lnTo>
                    <a:pt x="5264" y="5498"/>
                  </a:lnTo>
                  <a:lnTo>
                    <a:pt x="4744" y="5597"/>
                  </a:lnTo>
                  <a:lnTo>
                    <a:pt x="4247" y="5739"/>
                  </a:lnTo>
                  <a:lnTo>
                    <a:pt x="4202" y="5894"/>
                  </a:lnTo>
                  <a:lnTo>
                    <a:pt x="4202" y="6191"/>
                  </a:lnTo>
                  <a:lnTo>
                    <a:pt x="4202" y="6545"/>
                  </a:lnTo>
                  <a:lnTo>
                    <a:pt x="4225" y="6954"/>
                  </a:lnTo>
                  <a:lnTo>
                    <a:pt x="4315" y="7930"/>
                  </a:lnTo>
                  <a:lnTo>
                    <a:pt x="4394" y="9018"/>
                  </a:lnTo>
                  <a:lnTo>
                    <a:pt x="4439" y="9570"/>
                  </a:lnTo>
                  <a:lnTo>
                    <a:pt x="4462" y="10107"/>
                  </a:lnTo>
                  <a:lnTo>
                    <a:pt x="4484" y="10630"/>
                  </a:lnTo>
                  <a:lnTo>
                    <a:pt x="4507" y="11082"/>
                  </a:lnTo>
                  <a:lnTo>
                    <a:pt x="4484" y="11520"/>
                  </a:lnTo>
                  <a:lnTo>
                    <a:pt x="4439" y="11874"/>
                  </a:lnTo>
                  <a:lnTo>
                    <a:pt x="4394" y="12029"/>
                  </a:lnTo>
                  <a:lnTo>
                    <a:pt x="4349" y="12171"/>
                  </a:lnTo>
                  <a:lnTo>
                    <a:pt x="4315" y="12284"/>
                  </a:lnTo>
                  <a:lnTo>
                    <a:pt x="4247" y="12354"/>
                  </a:lnTo>
                  <a:close/>
                </a:path>
              </a:pathLst>
            </a:custGeom>
            <a:solidFill>
              <a:srgbClr val="FFFFCC"/>
            </a:solidFill>
            <a:ln w="28575">
              <a:solidFill>
                <a:srgbClr val="000000"/>
              </a:solidFill>
              <a:miter lim="800000"/>
            </a:ln>
          </p:spPr>
          <p:txBody>
            <a:bodyPr vert="horz" wrap="square" lIns="91440" tIns="45720" rIns="91440" bIns="45720" numCol="1" anchor="t" anchorCtr="0" compatLnSpc="1"/>
            <a:p>
              <a:endParaRPr lang="zh-CN" altLang="en-US"/>
            </a:p>
          </p:txBody>
        </p:sp>
        <p:sp>
          <p:nvSpPr>
            <p:cNvPr id="7" name="Puzzle4"/>
            <p:cNvSpPr>
              <a:spLocks noEditPoints="1" noChangeArrowheads="1"/>
            </p:cNvSpPr>
            <p:nvPr/>
          </p:nvSpPr>
          <p:spPr bwMode="auto">
            <a:xfrm>
              <a:off x="2192" y="1719"/>
              <a:ext cx="1072" cy="1763"/>
            </a:xfrm>
            <a:custGeom>
              <a:avLst/>
              <a:gdLst>
                <a:gd name="T0" fmla="*/ 8307 w 21600"/>
                <a:gd name="T1" fmla="*/ 11593 h 21600"/>
                <a:gd name="T2" fmla="*/ 453 w 21600"/>
                <a:gd name="T3" fmla="*/ 16938 h 21600"/>
                <a:gd name="T4" fmla="*/ 11500 w 21600"/>
                <a:gd name="T5" fmla="*/ 21600 h 21600"/>
                <a:gd name="T6" fmla="*/ 20920 w 21600"/>
                <a:gd name="T7" fmla="*/ 16751 h 21600"/>
                <a:gd name="T8" fmla="*/ 13972 w 21600"/>
                <a:gd name="T9" fmla="*/ 10888 h 21600"/>
                <a:gd name="T10" fmla="*/ 21033 w 21600"/>
                <a:gd name="T11" fmla="*/ 4716 h 21600"/>
                <a:gd name="T12" fmla="*/ 11102 w 21600"/>
                <a:gd name="T13" fmla="*/ 11 h 21600"/>
                <a:gd name="T14" fmla="*/ 453 w 21600"/>
                <a:gd name="T15" fmla="*/ 4716 h 21600"/>
                <a:gd name="T16" fmla="*/ 2076 w 21600"/>
                <a:gd name="T17" fmla="*/ 5664 h 21600"/>
                <a:gd name="T18" fmla="*/ 20203 w 21600"/>
                <a:gd name="T19" fmla="*/ 15980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3813" y="10590"/>
                  </a:moveTo>
                  <a:lnTo>
                    <a:pt x="3927" y="10513"/>
                  </a:lnTo>
                  <a:lnTo>
                    <a:pt x="4078" y="10425"/>
                  </a:lnTo>
                  <a:lnTo>
                    <a:pt x="4210" y="10359"/>
                  </a:lnTo>
                  <a:lnTo>
                    <a:pt x="4361" y="10315"/>
                  </a:lnTo>
                  <a:lnTo>
                    <a:pt x="4682" y="10237"/>
                  </a:lnTo>
                  <a:lnTo>
                    <a:pt x="5041" y="10193"/>
                  </a:lnTo>
                  <a:lnTo>
                    <a:pt x="5456" y="10171"/>
                  </a:lnTo>
                  <a:lnTo>
                    <a:pt x="5853" y="10193"/>
                  </a:lnTo>
                  <a:lnTo>
                    <a:pt x="6249" y="10260"/>
                  </a:lnTo>
                  <a:lnTo>
                    <a:pt x="6646" y="10337"/>
                  </a:lnTo>
                  <a:lnTo>
                    <a:pt x="7004" y="10469"/>
                  </a:lnTo>
                  <a:lnTo>
                    <a:pt x="7363" y="10612"/>
                  </a:lnTo>
                  <a:lnTo>
                    <a:pt x="7665" y="10788"/>
                  </a:lnTo>
                  <a:lnTo>
                    <a:pt x="7911" y="10998"/>
                  </a:lnTo>
                  <a:lnTo>
                    <a:pt x="8024" y="11097"/>
                  </a:lnTo>
                  <a:lnTo>
                    <a:pt x="8137" y="11207"/>
                  </a:lnTo>
                  <a:lnTo>
                    <a:pt x="8194" y="11340"/>
                  </a:lnTo>
                  <a:lnTo>
                    <a:pt x="8269" y="11461"/>
                  </a:lnTo>
                  <a:lnTo>
                    <a:pt x="8307" y="11593"/>
                  </a:lnTo>
                  <a:lnTo>
                    <a:pt x="8307" y="11714"/>
                  </a:lnTo>
                  <a:lnTo>
                    <a:pt x="8307" y="11868"/>
                  </a:lnTo>
                  <a:lnTo>
                    <a:pt x="8307" y="12012"/>
                  </a:lnTo>
                  <a:lnTo>
                    <a:pt x="8194" y="12265"/>
                  </a:lnTo>
                  <a:lnTo>
                    <a:pt x="8062" y="12519"/>
                  </a:lnTo>
                  <a:lnTo>
                    <a:pt x="7873" y="12706"/>
                  </a:lnTo>
                  <a:lnTo>
                    <a:pt x="7627" y="12904"/>
                  </a:lnTo>
                  <a:lnTo>
                    <a:pt x="7363" y="13048"/>
                  </a:lnTo>
                  <a:lnTo>
                    <a:pt x="7080" y="13180"/>
                  </a:lnTo>
                  <a:lnTo>
                    <a:pt x="6759" y="13257"/>
                  </a:lnTo>
                  <a:lnTo>
                    <a:pt x="6419" y="13345"/>
                  </a:lnTo>
                  <a:lnTo>
                    <a:pt x="6098" y="13389"/>
                  </a:lnTo>
                  <a:lnTo>
                    <a:pt x="5739" y="13389"/>
                  </a:lnTo>
                  <a:lnTo>
                    <a:pt x="5418" y="13389"/>
                  </a:lnTo>
                  <a:lnTo>
                    <a:pt x="5079" y="13345"/>
                  </a:lnTo>
                  <a:lnTo>
                    <a:pt x="4758" y="13301"/>
                  </a:lnTo>
                  <a:lnTo>
                    <a:pt x="4474" y="13213"/>
                  </a:lnTo>
                  <a:lnTo>
                    <a:pt x="4172" y="13114"/>
                  </a:lnTo>
                  <a:lnTo>
                    <a:pt x="3965" y="12982"/>
                  </a:lnTo>
                  <a:lnTo>
                    <a:pt x="3738" y="12838"/>
                  </a:lnTo>
                  <a:lnTo>
                    <a:pt x="3493" y="12706"/>
                  </a:lnTo>
                  <a:lnTo>
                    <a:pt x="3228" y="12607"/>
                  </a:lnTo>
                  <a:lnTo>
                    <a:pt x="2945" y="12519"/>
                  </a:lnTo>
                  <a:lnTo>
                    <a:pt x="2700" y="12431"/>
                  </a:lnTo>
                  <a:lnTo>
                    <a:pt x="2397" y="12375"/>
                  </a:lnTo>
                  <a:lnTo>
                    <a:pt x="2152" y="12331"/>
                  </a:lnTo>
                  <a:lnTo>
                    <a:pt x="1888" y="12309"/>
                  </a:lnTo>
                  <a:lnTo>
                    <a:pt x="1642" y="12309"/>
                  </a:lnTo>
                  <a:lnTo>
                    <a:pt x="1397" y="12331"/>
                  </a:lnTo>
                  <a:lnTo>
                    <a:pt x="1170" y="12397"/>
                  </a:lnTo>
                  <a:lnTo>
                    <a:pt x="962" y="12453"/>
                  </a:lnTo>
                  <a:lnTo>
                    <a:pt x="774" y="12563"/>
                  </a:lnTo>
                  <a:lnTo>
                    <a:pt x="623" y="12684"/>
                  </a:lnTo>
                  <a:lnTo>
                    <a:pt x="528" y="12838"/>
                  </a:lnTo>
                  <a:lnTo>
                    <a:pt x="453" y="13026"/>
                  </a:lnTo>
                  <a:lnTo>
                    <a:pt x="339" y="13477"/>
                  </a:lnTo>
                  <a:lnTo>
                    <a:pt x="226" y="13984"/>
                  </a:lnTo>
                  <a:lnTo>
                    <a:pt x="151" y="14535"/>
                  </a:lnTo>
                  <a:lnTo>
                    <a:pt x="113" y="15075"/>
                  </a:lnTo>
                  <a:lnTo>
                    <a:pt x="113" y="15626"/>
                  </a:lnTo>
                  <a:lnTo>
                    <a:pt x="151" y="16133"/>
                  </a:lnTo>
                  <a:lnTo>
                    <a:pt x="188" y="16376"/>
                  </a:lnTo>
                  <a:lnTo>
                    <a:pt x="264" y="16585"/>
                  </a:lnTo>
                  <a:lnTo>
                    <a:pt x="339" y="16773"/>
                  </a:lnTo>
                  <a:lnTo>
                    <a:pt x="453" y="16938"/>
                  </a:lnTo>
                  <a:lnTo>
                    <a:pt x="1095" y="16883"/>
                  </a:lnTo>
                  <a:lnTo>
                    <a:pt x="1963" y="16795"/>
                  </a:lnTo>
                  <a:lnTo>
                    <a:pt x="2945" y="16751"/>
                  </a:lnTo>
                  <a:lnTo>
                    <a:pt x="3965" y="16706"/>
                  </a:lnTo>
                  <a:lnTo>
                    <a:pt x="5022" y="16684"/>
                  </a:lnTo>
                  <a:lnTo>
                    <a:pt x="5947" y="16684"/>
                  </a:lnTo>
                  <a:lnTo>
                    <a:pt x="6759" y="16706"/>
                  </a:lnTo>
                  <a:lnTo>
                    <a:pt x="7363" y="16751"/>
                  </a:lnTo>
                  <a:lnTo>
                    <a:pt x="7948" y="16839"/>
                  </a:lnTo>
                  <a:lnTo>
                    <a:pt x="8458" y="16916"/>
                  </a:lnTo>
                  <a:lnTo>
                    <a:pt x="8893" y="17026"/>
                  </a:lnTo>
                  <a:lnTo>
                    <a:pt x="9289" y="17158"/>
                  </a:lnTo>
                  <a:lnTo>
                    <a:pt x="9572" y="17280"/>
                  </a:lnTo>
                  <a:lnTo>
                    <a:pt x="9799" y="17412"/>
                  </a:lnTo>
                  <a:lnTo>
                    <a:pt x="9969" y="17555"/>
                  </a:lnTo>
                  <a:lnTo>
                    <a:pt x="10120" y="17687"/>
                  </a:lnTo>
                  <a:lnTo>
                    <a:pt x="10158" y="17831"/>
                  </a:lnTo>
                  <a:lnTo>
                    <a:pt x="10195" y="17974"/>
                  </a:lnTo>
                  <a:lnTo>
                    <a:pt x="10158" y="18128"/>
                  </a:lnTo>
                  <a:lnTo>
                    <a:pt x="10082" y="18271"/>
                  </a:lnTo>
                  <a:lnTo>
                    <a:pt x="9969" y="18426"/>
                  </a:lnTo>
                  <a:lnTo>
                    <a:pt x="9837" y="18569"/>
                  </a:lnTo>
                  <a:lnTo>
                    <a:pt x="9648" y="18701"/>
                  </a:lnTo>
                  <a:lnTo>
                    <a:pt x="9440" y="18822"/>
                  </a:lnTo>
                  <a:lnTo>
                    <a:pt x="9213" y="18999"/>
                  </a:lnTo>
                  <a:lnTo>
                    <a:pt x="9044" y="19186"/>
                  </a:lnTo>
                  <a:lnTo>
                    <a:pt x="8893" y="19395"/>
                  </a:lnTo>
                  <a:lnTo>
                    <a:pt x="8817" y="19627"/>
                  </a:lnTo>
                  <a:lnTo>
                    <a:pt x="8779" y="19858"/>
                  </a:lnTo>
                  <a:lnTo>
                    <a:pt x="8779" y="20112"/>
                  </a:lnTo>
                  <a:lnTo>
                    <a:pt x="8855" y="20354"/>
                  </a:lnTo>
                  <a:lnTo>
                    <a:pt x="8968" y="20586"/>
                  </a:lnTo>
                  <a:lnTo>
                    <a:pt x="9138" y="20817"/>
                  </a:lnTo>
                  <a:lnTo>
                    <a:pt x="9365" y="21026"/>
                  </a:lnTo>
                  <a:lnTo>
                    <a:pt x="9610" y="21192"/>
                  </a:lnTo>
                  <a:lnTo>
                    <a:pt x="9950" y="21368"/>
                  </a:lnTo>
                  <a:lnTo>
                    <a:pt x="10120" y="21445"/>
                  </a:lnTo>
                  <a:lnTo>
                    <a:pt x="10346" y="21511"/>
                  </a:lnTo>
                  <a:lnTo>
                    <a:pt x="10516" y="21555"/>
                  </a:lnTo>
                  <a:lnTo>
                    <a:pt x="10743" y="21600"/>
                  </a:lnTo>
                  <a:lnTo>
                    <a:pt x="10988" y="21644"/>
                  </a:lnTo>
                  <a:lnTo>
                    <a:pt x="11215" y="21666"/>
                  </a:lnTo>
                  <a:lnTo>
                    <a:pt x="11498" y="21666"/>
                  </a:lnTo>
                  <a:lnTo>
                    <a:pt x="11762" y="21666"/>
                  </a:lnTo>
                  <a:lnTo>
                    <a:pt x="12253" y="21644"/>
                  </a:lnTo>
                  <a:lnTo>
                    <a:pt x="12763" y="21577"/>
                  </a:lnTo>
                  <a:lnTo>
                    <a:pt x="13197" y="21467"/>
                  </a:lnTo>
                  <a:lnTo>
                    <a:pt x="13556" y="21346"/>
                  </a:lnTo>
                  <a:lnTo>
                    <a:pt x="13896" y="21192"/>
                  </a:lnTo>
                  <a:lnTo>
                    <a:pt x="14179" y="21026"/>
                  </a:lnTo>
                  <a:lnTo>
                    <a:pt x="14444" y="20839"/>
                  </a:lnTo>
                  <a:lnTo>
                    <a:pt x="14576" y="20641"/>
                  </a:lnTo>
                  <a:lnTo>
                    <a:pt x="14727" y="20431"/>
                  </a:lnTo>
                  <a:lnTo>
                    <a:pt x="14765" y="20200"/>
                  </a:lnTo>
                  <a:lnTo>
                    <a:pt x="14802" y="19991"/>
                  </a:lnTo>
                  <a:lnTo>
                    <a:pt x="14727" y="19759"/>
                  </a:lnTo>
                  <a:lnTo>
                    <a:pt x="14613" y="19550"/>
                  </a:lnTo>
                  <a:lnTo>
                    <a:pt x="14444" y="19307"/>
                  </a:lnTo>
                  <a:lnTo>
                    <a:pt x="14217" y="19098"/>
                  </a:lnTo>
                  <a:lnTo>
                    <a:pt x="13934" y="18911"/>
                  </a:lnTo>
                  <a:lnTo>
                    <a:pt x="13669" y="18745"/>
                  </a:lnTo>
                  <a:lnTo>
                    <a:pt x="13462" y="18547"/>
                  </a:lnTo>
                  <a:lnTo>
                    <a:pt x="13311" y="18337"/>
                  </a:lnTo>
                  <a:lnTo>
                    <a:pt x="13197" y="18150"/>
                  </a:lnTo>
                  <a:lnTo>
                    <a:pt x="13122" y="17941"/>
                  </a:lnTo>
                  <a:lnTo>
                    <a:pt x="13122" y="17720"/>
                  </a:lnTo>
                  <a:lnTo>
                    <a:pt x="13122" y="17533"/>
                  </a:lnTo>
                  <a:lnTo>
                    <a:pt x="13197" y="17346"/>
                  </a:lnTo>
                  <a:lnTo>
                    <a:pt x="13273" y="17158"/>
                  </a:lnTo>
                  <a:lnTo>
                    <a:pt x="13386" y="16982"/>
                  </a:lnTo>
                  <a:lnTo>
                    <a:pt x="13537" y="16839"/>
                  </a:lnTo>
                  <a:lnTo>
                    <a:pt x="13707" y="16706"/>
                  </a:lnTo>
                  <a:lnTo>
                    <a:pt x="13896" y="16607"/>
                  </a:lnTo>
                  <a:lnTo>
                    <a:pt x="14104" y="16519"/>
                  </a:lnTo>
                  <a:lnTo>
                    <a:pt x="14330" y="16453"/>
                  </a:lnTo>
                  <a:lnTo>
                    <a:pt x="14538" y="16431"/>
                  </a:lnTo>
                  <a:lnTo>
                    <a:pt x="14897" y="16453"/>
                  </a:lnTo>
                  <a:lnTo>
                    <a:pt x="15406" y="16497"/>
                  </a:lnTo>
                  <a:lnTo>
                    <a:pt x="16105" y="16541"/>
                  </a:lnTo>
                  <a:lnTo>
                    <a:pt x="16898" y="16607"/>
                  </a:lnTo>
                  <a:lnTo>
                    <a:pt x="17804" y="16651"/>
                  </a:lnTo>
                  <a:lnTo>
                    <a:pt x="18786" y="16684"/>
                  </a:lnTo>
                  <a:lnTo>
                    <a:pt x="19844" y="16728"/>
                  </a:lnTo>
                  <a:lnTo>
                    <a:pt x="20920" y="16751"/>
                  </a:lnTo>
                  <a:lnTo>
                    <a:pt x="21109" y="16497"/>
                  </a:lnTo>
                  <a:lnTo>
                    <a:pt x="21241" y="16222"/>
                  </a:lnTo>
                  <a:lnTo>
                    <a:pt x="21392" y="15946"/>
                  </a:lnTo>
                  <a:lnTo>
                    <a:pt x="21467" y="15648"/>
                  </a:lnTo>
                  <a:lnTo>
                    <a:pt x="21543" y="15351"/>
                  </a:lnTo>
                  <a:lnTo>
                    <a:pt x="21618" y="15042"/>
                  </a:lnTo>
                  <a:lnTo>
                    <a:pt x="21618" y="14745"/>
                  </a:lnTo>
                  <a:lnTo>
                    <a:pt x="21618" y="14447"/>
                  </a:lnTo>
                  <a:lnTo>
                    <a:pt x="21618" y="14150"/>
                  </a:lnTo>
                  <a:lnTo>
                    <a:pt x="21581" y="13852"/>
                  </a:lnTo>
                  <a:lnTo>
                    <a:pt x="21505" y="13577"/>
                  </a:lnTo>
                  <a:lnTo>
                    <a:pt x="21430" y="13301"/>
                  </a:lnTo>
                  <a:lnTo>
                    <a:pt x="21354" y="13048"/>
                  </a:lnTo>
                  <a:lnTo>
                    <a:pt x="21241" y="12816"/>
                  </a:lnTo>
                  <a:lnTo>
                    <a:pt x="21146" y="12607"/>
                  </a:lnTo>
                  <a:lnTo>
                    <a:pt x="21033" y="12431"/>
                  </a:lnTo>
                  <a:lnTo>
                    <a:pt x="20920" y="12265"/>
                  </a:lnTo>
                  <a:lnTo>
                    <a:pt x="20769" y="12144"/>
                  </a:lnTo>
                  <a:lnTo>
                    <a:pt x="20637" y="12034"/>
                  </a:lnTo>
                  <a:lnTo>
                    <a:pt x="20486" y="11946"/>
                  </a:lnTo>
                  <a:lnTo>
                    <a:pt x="20297" y="11891"/>
                  </a:lnTo>
                  <a:lnTo>
                    <a:pt x="20165" y="11846"/>
                  </a:lnTo>
                  <a:lnTo>
                    <a:pt x="19976" y="11824"/>
                  </a:lnTo>
                  <a:lnTo>
                    <a:pt x="19806" y="11802"/>
                  </a:lnTo>
                  <a:lnTo>
                    <a:pt x="19390" y="11824"/>
                  </a:lnTo>
                  <a:lnTo>
                    <a:pt x="18956" y="11891"/>
                  </a:lnTo>
                  <a:lnTo>
                    <a:pt x="18503" y="11968"/>
                  </a:lnTo>
                  <a:lnTo>
                    <a:pt x="17993" y="12078"/>
                  </a:lnTo>
                  <a:lnTo>
                    <a:pt x="17653" y="12144"/>
                  </a:lnTo>
                  <a:lnTo>
                    <a:pt x="17332" y="12199"/>
                  </a:lnTo>
                  <a:lnTo>
                    <a:pt x="17049" y="12221"/>
                  </a:lnTo>
                  <a:lnTo>
                    <a:pt x="16747" y="12243"/>
                  </a:lnTo>
                  <a:lnTo>
                    <a:pt x="16464" y="12243"/>
                  </a:lnTo>
                  <a:lnTo>
                    <a:pt x="16218" y="12243"/>
                  </a:lnTo>
                  <a:lnTo>
                    <a:pt x="15992" y="12221"/>
                  </a:lnTo>
                  <a:lnTo>
                    <a:pt x="15746" y="12199"/>
                  </a:lnTo>
                  <a:lnTo>
                    <a:pt x="15520" y="12155"/>
                  </a:lnTo>
                  <a:lnTo>
                    <a:pt x="15350" y="12122"/>
                  </a:lnTo>
                  <a:lnTo>
                    <a:pt x="15161" y="12056"/>
                  </a:lnTo>
                  <a:lnTo>
                    <a:pt x="14972" y="11990"/>
                  </a:lnTo>
                  <a:lnTo>
                    <a:pt x="14689" y="11846"/>
                  </a:lnTo>
                  <a:lnTo>
                    <a:pt x="14444" y="11670"/>
                  </a:lnTo>
                  <a:lnTo>
                    <a:pt x="14255" y="11483"/>
                  </a:lnTo>
                  <a:lnTo>
                    <a:pt x="14104" y="11295"/>
                  </a:lnTo>
                  <a:lnTo>
                    <a:pt x="14028" y="11086"/>
                  </a:lnTo>
                  <a:lnTo>
                    <a:pt x="13972" y="10888"/>
                  </a:lnTo>
                  <a:lnTo>
                    <a:pt x="13972" y="10700"/>
                  </a:lnTo>
                  <a:lnTo>
                    <a:pt x="14009" y="10513"/>
                  </a:lnTo>
                  <a:lnTo>
                    <a:pt x="14066" y="10359"/>
                  </a:lnTo>
                  <a:lnTo>
                    <a:pt x="14179" y="10215"/>
                  </a:lnTo>
                  <a:lnTo>
                    <a:pt x="14406" y="10006"/>
                  </a:lnTo>
                  <a:lnTo>
                    <a:pt x="14651" y="9830"/>
                  </a:lnTo>
                  <a:lnTo>
                    <a:pt x="14878" y="9686"/>
                  </a:lnTo>
                  <a:lnTo>
                    <a:pt x="15123" y="9554"/>
                  </a:lnTo>
                  <a:lnTo>
                    <a:pt x="15350" y="9477"/>
                  </a:lnTo>
                  <a:lnTo>
                    <a:pt x="15558" y="9411"/>
                  </a:lnTo>
                  <a:lnTo>
                    <a:pt x="15803" y="9345"/>
                  </a:lnTo>
                  <a:lnTo>
                    <a:pt x="16030" y="9323"/>
                  </a:lnTo>
                  <a:lnTo>
                    <a:pt x="16256" y="9301"/>
                  </a:lnTo>
                  <a:lnTo>
                    <a:pt x="16464" y="9323"/>
                  </a:lnTo>
                  <a:lnTo>
                    <a:pt x="16690" y="9345"/>
                  </a:lnTo>
                  <a:lnTo>
                    <a:pt x="16898" y="9367"/>
                  </a:lnTo>
                  <a:lnTo>
                    <a:pt x="17332" y="9477"/>
                  </a:lnTo>
                  <a:lnTo>
                    <a:pt x="17767" y="9598"/>
                  </a:lnTo>
                  <a:lnTo>
                    <a:pt x="18163" y="9731"/>
                  </a:lnTo>
                  <a:lnTo>
                    <a:pt x="18597" y="9874"/>
                  </a:lnTo>
                  <a:lnTo>
                    <a:pt x="18994" y="10006"/>
                  </a:lnTo>
                  <a:lnTo>
                    <a:pt x="19428" y="10083"/>
                  </a:lnTo>
                  <a:lnTo>
                    <a:pt x="19617" y="10127"/>
                  </a:lnTo>
                  <a:lnTo>
                    <a:pt x="19844" y="10149"/>
                  </a:lnTo>
                  <a:lnTo>
                    <a:pt x="20013" y="10149"/>
                  </a:lnTo>
                  <a:lnTo>
                    <a:pt x="20240" y="10127"/>
                  </a:lnTo>
                  <a:lnTo>
                    <a:pt x="20410" y="10105"/>
                  </a:lnTo>
                  <a:lnTo>
                    <a:pt x="20637" y="10061"/>
                  </a:lnTo>
                  <a:lnTo>
                    <a:pt x="20844" y="9984"/>
                  </a:lnTo>
                  <a:lnTo>
                    <a:pt x="21033" y="9896"/>
                  </a:lnTo>
                  <a:lnTo>
                    <a:pt x="21146" y="9830"/>
                  </a:lnTo>
                  <a:lnTo>
                    <a:pt x="21203" y="9753"/>
                  </a:lnTo>
                  <a:lnTo>
                    <a:pt x="21279" y="9642"/>
                  </a:lnTo>
                  <a:lnTo>
                    <a:pt x="21354" y="9521"/>
                  </a:lnTo>
                  <a:lnTo>
                    <a:pt x="21430" y="9246"/>
                  </a:lnTo>
                  <a:lnTo>
                    <a:pt x="21430" y="8904"/>
                  </a:lnTo>
                  <a:lnTo>
                    <a:pt x="21430" y="8540"/>
                  </a:lnTo>
                  <a:lnTo>
                    <a:pt x="21392" y="8144"/>
                  </a:lnTo>
                  <a:lnTo>
                    <a:pt x="21354" y="7714"/>
                  </a:lnTo>
                  <a:lnTo>
                    <a:pt x="21279" y="7295"/>
                  </a:lnTo>
                  <a:lnTo>
                    <a:pt x="21146" y="6446"/>
                  </a:lnTo>
                  <a:lnTo>
                    <a:pt x="20995" y="5686"/>
                  </a:lnTo>
                  <a:lnTo>
                    <a:pt x="20958" y="5366"/>
                  </a:lnTo>
                  <a:lnTo>
                    <a:pt x="20958" y="5091"/>
                  </a:lnTo>
                  <a:lnTo>
                    <a:pt x="20958" y="4860"/>
                  </a:lnTo>
                  <a:lnTo>
                    <a:pt x="21033" y="4716"/>
                  </a:lnTo>
                  <a:lnTo>
                    <a:pt x="20637" y="4860"/>
                  </a:lnTo>
                  <a:lnTo>
                    <a:pt x="20127" y="4992"/>
                  </a:lnTo>
                  <a:lnTo>
                    <a:pt x="19617" y="5069"/>
                  </a:lnTo>
                  <a:lnTo>
                    <a:pt x="19032" y="5157"/>
                  </a:lnTo>
                  <a:lnTo>
                    <a:pt x="18465" y="5201"/>
                  </a:lnTo>
                  <a:lnTo>
                    <a:pt x="17842" y="5245"/>
                  </a:lnTo>
                  <a:lnTo>
                    <a:pt x="17219" y="5267"/>
                  </a:lnTo>
                  <a:lnTo>
                    <a:pt x="16615" y="5267"/>
                  </a:lnTo>
                  <a:lnTo>
                    <a:pt x="15992" y="5245"/>
                  </a:lnTo>
                  <a:lnTo>
                    <a:pt x="15369" y="5201"/>
                  </a:lnTo>
                  <a:lnTo>
                    <a:pt x="14840" y="5157"/>
                  </a:lnTo>
                  <a:lnTo>
                    <a:pt x="14293" y="5091"/>
                  </a:lnTo>
                  <a:lnTo>
                    <a:pt x="13783" y="5014"/>
                  </a:lnTo>
                  <a:lnTo>
                    <a:pt x="13386" y="4926"/>
                  </a:lnTo>
                  <a:lnTo>
                    <a:pt x="13027" y="4815"/>
                  </a:lnTo>
                  <a:lnTo>
                    <a:pt x="12725" y="4716"/>
                  </a:lnTo>
                  <a:lnTo>
                    <a:pt x="12480" y="4606"/>
                  </a:lnTo>
                  <a:lnTo>
                    <a:pt x="12291" y="4496"/>
                  </a:lnTo>
                  <a:lnTo>
                    <a:pt x="12197" y="4397"/>
                  </a:lnTo>
                  <a:lnTo>
                    <a:pt x="12083" y="4286"/>
                  </a:lnTo>
                  <a:lnTo>
                    <a:pt x="12046" y="4187"/>
                  </a:lnTo>
                  <a:lnTo>
                    <a:pt x="12008" y="4077"/>
                  </a:lnTo>
                  <a:lnTo>
                    <a:pt x="12046" y="3967"/>
                  </a:lnTo>
                  <a:lnTo>
                    <a:pt x="12121" y="3868"/>
                  </a:lnTo>
                  <a:lnTo>
                    <a:pt x="12197" y="3735"/>
                  </a:lnTo>
                  <a:lnTo>
                    <a:pt x="12291" y="3614"/>
                  </a:lnTo>
                  <a:lnTo>
                    <a:pt x="12442" y="3482"/>
                  </a:lnTo>
                  <a:lnTo>
                    <a:pt x="12631" y="3361"/>
                  </a:lnTo>
                  <a:lnTo>
                    <a:pt x="13065" y="3085"/>
                  </a:lnTo>
                  <a:lnTo>
                    <a:pt x="13537" y="2766"/>
                  </a:lnTo>
                  <a:lnTo>
                    <a:pt x="13783" y="2578"/>
                  </a:lnTo>
                  <a:lnTo>
                    <a:pt x="13934" y="2380"/>
                  </a:lnTo>
                  <a:lnTo>
                    <a:pt x="14028" y="2171"/>
                  </a:lnTo>
                  <a:lnTo>
                    <a:pt x="14104" y="1961"/>
                  </a:lnTo>
                  <a:lnTo>
                    <a:pt x="14104" y="1730"/>
                  </a:lnTo>
                  <a:lnTo>
                    <a:pt x="14066" y="1498"/>
                  </a:lnTo>
                  <a:lnTo>
                    <a:pt x="13972" y="1267"/>
                  </a:lnTo>
                  <a:lnTo>
                    <a:pt x="13820" y="1057"/>
                  </a:lnTo>
                  <a:lnTo>
                    <a:pt x="13594" y="837"/>
                  </a:lnTo>
                  <a:lnTo>
                    <a:pt x="13386" y="628"/>
                  </a:lnTo>
                  <a:lnTo>
                    <a:pt x="13103" y="462"/>
                  </a:lnTo>
                  <a:lnTo>
                    <a:pt x="12763" y="308"/>
                  </a:lnTo>
                  <a:lnTo>
                    <a:pt x="12404" y="187"/>
                  </a:lnTo>
                  <a:lnTo>
                    <a:pt x="12008" y="77"/>
                  </a:lnTo>
                  <a:lnTo>
                    <a:pt x="11574" y="33"/>
                  </a:lnTo>
                  <a:lnTo>
                    <a:pt x="11102" y="11"/>
                  </a:lnTo>
                  <a:lnTo>
                    <a:pt x="10667" y="11"/>
                  </a:lnTo>
                  <a:lnTo>
                    <a:pt x="10233" y="77"/>
                  </a:lnTo>
                  <a:lnTo>
                    <a:pt x="9837" y="187"/>
                  </a:lnTo>
                  <a:lnTo>
                    <a:pt x="9440" y="286"/>
                  </a:lnTo>
                  <a:lnTo>
                    <a:pt x="9062" y="462"/>
                  </a:lnTo>
                  <a:lnTo>
                    <a:pt x="8741" y="628"/>
                  </a:lnTo>
                  <a:lnTo>
                    <a:pt x="8458" y="815"/>
                  </a:lnTo>
                  <a:lnTo>
                    <a:pt x="8232" y="1035"/>
                  </a:lnTo>
                  <a:lnTo>
                    <a:pt x="8062" y="1245"/>
                  </a:lnTo>
                  <a:lnTo>
                    <a:pt x="7911" y="1476"/>
                  </a:lnTo>
                  <a:lnTo>
                    <a:pt x="7835" y="1708"/>
                  </a:lnTo>
                  <a:lnTo>
                    <a:pt x="7797" y="1961"/>
                  </a:lnTo>
                  <a:lnTo>
                    <a:pt x="7835" y="2193"/>
                  </a:lnTo>
                  <a:lnTo>
                    <a:pt x="7948" y="2402"/>
                  </a:lnTo>
                  <a:lnTo>
                    <a:pt x="8062" y="2534"/>
                  </a:lnTo>
                  <a:lnTo>
                    <a:pt x="8175" y="2644"/>
                  </a:lnTo>
                  <a:lnTo>
                    <a:pt x="8269" y="2744"/>
                  </a:lnTo>
                  <a:lnTo>
                    <a:pt x="8420" y="2832"/>
                  </a:lnTo>
                  <a:lnTo>
                    <a:pt x="8704" y="3019"/>
                  </a:lnTo>
                  <a:lnTo>
                    <a:pt x="8968" y="3206"/>
                  </a:lnTo>
                  <a:lnTo>
                    <a:pt x="9138" y="3405"/>
                  </a:lnTo>
                  <a:lnTo>
                    <a:pt x="9327" y="3570"/>
                  </a:lnTo>
                  <a:lnTo>
                    <a:pt x="9440" y="3735"/>
                  </a:lnTo>
                  <a:lnTo>
                    <a:pt x="9516" y="3890"/>
                  </a:lnTo>
                  <a:lnTo>
                    <a:pt x="9534" y="4033"/>
                  </a:lnTo>
                  <a:lnTo>
                    <a:pt x="9534" y="4165"/>
                  </a:lnTo>
                  <a:lnTo>
                    <a:pt x="9516" y="4286"/>
                  </a:lnTo>
                  <a:lnTo>
                    <a:pt x="9440" y="4397"/>
                  </a:lnTo>
                  <a:lnTo>
                    <a:pt x="9327" y="4496"/>
                  </a:lnTo>
                  <a:lnTo>
                    <a:pt x="9176" y="4562"/>
                  </a:lnTo>
                  <a:lnTo>
                    <a:pt x="9006" y="4628"/>
                  </a:lnTo>
                  <a:lnTo>
                    <a:pt x="8779" y="4694"/>
                  </a:lnTo>
                  <a:lnTo>
                    <a:pt x="8534" y="4716"/>
                  </a:lnTo>
                  <a:lnTo>
                    <a:pt x="8232" y="4716"/>
                  </a:lnTo>
                  <a:lnTo>
                    <a:pt x="7118" y="4738"/>
                  </a:lnTo>
                  <a:lnTo>
                    <a:pt x="5947" y="4771"/>
                  </a:lnTo>
                  <a:lnTo>
                    <a:pt x="4795" y="4815"/>
                  </a:lnTo>
                  <a:lnTo>
                    <a:pt x="3681" y="4860"/>
                  </a:lnTo>
                  <a:lnTo>
                    <a:pt x="2662" y="4882"/>
                  </a:lnTo>
                  <a:lnTo>
                    <a:pt x="1755" y="4882"/>
                  </a:lnTo>
                  <a:lnTo>
                    <a:pt x="1359" y="4860"/>
                  </a:lnTo>
                  <a:lnTo>
                    <a:pt x="981" y="4837"/>
                  </a:lnTo>
                  <a:lnTo>
                    <a:pt x="698" y="4771"/>
                  </a:lnTo>
                  <a:lnTo>
                    <a:pt x="453" y="4716"/>
                  </a:lnTo>
                  <a:lnTo>
                    <a:pt x="453" y="5322"/>
                  </a:lnTo>
                  <a:lnTo>
                    <a:pt x="453" y="6083"/>
                  </a:lnTo>
                  <a:lnTo>
                    <a:pt x="453" y="6909"/>
                  </a:lnTo>
                  <a:lnTo>
                    <a:pt x="453" y="7780"/>
                  </a:lnTo>
                  <a:lnTo>
                    <a:pt x="453" y="8606"/>
                  </a:lnTo>
                  <a:lnTo>
                    <a:pt x="453" y="9345"/>
                  </a:lnTo>
                  <a:lnTo>
                    <a:pt x="453" y="9918"/>
                  </a:lnTo>
                  <a:lnTo>
                    <a:pt x="453" y="10282"/>
                  </a:lnTo>
                  <a:lnTo>
                    <a:pt x="490" y="10381"/>
                  </a:lnTo>
                  <a:lnTo>
                    <a:pt x="547" y="10491"/>
                  </a:lnTo>
                  <a:lnTo>
                    <a:pt x="660" y="10590"/>
                  </a:lnTo>
                  <a:lnTo>
                    <a:pt x="811" y="10700"/>
                  </a:lnTo>
                  <a:lnTo>
                    <a:pt x="981" y="10811"/>
                  </a:lnTo>
                  <a:lnTo>
                    <a:pt x="1208" y="10888"/>
                  </a:lnTo>
                  <a:lnTo>
                    <a:pt x="1453" y="10954"/>
                  </a:lnTo>
                  <a:lnTo>
                    <a:pt x="1718" y="11020"/>
                  </a:lnTo>
                  <a:lnTo>
                    <a:pt x="1963" y="11064"/>
                  </a:lnTo>
                  <a:lnTo>
                    <a:pt x="2265" y="11086"/>
                  </a:lnTo>
                  <a:lnTo>
                    <a:pt x="2548" y="11064"/>
                  </a:lnTo>
                  <a:lnTo>
                    <a:pt x="2794" y="11042"/>
                  </a:lnTo>
                  <a:lnTo>
                    <a:pt x="3096" y="10976"/>
                  </a:lnTo>
                  <a:lnTo>
                    <a:pt x="3341" y="10888"/>
                  </a:lnTo>
                  <a:lnTo>
                    <a:pt x="3606" y="10766"/>
                  </a:lnTo>
                  <a:lnTo>
                    <a:pt x="3813" y="10590"/>
                  </a:lnTo>
                  <a:close/>
                </a:path>
              </a:pathLst>
            </a:custGeom>
            <a:solidFill>
              <a:srgbClr val="D8EBB3"/>
            </a:solidFill>
            <a:ln w="28575">
              <a:solidFill>
                <a:srgbClr val="000000"/>
              </a:solidFill>
              <a:miter lim="800000"/>
            </a:ln>
          </p:spPr>
          <p:txBody>
            <a:bodyPr vert="horz" wrap="square" lIns="91440" tIns="45720" rIns="91440" bIns="45720" numCol="1" anchor="t" anchorCtr="0" compatLnSpc="1"/>
            <a:p>
              <a:endParaRPr lang="zh-CN" altLang="en-US"/>
            </a:p>
          </p:txBody>
        </p:sp>
        <p:sp>
          <p:nvSpPr>
            <p:cNvPr id="8" name="Puzzle1"/>
            <p:cNvSpPr>
              <a:spLocks noEditPoints="1" noChangeArrowheads="1"/>
            </p:cNvSpPr>
            <p:nvPr/>
          </p:nvSpPr>
          <p:spPr bwMode="auto">
            <a:xfrm>
              <a:off x="1824" y="1091"/>
              <a:ext cx="1800" cy="1051"/>
            </a:xfrm>
            <a:custGeom>
              <a:avLst/>
              <a:gdLst>
                <a:gd name="T0" fmla="*/ 16740 w 21600"/>
                <a:gd name="T1" fmla="*/ 21078 h 21600"/>
                <a:gd name="T2" fmla="*/ 16976 w 21600"/>
                <a:gd name="T3" fmla="*/ 521 h 21600"/>
                <a:gd name="T4" fmla="*/ 4725 w 21600"/>
                <a:gd name="T5" fmla="*/ 856 h 21600"/>
                <a:gd name="T6" fmla="*/ 5040 w 21600"/>
                <a:gd name="T7" fmla="*/ 21004 h 21600"/>
                <a:gd name="T8" fmla="*/ 10811 w 21600"/>
                <a:gd name="T9" fmla="*/ 12885 h 21600"/>
                <a:gd name="T10" fmla="*/ 10845 w 21600"/>
                <a:gd name="T11" fmla="*/ 8714 h 21600"/>
                <a:gd name="T12" fmla="*/ 21600 w 21600"/>
                <a:gd name="T13" fmla="*/ 10000 h 21600"/>
                <a:gd name="T14" fmla="*/ 56 w 21600"/>
                <a:gd name="T15" fmla="*/ 10000 h 21600"/>
                <a:gd name="T16" fmla="*/ 6086 w 21600"/>
                <a:gd name="T17" fmla="*/ 2569 h 21600"/>
                <a:gd name="T18" fmla="*/ 16132 w 21600"/>
                <a:gd name="T19" fmla="*/ 19552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9360" y="20836"/>
                  </a:moveTo>
                  <a:lnTo>
                    <a:pt x="9528" y="20836"/>
                  </a:lnTo>
                  <a:lnTo>
                    <a:pt x="9686" y="20762"/>
                  </a:lnTo>
                  <a:lnTo>
                    <a:pt x="9810" y="20687"/>
                  </a:lnTo>
                  <a:lnTo>
                    <a:pt x="9922" y="20575"/>
                  </a:lnTo>
                  <a:lnTo>
                    <a:pt x="10012" y="20426"/>
                  </a:lnTo>
                  <a:lnTo>
                    <a:pt x="10068" y="20296"/>
                  </a:lnTo>
                  <a:lnTo>
                    <a:pt x="10113" y="20110"/>
                  </a:lnTo>
                  <a:lnTo>
                    <a:pt x="10136" y="19905"/>
                  </a:lnTo>
                  <a:lnTo>
                    <a:pt x="10136" y="19682"/>
                  </a:lnTo>
                  <a:lnTo>
                    <a:pt x="10113" y="19440"/>
                  </a:lnTo>
                  <a:lnTo>
                    <a:pt x="10068" y="19142"/>
                  </a:lnTo>
                  <a:lnTo>
                    <a:pt x="10012" y="18900"/>
                  </a:lnTo>
                  <a:lnTo>
                    <a:pt x="9900" y="18620"/>
                  </a:lnTo>
                  <a:lnTo>
                    <a:pt x="9787" y="18285"/>
                  </a:lnTo>
                  <a:lnTo>
                    <a:pt x="9641" y="17968"/>
                  </a:lnTo>
                  <a:lnTo>
                    <a:pt x="9472" y="17652"/>
                  </a:lnTo>
                  <a:lnTo>
                    <a:pt x="9382" y="17466"/>
                  </a:lnTo>
                  <a:lnTo>
                    <a:pt x="9315" y="17298"/>
                  </a:lnTo>
                  <a:lnTo>
                    <a:pt x="9258" y="17112"/>
                  </a:lnTo>
                  <a:lnTo>
                    <a:pt x="9191" y="16926"/>
                  </a:lnTo>
                  <a:lnTo>
                    <a:pt x="9123" y="16535"/>
                  </a:lnTo>
                  <a:lnTo>
                    <a:pt x="9101" y="16144"/>
                  </a:lnTo>
                  <a:lnTo>
                    <a:pt x="9101" y="15753"/>
                  </a:lnTo>
                  <a:lnTo>
                    <a:pt x="9168" y="15362"/>
                  </a:lnTo>
                  <a:lnTo>
                    <a:pt x="9236" y="14971"/>
                  </a:lnTo>
                  <a:lnTo>
                    <a:pt x="9360" y="14580"/>
                  </a:lnTo>
                  <a:lnTo>
                    <a:pt x="9495" y="14244"/>
                  </a:lnTo>
                  <a:lnTo>
                    <a:pt x="9663" y="13891"/>
                  </a:lnTo>
                  <a:lnTo>
                    <a:pt x="9855" y="13611"/>
                  </a:lnTo>
                  <a:lnTo>
                    <a:pt x="10068" y="13351"/>
                  </a:lnTo>
                  <a:lnTo>
                    <a:pt x="10293" y="13146"/>
                  </a:lnTo>
                  <a:lnTo>
                    <a:pt x="10552" y="12997"/>
                  </a:lnTo>
                  <a:lnTo>
                    <a:pt x="10811" y="12885"/>
                  </a:lnTo>
                  <a:lnTo>
                    <a:pt x="11069" y="12866"/>
                  </a:lnTo>
                  <a:lnTo>
                    <a:pt x="11351" y="12885"/>
                  </a:lnTo>
                  <a:lnTo>
                    <a:pt x="11610" y="12997"/>
                  </a:lnTo>
                  <a:lnTo>
                    <a:pt x="11846" y="13183"/>
                  </a:lnTo>
                  <a:lnTo>
                    <a:pt x="12060" y="13388"/>
                  </a:lnTo>
                  <a:lnTo>
                    <a:pt x="12251" y="13648"/>
                  </a:lnTo>
                  <a:lnTo>
                    <a:pt x="12419" y="13928"/>
                  </a:lnTo>
                  <a:lnTo>
                    <a:pt x="12555" y="14244"/>
                  </a:lnTo>
                  <a:lnTo>
                    <a:pt x="12690" y="14617"/>
                  </a:lnTo>
                  <a:lnTo>
                    <a:pt x="12768" y="15008"/>
                  </a:lnTo>
                  <a:lnTo>
                    <a:pt x="12836" y="15399"/>
                  </a:lnTo>
                  <a:lnTo>
                    <a:pt x="12858" y="15753"/>
                  </a:lnTo>
                  <a:lnTo>
                    <a:pt x="12858" y="16144"/>
                  </a:lnTo>
                  <a:lnTo>
                    <a:pt x="12813" y="16535"/>
                  </a:lnTo>
                  <a:lnTo>
                    <a:pt x="12746" y="16888"/>
                  </a:lnTo>
                  <a:lnTo>
                    <a:pt x="12667" y="17224"/>
                  </a:lnTo>
                  <a:lnTo>
                    <a:pt x="12510" y="17503"/>
                  </a:lnTo>
                  <a:lnTo>
                    <a:pt x="12228" y="18043"/>
                  </a:lnTo>
                  <a:lnTo>
                    <a:pt x="11970" y="18546"/>
                  </a:lnTo>
                  <a:lnTo>
                    <a:pt x="11868" y="18751"/>
                  </a:lnTo>
                  <a:lnTo>
                    <a:pt x="11778" y="18974"/>
                  </a:lnTo>
                  <a:lnTo>
                    <a:pt x="11711" y="19179"/>
                  </a:lnTo>
                  <a:lnTo>
                    <a:pt x="11666" y="19365"/>
                  </a:lnTo>
                  <a:lnTo>
                    <a:pt x="11632" y="19570"/>
                  </a:lnTo>
                  <a:lnTo>
                    <a:pt x="11632" y="19756"/>
                  </a:lnTo>
                  <a:lnTo>
                    <a:pt x="11632" y="19942"/>
                  </a:lnTo>
                  <a:lnTo>
                    <a:pt x="11643" y="20110"/>
                  </a:lnTo>
                  <a:lnTo>
                    <a:pt x="11711" y="20296"/>
                  </a:lnTo>
                  <a:lnTo>
                    <a:pt x="11801" y="20464"/>
                  </a:lnTo>
                  <a:lnTo>
                    <a:pt x="11891" y="20650"/>
                  </a:lnTo>
                  <a:lnTo>
                    <a:pt x="12037" y="20836"/>
                  </a:lnTo>
                  <a:lnTo>
                    <a:pt x="12206" y="21004"/>
                  </a:lnTo>
                  <a:lnTo>
                    <a:pt x="12419" y="21190"/>
                  </a:lnTo>
                  <a:lnTo>
                    <a:pt x="12667" y="21320"/>
                  </a:lnTo>
                  <a:lnTo>
                    <a:pt x="12960" y="21432"/>
                  </a:lnTo>
                  <a:lnTo>
                    <a:pt x="13286" y="21544"/>
                  </a:lnTo>
                  <a:lnTo>
                    <a:pt x="13612" y="21655"/>
                  </a:lnTo>
                  <a:lnTo>
                    <a:pt x="13983" y="21693"/>
                  </a:lnTo>
                  <a:lnTo>
                    <a:pt x="14343" y="21730"/>
                  </a:lnTo>
                  <a:lnTo>
                    <a:pt x="14715" y="21730"/>
                  </a:lnTo>
                  <a:lnTo>
                    <a:pt x="15075" y="21730"/>
                  </a:lnTo>
                  <a:lnTo>
                    <a:pt x="15446" y="21655"/>
                  </a:lnTo>
                  <a:lnTo>
                    <a:pt x="15794" y="21581"/>
                  </a:lnTo>
                  <a:lnTo>
                    <a:pt x="16132" y="21432"/>
                  </a:lnTo>
                  <a:lnTo>
                    <a:pt x="16458" y="21302"/>
                  </a:lnTo>
                  <a:lnTo>
                    <a:pt x="16740" y="21078"/>
                  </a:lnTo>
                  <a:lnTo>
                    <a:pt x="16976" y="20836"/>
                  </a:lnTo>
                  <a:lnTo>
                    <a:pt x="17043" y="20650"/>
                  </a:lnTo>
                  <a:lnTo>
                    <a:pt x="17088" y="20426"/>
                  </a:lnTo>
                  <a:lnTo>
                    <a:pt x="17133" y="20222"/>
                  </a:lnTo>
                  <a:lnTo>
                    <a:pt x="17156" y="19980"/>
                  </a:lnTo>
                  <a:lnTo>
                    <a:pt x="17167" y="19477"/>
                  </a:lnTo>
                  <a:lnTo>
                    <a:pt x="17167" y="18974"/>
                  </a:lnTo>
                  <a:lnTo>
                    <a:pt x="17156" y="18397"/>
                  </a:lnTo>
                  <a:lnTo>
                    <a:pt x="17111" y="17820"/>
                  </a:lnTo>
                  <a:lnTo>
                    <a:pt x="17066" y="17261"/>
                  </a:lnTo>
                  <a:lnTo>
                    <a:pt x="16998" y="16646"/>
                  </a:lnTo>
                  <a:lnTo>
                    <a:pt x="16852" y="15511"/>
                  </a:lnTo>
                  <a:lnTo>
                    <a:pt x="16740" y="14393"/>
                  </a:lnTo>
                  <a:lnTo>
                    <a:pt x="16717" y="13928"/>
                  </a:lnTo>
                  <a:lnTo>
                    <a:pt x="16695" y="13462"/>
                  </a:lnTo>
                  <a:lnTo>
                    <a:pt x="16717" y="13071"/>
                  </a:lnTo>
                  <a:lnTo>
                    <a:pt x="16785" y="12755"/>
                  </a:lnTo>
                  <a:lnTo>
                    <a:pt x="16852" y="12419"/>
                  </a:lnTo>
                  <a:lnTo>
                    <a:pt x="16953" y="12140"/>
                  </a:lnTo>
                  <a:lnTo>
                    <a:pt x="17088" y="11898"/>
                  </a:lnTo>
                  <a:lnTo>
                    <a:pt x="17212" y="11675"/>
                  </a:lnTo>
                  <a:lnTo>
                    <a:pt x="17370" y="11470"/>
                  </a:lnTo>
                  <a:lnTo>
                    <a:pt x="17516" y="11284"/>
                  </a:lnTo>
                  <a:lnTo>
                    <a:pt x="17696" y="11135"/>
                  </a:lnTo>
                  <a:lnTo>
                    <a:pt x="17865" y="11042"/>
                  </a:lnTo>
                  <a:lnTo>
                    <a:pt x="18033" y="10930"/>
                  </a:lnTo>
                  <a:lnTo>
                    <a:pt x="18213" y="10893"/>
                  </a:lnTo>
                  <a:lnTo>
                    <a:pt x="18382" y="10893"/>
                  </a:lnTo>
                  <a:lnTo>
                    <a:pt x="18551" y="10967"/>
                  </a:lnTo>
                  <a:lnTo>
                    <a:pt x="18708" y="11042"/>
                  </a:lnTo>
                  <a:lnTo>
                    <a:pt x="18855" y="11172"/>
                  </a:lnTo>
                  <a:lnTo>
                    <a:pt x="19012" y="11358"/>
                  </a:lnTo>
                  <a:lnTo>
                    <a:pt x="19136" y="11600"/>
                  </a:lnTo>
                  <a:lnTo>
                    <a:pt x="19271" y="11861"/>
                  </a:lnTo>
                  <a:lnTo>
                    <a:pt x="19440" y="12028"/>
                  </a:lnTo>
                  <a:lnTo>
                    <a:pt x="19608" y="12177"/>
                  </a:lnTo>
                  <a:lnTo>
                    <a:pt x="19822" y="12289"/>
                  </a:lnTo>
                  <a:lnTo>
                    <a:pt x="20025" y="12289"/>
                  </a:lnTo>
                  <a:lnTo>
                    <a:pt x="20238" y="12289"/>
                  </a:lnTo>
                  <a:lnTo>
                    <a:pt x="20452" y="12215"/>
                  </a:lnTo>
                  <a:lnTo>
                    <a:pt x="20643" y="12103"/>
                  </a:lnTo>
                  <a:lnTo>
                    <a:pt x="20846" y="11973"/>
                  </a:lnTo>
                  <a:lnTo>
                    <a:pt x="21037" y="11786"/>
                  </a:lnTo>
                  <a:lnTo>
                    <a:pt x="21206" y="11563"/>
                  </a:lnTo>
                  <a:lnTo>
                    <a:pt x="21363" y="11321"/>
                  </a:lnTo>
                  <a:lnTo>
                    <a:pt x="21465" y="11079"/>
                  </a:lnTo>
                  <a:lnTo>
                    <a:pt x="21577" y="10744"/>
                  </a:lnTo>
                  <a:lnTo>
                    <a:pt x="21622" y="10427"/>
                  </a:lnTo>
                  <a:lnTo>
                    <a:pt x="21645" y="10111"/>
                  </a:lnTo>
                  <a:lnTo>
                    <a:pt x="21622" y="9608"/>
                  </a:lnTo>
                  <a:lnTo>
                    <a:pt x="21577" y="9142"/>
                  </a:lnTo>
                  <a:lnTo>
                    <a:pt x="21465" y="8751"/>
                  </a:lnTo>
                  <a:lnTo>
                    <a:pt x="21363" y="8397"/>
                  </a:lnTo>
                  <a:lnTo>
                    <a:pt x="21206" y="8062"/>
                  </a:lnTo>
                  <a:lnTo>
                    <a:pt x="21037" y="7820"/>
                  </a:lnTo>
                  <a:lnTo>
                    <a:pt x="20846" y="7597"/>
                  </a:lnTo>
                  <a:lnTo>
                    <a:pt x="20643" y="7429"/>
                  </a:lnTo>
                  <a:lnTo>
                    <a:pt x="20452" y="7317"/>
                  </a:lnTo>
                  <a:lnTo>
                    <a:pt x="20238" y="7206"/>
                  </a:lnTo>
                  <a:lnTo>
                    <a:pt x="20025" y="7168"/>
                  </a:lnTo>
                  <a:lnTo>
                    <a:pt x="19822" y="7206"/>
                  </a:lnTo>
                  <a:lnTo>
                    <a:pt x="19608" y="7243"/>
                  </a:lnTo>
                  <a:lnTo>
                    <a:pt x="19440" y="7355"/>
                  </a:lnTo>
                  <a:lnTo>
                    <a:pt x="19271" y="7504"/>
                  </a:lnTo>
                  <a:lnTo>
                    <a:pt x="19136" y="7708"/>
                  </a:lnTo>
                  <a:lnTo>
                    <a:pt x="19012" y="7895"/>
                  </a:lnTo>
                  <a:lnTo>
                    <a:pt x="18832" y="8025"/>
                  </a:lnTo>
                  <a:lnTo>
                    <a:pt x="18663" y="8174"/>
                  </a:lnTo>
                  <a:lnTo>
                    <a:pt x="18472" y="8248"/>
                  </a:lnTo>
                  <a:lnTo>
                    <a:pt x="18270" y="8286"/>
                  </a:lnTo>
                  <a:lnTo>
                    <a:pt x="18078" y="8323"/>
                  </a:lnTo>
                  <a:lnTo>
                    <a:pt x="17887" y="8323"/>
                  </a:lnTo>
                  <a:lnTo>
                    <a:pt x="17696" y="8248"/>
                  </a:lnTo>
                  <a:lnTo>
                    <a:pt x="17493" y="8174"/>
                  </a:lnTo>
                  <a:lnTo>
                    <a:pt x="17302" y="8062"/>
                  </a:lnTo>
                  <a:lnTo>
                    <a:pt x="17133" y="7969"/>
                  </a:lnTo>
                  <a:lnTo>
                    <a:pt x="16976" y="7783"/>
                  </a:lnTo>
                  <a:lnTo>
                    <a:pt x="16852" y="7597"/>
                  </a:lnTo>
                  <a:lnTo>
                    <a:pt x="16740" y="7429"/>
                  </a:lnTo>
                  <a:lnTo>
                    <a:pt x="16672" y="7168"/>
                  </a:lnTo>
                  <a:lnTo>
                    <a:pt x="16638" y="6926"/>
                  </a:lnTo>
                  <a:lnTo>
                    <a:pt x="16616" y="6498"/>
                  </a:lnTo>
                  <a:lnTo>
                    <a:pt x="16616" y="5772"/>
                  </a:lnTo>
                  <a:lnTo>
                    <a:pt x="16650" y="4915"/>
                  </a:lnTo>
                  <a:lnTo>
                    <a:pt x="16695" y="3928"/>
                  </a:lnTo>
                  <a:lnTo>
                    <a:pt x="16762" y="2960"/>
                  </a:lnTo>
                  <a:lnTo>
                    <a:pt x="16830" y="1992"/>
                  </a:lnTo>
                  <a:lnTo>
                    <a:pt x="16908" y="1173"/>
                  </a:lnTo>
                  <a:lnTo>
                    <a:pt x="16976" y="521"/>
                  </a:lnTo>
                  <a:lnTo>
                    <a:pt x="16953" y="521"/>
                  </a:lnTo>
                  <a:lnTo>
                    <a:pt x="16931" y="521"/>
                  </a:lnTo>
                  <a:lnTo>
                    <a:pt x="16267" y="484"/>
                  </a:lnTo>
                  <a:lnTo>
                    <a:pt x="15637" y="428"/>
                  </a:lnTo>
                  <a:lnTo>
                    <a:pt x="15063" y="353"/>
                  </a:lnTo>
                  <a:lnTo>
                    <a:pt x="14523" y="279"/>
                  </a:lnTo>
                  <a:lnTo>
                    <a:pt x="14040" y="167"/>
                  </a:lnTo>
                  <a:lnTo>
                    <a:pt x="13635" y="93"/>
                  </a:lnTo>
                  <a:lnTo>
                    <a:pt x="13331" y="18"/>
                  </a:lnTo>
                  <a:lnTo>
                    <a:pt x="13117" y="18"/>
                  </a:lnTo>
                  <a:lnTo>
                    <a:pt x="12982" y="18"/>
                  </a:lnTo>
                  <a:lnTo>
                    <a:pt x="12858" y="130"/>
                  </a:lnTo>
                  <a:lnTo>
                    <a:pt x="12723" y="279"/>
                  </a:lnTo>
                  <a:lnTo>
                    <a:pt x="12622" y="446"/>
                  </a:lnTo>
                  <a:lnTo>
                    <a:pt x="12510" y="670"/>
                  </a:lnTo>
                  <a:lnTo>
                    <a:pt x="12419" y="912"/>
                  </a:lnTo>
                  <a:lnTo>
                    <a:pt x="12363" y="1210"/>
                  </a:lnTo>
                  <a:lnTo>
                    <a:pt x="12318" y="1526"/>
                  </a:lnTo>
                  <a:lnTo>
                    <a:pt x="12273" y="1843"/>
                  </a:lnTo>
                  <a:lnTo>
                    <a:pt x="12251" y="2215"/>
                  </a:lnTo>
                  <a:lnTo>
                    <a:pt x="12273" y="2532"/>
                  </a:lnTo>
                  <a:lnTo>
                    <a:pt x="12318" y="2886"/>
                  </a:lnTo>
                  <a:lnTo>
                    <a:pt x="12386" y="3240"/>
                  </a:lnTo>
                  <a:lnTo>
                    <a:pt x="12464" y="3556"/>
                  </a:lnTo>
                  <a:lnTo>
                    <a:pt x="12577" y="3891"/>
                  </a:lnTo>
                  <a:lnTo>
                    <a:pt x="12746" y="4171"/>
                  </a:lnTo>
                  <a:lnTo>
                    <a:pt x="12926" y="4487"/>
                  </a:lnTo>
                  <a:lnTo>
                    <a:pt x="13050" y="4860"/>
                  </a:lnTo>
                  <a:lnTo>
                    <a:pt x="13162" y="5251"/>
                  </a:lnTo>
                  <a:lnTo>
                    <a:pt x="13218" y="5604"/>
                  </a:lnTo>
                  <a:lnTo>
                    <a:pt x="13263" y="5995"/>
                  </a:lnTo>
                  <a:lnTo>
                    <a:pt x="13241" y="6386"/>
                  </a:lnTo>
                  <a:lnTo>
                    <a:pt x="13218" y="6740"/>
                  </a:lnTo>
                  <a:lnTo>
                    <a:pt x="13139" y="7094"/>
                  </a:lnTo>
                  <a:lnTo>
                    <a:pt x="13050" y="7429"/>
                  </a:lnTo>
                  <a:lnTo>
                    <a:pt x="12903" y="7746"/>
                  </a:lnTo>
                  <a:lnTo>
                    <a:pt x="12723" y="8025"/>
                  </a:lnTo>
                  <a:lnTo>
                    <a:pt x="12532" y="8286"/>
                  </a:lnTo>
                  <a:lnTo>
                    <a:pt x="12318" y="8491"/>
                  </a:lnTo>
                  <a:lnTo>
                    <a:pt x="12060" y="8677"/>
                  </a:lnTo>
                  <a:lnTo>
                    <a:pt x="11756" y="8788"/>
                  </a:lnTo>
                  <a:lnTo>
                    <a:pt x="11452" y="8826"/>
                  </a:lnTo>
                  <a:lnTo>
                    <a:pt x="11283" y="8826"/>
                  </a:lnTo>
                  <a:lnTo>
                    <a:pt x="11126" y="8826"/>
                  </a:lnTo>
                  <a:lnTo>
                    <a:pt x="11002" y="8788"/>
                  </a:lnTo>
                  <a:lnTo>
                    <a:pt x="10845" y="8714"/>
                  </a:lnTo>
                  <a:lnTo>
                    <a:pt x="10721" y="8640"/>
                  </a:lnTo>
                  <a:lnTo>
                    <a:pt x="10608" y="8565"/>
                  </a:lnTo>
                  <a:lnTo>
                    <a:pt x="10485" y="8453"/>
                  </a:lnTo>
                  <a:lnTo>
                    <a:pt x="10372" y="8323"/>
                  </a:lnTo>
                  <a:lnTo>
                    <a:pt x="10181" y="8062"/>
                  </a:lnTo>
                  <a:lnTo>
                    <a:pt x="10035" y="7746"/>
                  </a:lnTo>
                  <a:lnTo>
                    <a:pt x="9900" y="7392"/>
                  </a:lnTo>
                  <a:lnTo>
                    <a:pt x="9787" y="7001"/>
                  </a:lnTo>
                  <a:lnTo>
                    <a:pt x="9731" y="6610"/>
                  </a:lnTo>
                  <a:lnTo>
                    <a:pt x="9686" y="6219"/>
                  </a:lnTo>
                  <a:lnTo>
                    <a:pt x="9663" y="5772"/>
                  </a:lnTo>
                  <a:lnTo>
                    <a:pt x="9686" y="5381"/>
                  </a:lnTo>
                  <a:lnTo>
                    <a:pt x="9753" y="4990"/>
                  </a:lnTo>
                  <a:lnTo>
                    <a:pt x="9832" y="4636"/>
                  </a:lnTo>
                  <a:lnTo>
                    <a:pt x="9945" y="4320"/>
                  </a:lnTo>
                  <a:lnTo>
                    <a:pt x="10068" y="4022"/>
                  </a:lnTo>
                  <a:lnTo>
                    <a:pt x="10203" y="3817"/>
                  </a:lnTo>
                  <a:lnTo>
                    <a:pt x="10316" y="3593"/>
                  </a:lnTo>
                  <a:lnTo>
                    <a:pt x="10395" y="3351"/>
                  </a:lnTo>
                  <a:lnTo>
                    <a:pt x="10462" y="3109"/>
                  </a:lnTo>
                  <a:lnTo>
                    <a:pt x="10507" y="2848"/>
                  </a:lnTo>
                  <a:lnTo>
                    <a:pt x="10530" y="2606"/>
                  </a:lnTo>
                  <a:lnTo>
                    <a:pt x="10507" y="2346"/>
                  </a:lnTo>
                  <a:lnTo>
                    <a:pt x="10462" y="2141"/>
                  </a:lnTo>
                  <a:lnTo>
                    <a:pt x="10395" y="1880"/>
                  </a:lnTo>
                  <a:lnTo>
                    <a:pt x="10293" y="1638"/>
                  </a:lnTo>
                  <a:lnTo>
                    <a:pt x="10158" y="1415"/>
                  </a:lnTo>
                  <a:lnTo>
                    <a:pt x="9967" y="1210"/>
                  </a:lnTo>
                  <a:lnTo>
                    <a:pt x="9753" y="986"/>
                  </a:lnTo>
                  <a:lnTo>
                    <a:pt x="9495" y="819"/>
                  </a:lnTo>
                  <a:lnTo>
                    <a:pt x="9191" y="670"/>
                  </a:lnTo>
                  <a:lnTo>
                    <a:pt x="8842" y="521"/>
                  </a:lnTo>
                  <a:lnTo>
                    <a:pt x="8471" y="446"/>
                  </a:lnTo>
                  <a:lnTo>
                    <a:pt x="7998" y="428"/>
                  </a:lnTo>
                  <a:lnTo>
                    <a:pt x="7413" y="428"/>
                  </a:lnTo>
                  <a:lnTo>
                    <a:pt x="6817" y="446"/>
                  </a:lnTo>
                  <a:lnTo>
                    <a:pt x="6187" y="521"/>
                  </a:lnTo>
                  <a:lnTo>
                    <a:pt x="5602" y="633"/>
                  </a:lnTo>
                  <a:lnTo>
                    <a:pt x="5107" y="744"/>
                  </a:lnTo>
                  <a:lnTo>
                    <a:pt x="4725" y="856"/>
                  </a:lnTo>
                  <a:lnTo>
                    <a:pt x="4848" y="1564"/>
                  </a:lnTo>
                  <a:lnTo>
                    <a:pt x="5028" y="2495"/>
                  </a:lnTo>
                  <a:lnTo>
                    <a:pt x="5175" y="3556"/>
                  </a:lnTo>
                  <a:lnTo>
                    <a:pt x="5298" y="4673"/>
                  </a:lnTo>
                  <a:lnTo>
                    <a:pt x="5343" y="5213"/>
                  </a:lnTo>
                  <a:lnTo>
                    <a:pt x="5388" y="5753"/>
                  </a:lnTo>
                  <a:lnTo>
                    <a:pt x="5411" y="6275"/>
                  </a:lnTo>
                  <a:lnTo>
                    <a:pt x="5411" y="6740"/>
                  </a:lnTo>
                  <a:lnTo>
                    <a:pt x="5366" y="7168"/>
                  </a:lnTo>
                  <a:lnTo>
                    <a:pt x="5321" y="7541"/>
                  </a:lnTo>
                  <a:lnTo>
                    <a:pt x="5287" y="7708"/>
                  </a:lnTo>
                  <a:lnTo>
                    <a:pt x="5242" y="7857"/>
                  </a:lnTo>
                  <a:lnTo>
                    <a:pt x="5197" y="7969"/>
                  </a:lnTo>
                  <a:lnTo>
                    <a:pt x="5130" y="8062"/>
                  </a:lnTo>
                  <a:lnTo>
                    <a:pt x="5006" y="8248"/>
                  </a:lnTo>
                  <a:lnTo>
                    <a:pt x="4848" y="8397"/>
                  </a:lnTo>
                  <a:lnTo>
                    <a:pt x="4725" y="8528"/>
                  </a:lnTo>
                  <a:lnTo>
                    <a:pt x="4567" y="8640"/>
                  </a:lnTo>
                  <a:lnTo>
                    <a:pt x="4421" y="8714"/>
                  </a:lnTo>
                  <a:lnTo>
                    <a:pt x="4263" y="8751"/>
                  </a:lnTo>
                  <a:lnTo>
                    <a:pt x="4095" y="8788"/>
                  </a:lnTo>
                  <a:lnTo>
                    <a:pt x="3948" y="8788"/>
                  </a:lnTo>
                  <a:lnTo>
                    <a:pt x="3791" y="8751"/>
                  </a:lnTo>
                  <a:lnTo>
                    <a:pt x="3667" y="8714"/>
                  </a:lnTo>
                  <a:lnTo>
                    <a:pt x="3510" y="8677"/>
                  </a:lnTo>
                  <a:lnTo>
                    <a:pt x="3386" y="8602"/>
                  </a:lnTo>
                  <a:lnTo>
                    <a:pt x="3251" y="8491"/>
                  </a:lnTo>
                  <a:lnTo>
                    <a:pt x="3127" y="8360"/>
                  </a:lnTo>
                  <a:lnTo>
                    <a:pt x="3015" y="8248"/>
                  </a:lnTo>
                  <a:lnTo>
                    <a:pt x="2925" y="8062"/>
                  </a:lnTo>
                  <a:lnTo>
                    <a:pt x="2778" y="7857"/>
                  </a:lnTo>
                  <a:lnTo>
                    <a:pt x="2610" y="7671"/>
                  </a:lnTo>
                  <a:lnTo>
                    <a:pt x="2407" y="7541"/>
                  </a:lnTo>
                  <a:lnTo>
                    <a:pt x="2171" y="7466"/>
                  </a:lnTo>
                  <a:lnTo>
                    <a:pt x="1957" y="7429"/>
                  </a:lnTo>
                  <a:lnTo>
                    <a:pt x="1698" y="7429"/>
                  </a:lnTo>
                  <a:lnTo>
                    <a:pt x="1462" y="7466"/>
                  </a:lnTo>
                  <a:lnTo>
                    <a:pt x="1226" y="7559"/>
                  </a:lnTo>
                  <a:lnTo>
                    <a:pt x="989" y="7708"/>
                  </a:lnTo>
                  <a:lnTo>
                    <a:pt x="776" y="7932"/>
                  </a:lnTo>
                  <a:lnTo>
                    <a:pt x="551" y="8211"/>
                  </a:lnTo>
                  <a:lnTo>
                    <a:pt x="382" y="8528"/>
                  </a:lnTo>
                  <a:lnTo>
                    <a:pt x="315" y="8714"/>
                  </a:lnTo>
                  <a:lnTo>
                    <a:pt x="236" y="8919"/>
                  </a:lnTo>
                  <a:lnTo>
                    <a:pt x="191" y="9142"/>
                  </a:lnTo>
                  <a:lnTo>
                    <a:pt x="123" y="9347"/>
                  </a:lnTo>
                  <a:lnTo>
                    <a:pt x="78" y="9608"/>
                  </a:lnTo>
                  <a:lnTo>
                    <a:pt x="56" y="9887"/>
                  </a:lnTo>
                  <a:lnTo>
                    <a:pt x="33" y="10185"/>
                  </a:lnTo>
                  <a:lnTo>
                    <a:pt x="33" y="10464"/>
                  </a:lnTo>
                  <a:lnTo>
                    <a:pt x="33" y="10706"/>
                  </a:lnTo>
                  <a:lnTo>
                    <a:pt x="56" y="10967"/>
                  </a:lnTo>
                  <a:lnTo>
                    <a:pt x="78" y="11172"/>
                  </a:lnTo>
                  <a:lnTo>
                    <a:pt x="123" y="11395"/>
                  </a:lnTo>
                  <a:lnTo>
                    <a:pt x="168" y="11600"/>
                  </a:lnTo>
                  <a:lnTo>
                    <a:pt x="236" y="11786"/>
                  </a:lnTo>
                  <a:lnTo>
                    <a:pt x="292" y="11973"/>
                  </a:lnTo>
                  <a:lnTo>
                    <a:pt x="382" y="12140"/>
                  </a:lnTo>
                  <a:lnTo>
                    <a:pt x="540" y="12419"/>
                  </a:lnTo>
                  <a:lnTo>
                    <a:pt x="731" y="12680"/>
                  </a:lnTo>
                  <a:lnTo>
                    <a:pt x="944" y="12866"/>
                  </a:lnTo>
                  <a:lnTo>
                    <a:pt x="1158" y="12997"/>
                  </a:lnTo>
                  <a:lnTo>
                    <a:pt x="1395" y="13108"/>
                  </a:lnTo>
                  <a:lnTo>
                    <a:pt x="1608" y="13183"/>
                  </a:lnTo>
                  <a:lnTo>
                    <a:pt x="1856" y="13183"/>
                  </a:lnTo>
                  <a:lnTo>
                    <a:pt x="2070" y="13146"/>
                  </a:lnTo>
                  <a:lnTo>
                    <a:pt x="2261" y="13071"/>
                  </a:lnTo>
                  <a:lnTo>
                    <a:pt x="2430" y="12960"/>
                  </a:lnTo>
                  <a:lnTo>
                    <a:pt x="2587" y="12792"/>
                  </a:lnTo>
                  <a:lnTo>
                    <a:pt x="2688" y="12606"/>
                  </a:lnTo>
                  <a:lnTo>
                    <a:pt x="2801" y="12419"/>
                  </a:lnTo>
                  <a:lnTo>
                    <a:pt x="2925" y="12289"/>
                  </a:lnTo>
                  <a:lnTo>
                    <a:pt x="3082" y="12177"/>
                  </a:lnTo>
                  <a:lnTo>
                    <a:pt x="3228" y="12103"/>
                  </a:lnTo>
                  <a:lnTo>
                    <a:pt x="3408" y="12103"/>
                  </a:lnTo>
                  <a:lnTo>
                    <a:pt x="3577" y="12103"/>
                  </a:lnTo>
                  <a:lnTo>
                    <a:pt x="3723" y="12177"/>
                  </a:lnTo>
                  <a:lnTo>
                    <a:pt x="3903" y="12252"/>
                  </a:lnTo>
                  <a:lnTo>
                    <a:pt x="4072" y="12364"/>
                  </a:lnTo>
                  <a:lnTo>
                    <a:pt x="4230" y="12494"/>
                  </a:lnTo>
                  <a:lnTo>
                    <a:pt x="4353" y="12643"/>
                  </a:lnTo>
                  <a:lnTo>
                    <a:pt x="4488" y="12829"/>
                  </a:lnTo>
                  <a:lnTo>
                    <a:pt x="4567" y="13034"/>
                  </a:lnTo>
                  <a:lnTo>
                    <a:pt x="4657" y="13257"/>
                  </a:lnTo>
                  <a:lnTo>
                    <a:pt x="4702" y="13462"/>
                  </a:lnTo>
                  <a:lnTo>
                    <a:pt x="4725" y="13686"/>
                  </a:lnTo>
                  <a:lnTo>
                    <a:pt x="4702" y="14282"/>
                  </a:lnTo>
                  <a:lnTo>
                    <a:pt x="4657" y="15045"/>
                  </a:lnTo>
                  <a:lnTo>
                    <a:pt x="4612" y="15976"/>
                  </a:lnTo>
                  <a:lnTo>
                    <a:pt x="4590" y="16926"/>
                  </a:lnTo>
                  <a:lnTo>
                    <a:pt x="4567" y="17968"/>
                  </a:lnTo>
                  <a:lnTo>
                    <a:pt x="4567" y="19011"/>
                  </a:lnTo>
                  <a:lnTo>
                    <a:pt x="4590" y="19514"/>
                  </a:lnTo>
                  <a:lnTo>
                    <a:pt x="4612" y="19980"/>
                  </a:lnTo>
                  <a:lnTo>
                    <a:pt x="4657" y="20426"/>
                  </a:lnTo>
                  <a:lnTo>
                    <a:pt x="4725" y="20836"/>
                  </a:lnTo>
                  <a:lnTo>
                    <a:pt x="4848" y="20929"/>
                  </a:lnTo>
                  <a:lnTo>
                    <a:pt x="5040" y="21004"/>
                  </a:lnTo>
                  <a:lnTo>
                    <a:pt x="5265" y="21078"/>
                  </a:lnTo>
                  <a:lnTo>
                    <a:pt x="5478" y="21115"/>
                  </a:lnTo>
                  <a:lnTo>
                    <a:pt x="6041" y="21115"/>
                  </a:lnTo>
                  <a:lnTo>
                    <a:pt x="6637" y="21078"/>
                  </a:lnTo>
                  <a:lnTo>
                    <a:pt x="7312" y="21004"/>
                  </a:lnTo>
                  <a:lnTo>
                    <a:pt x="7998" y="20929"/>
                  </a:lnTo>
                  <a:lnTo>
                    <a:pt x="8696" y="20855"/>
                  </a:lnTo>
                  <a:lnTo>
                    <a:pt x="9360" y="20836"/>
                  </a:lnTo>
                  <a:close/>
                </a:path>
              </a:pathLst>
            </a:custGeom>
            <a:solidFill>
              <a:srgbClr val="CCCCFF"/>
            </a:solidFill>
            <a:ln w="28575">
              <a:solidFill>
                <a:srgbClr val="000000"/>
              </a:solidFill>
              <a:miter lim="800000"/>
            </a:ln>
          </p:spPr>
          <p:txBody>
            <a:bodyPr vert="horz" wrap="square" lIns="91440" tIns="45720" rIns="91440" bIns="45720" numCol="1" anchor="t" anchorCtr="0" compatLnSpc="1"/>
            <a:p>
              <a:endParaRPr lang="zh-CN" altLang="en-US"/>
            </a:p>
          </p:txBody>
        </p:sp>
      </p:grpSp>
    </p:spTree>
  </p:cSld>
  <p:clrMapOvr>
    <a:masterClrMapping/>
  </p:clrMapOvr>
  <p:transition spd="slow">
    <p:random/>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1.5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思维</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2" name="文本框 1"/>
          <p:cNvSpPr txBox="1"/>
          <p:nvPr/>
        </p:nvSpPr>
        <p:spPr>
          <a:xfrm>
            <a:off x="0" y="909320"/>
            <a:ext cx="12190095" cy="521970"/>
          </a:xfrm>
          <a:prstGeom prst="rect">
            <a:avLst/>
          </a:prstGeom>
          <a:noFill/>
        </p:spPr>
        <p:txBody>
          <a:bodyPr wrap="square" rtlCol="0" anchor="t">
            <a:spAutoFit/>
          </a:bodyPr>
          <a:p>
            <a:pPr marL="0" indent="0" eaLnBrk="1" hangingPunct="1">
              <a:buNone/>
            </a:pPr>
            <a:r>
              <a:rPr lang="zh-CN" altLang="en-US" sz="2800" b="1" dirty="0">
                <a:sym typeface="+mn-ea"/>
              </a:rPr>
              <a:t>利用</a:t>
            </a:r>
            <a:r>
              <a:rPr lang="en-US" altLang="zh-CN" sz="2800" b="1" dirty="0">
                <a:sym typeface="+mn-ea"/>
              </a:rPr>
              <a:t>UML</a:t>
            </a:r>
            <a:r>
              <a:rPr lang="zh-CN" altLang="en-US" sz="2800" b="1" dirty="0">
                <a:sym typeface="+mn-ea"/>
              </a:rPr>
              <a:t>描述分析</a:t>
            </a:r>
            <a:r>
              <a:rPr lang="zh-CN" altLang="en-US" sz="2800" b="1" dirty="0">
                <a:sym typeface="+mn-ea"/>
              </a:rPr>
              <a:t>过程</a:t>
            </a:r>
            <a:endParaRPr lang="zh-CN" altLang="en-US" sz="2800" b="1" dirty="0">
              <a:sym typeface="+mn-ea"/>
            </a:endParaRPr>
          </a:p>
        </p:txBody>
      </p:sp>
      <p:sp>
        <p:nvSpPr>
          <p:cNvPr id="462851" name="Text Box 3"/>
          <p:cNvSpPr txBox="1">
            <a:spLocks noChangeArrowheads="1"/>
          </p:cNvSpPr>
          <p:nvPr/>
        </p:nvSpPr>
        <p:spPr bwMode="auto">
          <a:xfrm>
            <a:off x="2023775" y="1842800"/>
            <a:ext cx="615553" cy="4392612"/>
          </a:xfrm>
          <a:prstGeom prst="rect">
            <a:avLst/>
          </a:prstGeom>
          <a:noFill/>
          <a:ln w="12700">
            <a:noFill/>
            <a:miter lim="800000"/>
            <a:headEnd type="none" w="sm" len="sm"/>
            <a:tailEnd type="none" w="sm" len="sm"/>
          </a:ln>
          <a:effectLst/>
        </p:spPr>
        <p:txBody>
          <a:bodyPr vert="eaVert">
            <a:spAutoFit/>
          </a:bodyPr>
          <a:p>
            <a:pPr algn="ctr" eaLnBrk="0" hangingPunct="0">
              <a:spcBef>
                <a:spcPct val="50000"/>
              </a:spcBef>
              <a:defRPr/>
            </a:pPr>
            <a:r>
              <a:rPr kumimoji="0" lang="zh-CN" altLang="en-US" sz="2800" b="0" u="sng" dirty="0">
                <a:solidFill>
                  <a:srgbClr val="FF3300"/>
                </a:solidFill>
                <a:effectLst>
                  <a:outerShdw blurRad="38100" dist="38100" dir="2700000" algn="tl">
                    <a:srgbClr val="C0C0C0"/>
                  </a:outerShdw>
                </a:effectLst>
                <a:latin typeface="Times New Roman" panose="02020603050405020304" charset="0"/>
                <a:ea typeface="微软雅黑" panose="020B0503020204020204" pitchFamily="34" charset="-122"/>
              </a:rPr>
              <a:t>完整故事情节的静态模型</a:t>
            </a:r>
            <a:endParaRPr kumimoji="0" lang="zh-CN" altLang="en-US" sz="2800" b="0" u="sng" dirty="0">
              <a:solidFill>
                <a:srgbClr val="FF3300"/>
              </a:solidFill>
              <a:effectLst>
                <a:outerShdw blurRad="38100" dist="38100" dir="2700000" algn="tl">
                  <a:srgbClr val="C0C0C0"/>
                </a:outerShdw>
              </a:effectLst>
              <a:latin typeface="Times New Roman" panose="02020603050405020304" charset="0"/>
              <a:ea typeface="微软雅黑" panose="020B0503020204020204" pitchFamily="34" charset="-122"/>
            </a:endParaRPr>
          </a:p>
        </p:txBody>
      </p:sp>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37923" y="1411258"/>
            <a:ext cx="7252453" cy="5472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1.5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思维</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2" name="文本框 1"/>
          <p:cNvSpPr txBox="1"/>
          <p:nvPr/>
        </p:nvSpPr>
        <p:spPr>
          <a:xfrm>
            <a:off x="0" y="909320"/>
            <a:ext cx="12190095" cy="521970"/>
          </a:xfrm>
          <a:prstGeom prst="rect">
            <a:avLst/>
          </a:prstGeom>
          <a:noFill/>
        </p:spPr>
        <p:txBody>
          <a:bodyPr wrap="square" rtlCol="0" anchor="t">
            <a:spAutoFit/>
          </a:bodyPr>
          <a:p>
            <a:pPr marL="0" indent="0" eaLnBrk="1" hangingPunct="1">
              <a:buNone/>
            </a:pPr>
            <a:r>
              <a:rPr lang="zh-CN" altLang="en-US" sz="2800" b="1" dirty="0">
                <a:sym typeface="+mn-ea"/>
              </a:rPr>
              <a:t>搞清过程</a:t>
            </a:r>
            <a:r>
              <a:rPr lang="zh-CN" altLang="en-US" sz="2800" b="1" dirty="0">
                <a:sym typeface="+mn-ea"/>
              </a:rPr>
              <a:t>活动图</a:t>
            </a:r>
            <a:endParaRPr lang="zh-CN" altLang="en-US" sz="2800" b="1" dirty="0">
              <a:sym typeface="+mn-ea"/>
            </a:endParaRPr>
          </a:p>
        </p:txBody>
      </p:sp>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63246" y="1051977"/>
            <a:ext cx="4847296" cy="5832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1.5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思维</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2" name="文本框 1"/>
          <p:cNvSpPr txBox="1"/>
          <p:nvPr/>
        </p:nvSpPr>
        <p:spPr>
          <a:xfrm>
            <a:off x="0" y="909320"/>
            <a:ext cx="12190095" cy="521970"/>
          </a:xfrm>
          <a:prstGeom prst="rect">
            <a:avLst/>
          </a:prstGeom>
          <a:noFill/>
        </p:spPr>
        <p:txBody>
          <a:bodyPr wrap="square" rtlCol="0" anchor="t">
            <a:spAutoFit/>
          </a:bodyPr>
          <a:p>
            <a:pPr marL="0" indent="0" eaLnBrk="1" hangingPunct="1">
              <a:buNone/>
            </a:pPr>
            <a:r>
              <a:rPr lang="zh-CN" altLang="en-US" sz="2800" b="1" dirty="0">
                <a:sym typeface="+mn-ea"/>
              </a:rPr>
              <a:t>复述情节的</a:t>
            </a:r>
            <a:r>
              <a:rPr lang="zh-CN" altLang="en-US" sz="2800" b="1" dirty="0">
                <a:sym typeface="+mn-ea"/>
              </a:rPr>
              <a:t>顺序图</a:t>
            </a:r>
            <a:endParaRPr lang="zh-CN" altLang="en-US" sz="2800" b="1" dirty="0">
              <a:sym typeface="+mn-ea"/>
            </a:endParaRPr>
          </a:p>
        </p:txBody>
      </p:sp>
      <p:sp>
        <p:nvSpPr>
          <p:cNvPr id="465923" name="Text Box 3"/>
          <p:cNvSpPr txBox="1">
            <a:spLocks noChangeArrowheads="1"/>
          </p:cNvSpPr>
          <p:nvPr/>
        </p:nvSpPr>
        <p:spPr bwMode="auto">
          <a:xfrm>
            <a:off x="1919829" y="1663223"/>
            <a:ext cx="615553" cy="4392613"/>
          </a:xfrm>
          <a:prstGeom prst="rect">
            <a:avLst/>
          </a:prstGeom>
          <a:noFill/>
          <a:ln w="12700">
            <a:noFill/>
            <a:miter lim="800000"/>
            <a:headEnd type="none" w="sm" len="sm"/>
            <a:tailEnd type="none" w="sm" len="sm"/>
          </a:ln>
          <a:effectLst/>
        </p:spPr>
        <p:txBody>
          <a:bodyPr vert="eaVert">
            <a:spAutoFit/>
          </a:bodyPr>
          <a:p>
            <a:pPr algn="ctr" eaLnBrk="0" hangingPunct="0">
              <a:spcBef>
                <a:spcPct val="50000"/>
              </a:spcBef>
              <a:defRPr/>
            </a:pPr>
            <a:r>
              <a:rPr kumimoji="0" lang="zh-CN" altLang="en-US" sz="2800" b="0" u="sng" dirty="0">
                <a:solidFill>
                  <a:srgbClr val="FF3300"/>
                </a:solidFill>
                <a:effectLst>
                  <a:outerShdw blurRad="38100" dist="38100" dir="2700000" algn="tl">
                    <a:srgbClr val="C0C0C0"/>
                  </a:outerShdw>
                </a:effectLst>
                <a:latin typeface="Times New Roman" panose="02020603050405020304" charset="0"/>
                <a:ea typeface="微软雅黑" panose="020B0503020204020204" pitchFamily="34" charset="-122"/>
              </a:rPr>
              <a:t>初次见面顺序图</a:t>
            </a:r>
            <a:endParaRPr kumimoji="0" lang="zh-CN" altLang="en-US" sz="2800" b="0" u="sng" dirty="0">
              <a:solidFill>
                <a:srgbClr val="FF3300"/>
              </a:solidFill>
              <a:effectLst>
                <a:outerShdw blurRad="38100" dist="38100" dir="2700000" algn="tl">
                  <a:srgbClr val="C0C0C0"/>
                </a:outerShdw>
              </a:effectLst>
              <a:latin typeface="Times New Roman" panose="02020603050405020304" charset="0"/>
              <a:ea typeface="微软雅黑" panose="020B0503020204020204" pitchFamily="34" charset="-122"/>
            </a:endParaRPr>
          </a:p>
        </p:txBody>
      </p:sp>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27353" y="1843309"/>
            <a:ext cx="7390663" cy="4410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1.5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思维</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2" name="文本框 1"/>
          <p:cNvSpPr txBox="1"/>
          <p:nvPr/>
        </p:nvSpPr>
        <p:spPr>
          <a:xfrm>
            <a:off x="0" y="909320"/>
            <a:ext cx="12190095" cy="521970"/>
          </a:xfrm>
          <a:prstGeom prst="rect">
            <a:avLst/>
          </a:prstGeom>
          <a:noFill/>
        </p:spPr>
        <p:txBody>
          <a:bodyPr wrap="square" rtlCol="0" anchor="t">
            <a:spAutoFit/>
          </a:bodyPr>
          <a:p>
            <a:pPr marL="0" indent="0" eaLnBrk="1" hangingPunct="1">
              <a:buNone/>
            </a:pPr>
            <a:r>
              <a:rPr lang="zh-CN" altLang="en-US" sz="2800" b="1" dirty="0">
                <a:sym typeface="+mn-ea"/>
              </a:rPr>
              <a:t>理清头绪的</a:t>
            </a:r>
            <a:r>
              <a:rPr lang="zh-CN" altLang="en-US" sz="2800" b="1" dirty="0">
                <a:sym typeface="+mn-ea"/>
              </a:rPr>
              <a:t>通信图</a:t>
            </a:r>
            <a:endParaRPr lang="zh-CN" altLang="en-US" sz="2800" b="1" dirty="0">
              <a:sym typeface="+mn-ea"/>
            </a:endParaRPr>
          </a:p>
        </p:txBody>
      </p:sp>
      <p:pic>
        <p:nvPicPr>
          <p:cNvPr id="102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43672" y="1844824"/>
            <a:ext cx="5790334" cy="36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262" y="414"/>
              <a:ext cx="866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1.5 </a:t>
              </a:r>
              <a:r>
                <a:rPr lang="zh-CN" altLang="en-US" sz="3200" b="1" dirty="0">
                  <a:solidFill>
                    <a:schemeClr val="tx2">
                      <a:lumMod val="75000"/>
                    </a:schemeClr>
                  </a:solidFill>
                  <a:latin typeface="+mj-lt"/>
                  <a:ea typeface="黑体" panose="02010609060101010101" pitchFamily="49" charset="-122"/>
                  <a:cs typeface="+mj-lt"/>
                </a:rPr>
                <a:t>面向对象</a:t>
              </a:r>
              <a:r>
                <a:rPr lang="zh-CN" altLang="en-US" sz="3200" b="1" dirty="0">
                  <a:solidFill>
                    <a:schemeClr val="tx2">
                      <a:lumMod val="75000"/>
                    </a:schemeClr>
                  </a:solidFill>
                  <a:latin typeface="+mj-lt"/>
                  <a:ea typeface="黑体" panose="02010609060101010101" pitchFamily="49" charset="-122"/>
                  <a:cs typeface="+mj-lt"/>
                </a:rPr>
                <a:t>思维</a:t>
              </a:r>
              <a:endParaRPr lang="zh-CN" altLang="en-US" sz="3200" b="1" dirty="0">
                <a:solidFill>
                  <a:schemeClr val="tx2">
                    <a:lumMod val="75000"/>
                  </a:schemeClr>
                </a:solidFill>
                <a:latin typeface="+mj-lt"/>
                <a:ea typeface="黑体" panose="02010609060101010101" pitchFamily="49" charset="-122"/>
                <a:cs typeface="+mj-lt"/>
              </a:endParaRPr>
            </a:p>
          </p:txBody>
        </p:sp>
      </p:grpSp>
      <p:sp>
        <p:nvSpPr>
          <p:cNvPr id="16" name="内容占位符 22"/>
          <p:cNvSpPr>
            <a:spLocks noGrp="1" noChangeArrowheads="1"/>
          </p:cNvSpPr>
          <p:nvPr/>
        </p:nvSpPr>
        <p:spPr>
          <a:xfrm>
            <a:off x="46355" y="1701165"/>
            <a:ext cx="10506075" cy="4841240"/>
          </a:xfrm>
          <a:prstGeom prst="rect">
            <a:avLst/>
          </a:prstGeom>
        </p:spPr>
        <p:txBody>
          <a:bodyPr vert="horz" wrap="square" lIns="91456" tIns="45728" rIns="91456" bIns="45728" numCol="1" rtlCol="0" anchor="t" anchorCtr="0" compatLnSpc="1">
            <a:normAutofit/>
          </a:bodyPr>
          <a:lst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a:lstStyle>
          <a:p>
            <a:pPr marL="0" marR="0" lvl="0" indent="0" algn="l" defTabSz="914400" rtl="0" eaLnBrk="0" fontAlgn="base" latinLnBrk="0" hangingPunct="0">
              <a:lnSpc>
                <a:spcPct val="110000"/>
              </a:lnSpc>
              <a:spcBef>
                <a:spcPct val="20000"/>
              </a:spcBef>
              <a:buClr>
                <a:srgbClr val="7030A0"/>
              </a:buClr>
              <a:buSzTx/>
              <a:buFont typeface="Wingdings" panose="05000000000000000000" charset="0"/>
              <a:buNone/>
              <a:defRPr/>
            </a:pPr>
            <a:r>
              <a:rPr kumimoji="1" lang="en-US" altLang="zh-CN" sz="2800" dirty="0" smtClean="0">
                <a:sym typeface="+mn-ea"/>
              </a:rPr>
              <a:t>  </a:t>
            </a:r>
            <a:endParaRPr kumimoji="0" lang="zh-CN" altLang="en-US" sz="2200" b="0" i="1" u="none" strike="noStrike" cap="none" spc="-75" normalizeH="0" baseline="0" dirty="0" smtClean="0">
              <a:ln w="3175">
                <a:noFill/>
              </a:ln>
              <a:solidFill>
                <a:schemeClr val="tx1">
                  <a:lumMod val="75000"/>
                  <a:lumOff val="25000"/>
                </a:schemeClr>
              </a:solidFill>
              <a:latin typeface="微软雅黑" panose="020B0503020204020204" pitchFamily="34" charset="-122"/>
              <a:ea typeface="微软雅黑" panose="020B0503020204020204" pitchFamily="34" charset="-122"/>
              <a:cs typeface="Segoe UI" pitchFamily="34" charset="0"/>
              <a:sym typeface="+mn-ea"/>
            </a:endParaRPr>
          </a:p>
        </p:txBody>
      </p:sp>
      <p:sp>
        <p:nvSpPr>
          <p:cNvPr id="2" name="文本框 1"/>
          <p:cNvSpPr txBox="1"/>
          <p:nvPr/>
        </p:nvSpPr>
        <p:spPr>
          <a:xfrm>
            <a:off x="0" y="909320"/>
            <a:ext cx="12190095" cy="521970"/>
          </a:xfrm>
          <a:prstGeom prst="rect">
            <a:avLst/>
          </a:prstGeom>
          <a:noFill/>
        </p:spPr>
        <p:txBody>
          <a:bodyPr wrap="square" rtlCol="0" anchor="t">
            <a:spAutoFit/>
          </a:bodyPr>
          <a:p>
            <a:pPr marL="0" indent="0" eaLnBrk="1" hangingPunct="1">
              <a:buNone/>
            </a:pPr>
            <a:r>
              <a:rPr lang="zh-CN" altLang="en-US" sz="2800" b="1" dirty="0">
                <a:sym typeface="+mn-ea"/>
              </a:rPr>
              <a:t>定点观察的</a:t>
            </a:r>
            <a:r>
              <a:rPr lang="zh-CN" altLang="en-US" sz="2800" b="1" dirty="0">
                <a:sym typeface="+mn-ea"/>
              </a:rPr>
              <a:t>状态图</a:t>
            </a:r>
            <a:endParaRPr lang="zh-CN" altLang="en-US" sz="2800" b="1" dirty="0">
              <a:sym typeface="+mn-ea"/>
            </a:endParaRPr>
          </a:p>
        </p:txBody>
      </p:sp>
      <p:pic>
        <p:nvPicPr>
          <p:cNvPr id="112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74190" y="1845310"/>
            <a:ext cx="9148445" cy="332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TextBox 79"/>
          <p:cNvSpPr txBox="1">
            <a:spLocks noChangeArrowheads="1"/>
          </p:cNvSpPr>
          <p:nvPr/>
        </p:nvSpPr>
        <p:spPr bwMode="auto">
          <a:xfrm>
            <a:off x="3576701" y="2142731"/>
            <a:ext cx="4579133" cy="135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defRPr>
                <a:solidFill>
                  <a:schemeClr val="tx1"/>
                </a:solidFill>
                <a:latin typeface="Calibri" charset="0"/>
                <a:ea typeface="宋体" pitchFamily="2" charset="-122"/>
              </a:defRPr>
            </a:lvl1pPr>
            <a:lvl2pPr marL="742950" indent="-285750">
              <a:defRPr>
                <a:solidFill>
                  <a:schemeClr val="tx1"/>
                </a:solidFill>
                <a:latin typeface="Calibri" charset="0"/>
                <a:ea typeface="宋体" pitchFamily="2" charset="-122"/>
              </a:defRPr>
            </a:lvl2pPr>
            <a:lvl3pPr marL="1143000" indent="-228600">
              <a:defRPr>
                <a:solidFill>
                  <a:schemeClr val="tx1"/>
                </a:solidFill>
                <a:latin typeface="Calibri" charset="0"/>
                <a:ea typeface="宋体" pitchFamily="2" charset="-122"/>
              </a:defRPr>
            </a:lvl3pPr>
            <a:lvl4pPr marL="1600200" indent="-228600">
              <a:defRPr>
                <a:solidFill>
                  <a:schemeClr val="tx1"/>
                </a:solidFill>
                <a:latin typeface="Calibri" charset="0"/>
                <a:ea typeface="宋体" pitchFamily="2" charset="-122"/>
              </a:defRPr>
            </a:lvl4pPr>
            <a:lvl5pPr marL="2057400" indent="-228600">
              <a:defRPr>
                <a:solidFill>
                  <a:schemeClr val="tx1"/>
                </a:solidFill>
                <a:latin typeface="Calibri" charset="0"/>
                <a:ea typeface="宋体" pitchFamily="2" charset="-122"/>
              </a:defRPr>
            </a:lvl5pPr>
            <a:lvl6pPr marL="2514600" indent="-228600" eaLnBrk="0" fontAlgn="base" hangingPunct="0">
              <a:spcBef>
                <a:spcPct val="0"/>
              </a:spcBef>
              <a:spcAft>
                <a:spcPct val="0"/>
              </a:spcAft>
              <a:defRPr>
                <a:solidFill>
                  <a:schemeClr val="tx1"/>
                </a:solidFill>
                <a:latin typeface="Calibri" charset="0"/>
                <a:ea typeface="宋体" pitchFamily="2" charset="-122"/>
              </a:defRPr>
            </a:lvl6pPr>
            <a:lvl7pPr marL="2971800" indent="-228600" eaLnBrk="0" fontAlgn="base" hangingPunct="0">
              <a:spcBef>
                <a:spcPct val="0"/>
              </a:spcBef>
              <a:spcAft>
                <a:spcPct val="0"/>
              </a:spcAft>
              <a:defRPr>
                <a:solidFill>
                  <a:schemeClr val="tx1"/>
                </a:solidFill>
                <a:latin typeface="Calibri" charset="0"/>
                <a:ea typeface="宋体" pitchFamily="2" charset="-122"/>
              </a:defRPr>
            </a:lvl7pPr>
            <a:lvl8pPr marL="3429000" indent="-228600" eaLnBrk="0" fontAlgn="base" hangingPunct="0">
              <a:spcBef>
                <a:spcPct val="0"/>
              </a:spcBef>
              <a:spcAft>
                <a:spcPct val="0"/>
              </a:spcAft>
              <a:defRPr>
                <a:solidFill>
                  <a:schemeClr val="tx1"/>
                </a:solidFill>
                <a:latin typeface="Calibri" charset="0"/>
                <a:ea typeface="宋体" pitchFamily="2" charset="-122"/>
              </a:defRPr>
            </a:lvl8pPr>
            <a:lvl9pPr marL="3886200" indent="-228600" eaLnBrk="0" fontAlgn="base" hangingPunct="0">
              <a:spcBef>
                <a:spcPct val="0"/>
              </a:spcBef>
              <a:spcAft>
                <a:spcPct val="0"/>
              </a:spcAft>
              <a:defRPr>
                <a:solidFill>
                  <a:schemeClr val="tx1"/>
                </a:solidFill>
                <a:latin typeface="Calibri" charset="0"/>
                <a:ea typeface="宋体" pitchFamily="2" charset="-122"/>
              </a:defRPr>
            </a:lvl9pPr>
          </a:lstStyle>
          <a:p>
            <a:pPr eaLnBrk="1" hangingPunct="1"/>
            <a:r>
              <a:rPr lang="en-US" altLang="zh-CN" sz="8000" b="1" dirty="0">
                <a:solidFill>
                  <a:srgbClr val="E74C2E"/>
                </a:solidFill>
                <a:latin typeface="Times New Roman" panose="02020603050405020304" charset="0"/>
                <a:ea typeface="黑体" panose="02010609060101010101" pitchFamily="49" charset="-122"/>
                <a:cs typeface="Times New Roman" panose="02020603050405020304" charset="0"/>
              </a:rPr>
              <a:t>THANKS</a:t>
            </a:r>
            <a:endParaRPr lang="en-US" altLang="zh-CN" sz="8000" b="1" dirty="0">
              <a:solidFill>
                <a:srgbClr val="E74C2E"/>
              </a:solidFill>
              <a:latin typeface="Times New Roman" panose="02020603050405020304" charset="0"/>
              <a:ea typeface="黑体" panose="02010609060101010101" pitchFamily="49" charset="-122"/>
              <a:cs typeface="Times New Roman" panose="02020603050405020304" charset="0"/>
            </a:endParaRPr>
          </a:p>
        </p:txBody>
      </p:sp>
      <p:sp>
        <p:nvSpPr>
          <p:cNvPr id="81" name="空心弧 80"/>
          <p:cNvSpPr/>
          <p:nvPr/>
        </p:nvSpPr>
        <p:spPr bwMode="auto">
          <a:xfrm rot="7086271">
            <a:off x="6621832" y="1823791"/>
            <a:ext cx="1977424" cy="1976709"/>
          </a:xfrm>
          <a:prstGeom prst="blockArc">
            <a:avLst>
              <a:gd name="adj1" fmla="val 5502533"/>
              <a:gd name="adj2" fmla="val 1980318"/>
              <a:gd name="adj3" fmla="val 1053"/>
            </a:avLst>
          </a:prstGeom>
          <a:solidFill>
            <a:srgbClr val="C00000"/>
          </a:solidFill>
          <a:ln w="3175">
            <a:solidFill>
              <a:srgbClr val="17375E"/>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a:defRPr/>
            </a:pPr>
            <a:endParaRPr lang="zh-CN" altLang="en-US">
              <a:solidFill>
                <a:schemeClr val="tx1"/>
              </a:solidFill>
            </a:endParaRPr>
          </a:p>
        </p:txBody>
      </p:sp>
      <p:sp>
        <p:nvSpPr>
          <p:cNvPr id="83" name="Freeform 7"/>
          <p:cNvSpPr/>
          <p:nvPr/>
        </p:nvSpPr>
        <p:spPr bwMode="auto">
          <a:xfrm>
            <a:off x="1679291" y="4102024"/>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5"/>
          </a:lnRef>
          <a:fillRef idx="3">
            <a:schemeClr val="accent5"/>
          </a:fillRef>
          <a:effectRef idx="3">
            <a:schemeClr val="accent5"/>
          </a:effectRef>
          <a:fontRef idx="minor">
            <a:schemeClr val="lt1"/>
          </a:fontRef>
        </p:style>
        <p:txBody>
          <a:bodyPr vert="horz" wrap="square" lIns="91438" tIns="45719" rIns="91438" bIns="45719" numCol="1" anchor="t" anchorCtr="0" compatLnSpc="1"/>
          <a:lstStyle/>
          <a:p>
            <a:endParaRPr lang="zh-CN" altLang="en-US" sz="2100"/>
          </a:p>
        </p:txBody>
      </p:sp>
      <p:sp>
        <p:nvSpPr>
          <p:cNvPr id="84" name="Freeform 7"/>
          <p:cNvSpPr/>
          <p:nvPr/>
        </p:nvSpPr>
        <p:spPr bwMode="auto">
          <a:xfrm>
            <a:off x="8417881" y="4124607"/>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3"/>
          </a:lnRef>
          <a:fillRef idx="3">
            <a:schemeClr val="accent3"/>
          </a:fillRef>
          <a:effectRef idx="3">
            <a:schemeClr val="accent3"/>
          </a:effectRef>
          <a:fontRef idx="minor">
            <a:schemeClr val="lt1"/>
          </a:fontRef>
        </p:style>
        <p:txBody>
          <a:bodyPr vert="horz" wrap="square" lIns="91438" tIns="45719" rIns="91438" bIns="45719" numCol="1" anchor="t" anchorCtr="0" compatLnSpc="1"/>
          <a:lstStyle/>
          <a:p>
            <a:endParaRPr lang="zh-CN" altLang="en-US" sz="2100"/>
          </a:p>
        </p:txBody>
      </p:sp>
      <p:sp>
        <p:nvSpPr>
          <p:cNvPr id="85" name="Freeform 7"/>
          <p:cNvSpPr/>
          <p:nvPr/>
        </p:nvSpPr>
        <p:spPr bwMode="auto">
          <a:xfrm>
            <a:off x="2804760" y="6084951"/>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a:solidFill>
            <a:schemeClr val="bg1">
              <a:lumMod val="65000"/>
            </a:schemeClr>
          </a:solidFill>
        </p:spPr>
        <p:style>
          <a:lnRef idx="0">
            <a:schemeClr val="accent3"/>
          </a:lnRef>
          <a:fillRef idx="3">
            <a:schemeClr val="accent3"/>
          </a:fillRef>
          <a:effectRef idx="3">
            <a:schemeClr val="accent3"/>
          </a:effectRef>
          <a:fontRef idx="minor">
            <a:schemeClr val="lt1"/>
          </a:fontRef>
        </p:style>
        <p:txBody>
          <a:bodyPr vert="horz" wrap="square" lIns="91438" tIns="45719" rIns="91438" bIns="45719" numCol="1" anchor="t" anchorCtr="0" compatLnSpc="1"/>
          <a:lstStyle/>
          <a:p>
            <a:endParaRPr lang="zh-CN" altLang="en-US" sz="2100"/>
          </a:p>
        </p:txBody>
      </p:sp>
      <p:sp>
        <p:nvSpPr>
          <p:cNvPr id="86" name="Freeform 7"/>
          <p:cNvSpPr/>
          <p:nvPr/>
        </p:nvSpPr>
        <p:spPr bwMode="auto">
          <a:xfrm>
            <a:off x="9554636" y="6073660"/>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1"/>
          </a:lnRef>
          <a:fillRef idx="3">
            <a:schemeClr val="accent1"/>
          </a:fillRef>
          <a:effectRef idx="3">
            <a:schemeClr val="accent1"/>
          </a:effectRef>
          <a:fontRef idx="minor">
            <a:schemeClr val="lt1"/>
          </a:fontRef>
        </p:style>
        <p:txBody>
          <a:bodyPr vert="horz" wrap="square" lIns="91438" tIns="45719" rIns="91438" bIns="45719" numCol="1" anchor="t" anchorCtr="0" compatLnSpc="1"/>
          <a:lstStyle/>
          <a:p>
            <a:endParaRPr lang="zh-CN" altLang="en-US" sz="2100"/>
          </a:p>
        </p:txBody>
      </p:sp>
      <p:sp>
        <p:nvSpPr>
          <p:cNvPr id="87" name="Freeform 7"/>
          <p:cNvSpPr/>
          <p:nvPr/>
        </p:nvSpPr>
        <p:spPr bwMode="auto">
          <a:xfrm>
            <a:off x="7308440" y="6073660"/>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4"/>
          </a:lnRef>
          <a:fillRef idx="3">
            <a:schemeClr val="accent4"/>
          </a:fillRef>
          <a:effectRef idx="3">
            <a:schemeClr val="accent4"/>
          </a:effectRef>
          <a:fontRef idx="minor">
            <a:schemeClr val="lt1"/>
          </a:fontRef>
        </p:style>
        <p:txBody>
          <a:bodyPr vert="horz" wrap="square" lIns="91438" tIns="45719" rIns="91438" bIns="45719" numCol="1" anchor="t" anchorCtr="0" compatLnSpc="1"/>
          <a:lstStyle/>
          <a:p>
            <a:endParaRPr lang="zh-CN" altLang="en-US" sz="2100"/>
          </a:p>
        </p:txBody>
      </p:sp>
      <p:sp>
        <p:nvSpPr>
          <p:cNvPr id="88" name="Freeform 7"/>
          <p:cNvSpPr/>
          <p:nvPr/>
        </p:nvSpPr>
        <p:spPr bwMode="auto">
          <a:xfrm>
            <a:off x="5073531" y="6062369"/>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6"/>
          </a:lnRef>
          <a:fillRef idx="3">
            <a:schemeClr val="accent6"/>
          </a:fillRef>
          <a:effectRef idx="3">
            <a:schemeClr val="accent6"/>
          </a:effectRef>
          <a:fontRef idx="minor">
            <a:schemeClr val="lt1"/>
          </a:fontRef>
        </p:style>
        <p:txBody>
          <a:bodyPr vert="horz" wrap="square" lIns="91438" tIns="45719" rIns="91438" bIns="45719" numCol="1" anchor="t" anchorCtr="0" compatLnSpc="1"/>
          <a:lstStyle/>
          <a:p>
            <a:endParaRPr lang="zh-CN" altLang="en-US" sz="2100"/>
          </a:p>
        </p:txBody>
      </p:sp>
      <p:sp>
        <p:nvSpPr>
          <p:cNvPr id="89" name="Freeform 7"/>
          <p:cNvSpPr/>
          <p:nvPr/>
        </p:nvSpPr>
        <p:spPr bwMode="auto">
          <a:xfrm>
            <a:off x="558563" y="6051078"/>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2"/>
          </a:lnRef>
          <a:fillRef idx="3">
            <a:schemeClr val="accent2"/>
          </a:fillRef>
          <a:effectRef idx="3">
            <a:schemeClr val="accent2"/>
          </a:effectRef>
          <a:fontRef idx="minor">
            <a:schemeClr val="lt1"/>
          </a:fontRef>
        </p:style>
        <p:txBody>
          <a:bodyPr vert="horz" wrap="square" lIns="91438" tIns="45719" rIns="91438" bIns="45719" numCol="1" anchor="t" anchorCtr="0" compatLnSpc="1"/>
          <a:lstStyle/>
          <a:p>
            <a:endParaRPr lang="zh-CN" altLang="en-US" sz="2100"/>
          </a:p>
        </p:txBody>
      </p:sp>
      <p:sp>
        <p:nvSpPr>
          <p:cNvPr id="90" name="Freeform 7"/>
          <p:cNvSpPr/>
          <p:nvPr/>
        </p:nvSpPr>
        <p:spPr bwMode="auto">
          <a:xfrm>
            <a:off x="3933502" y="4131523"/>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1"/>
          </a:lnRef>
          <a:fillRef idx="3">
            <a:schemeClr val="accent1"/>
          </a:fillRef>
          <a:effectRef idx="3">
            <a:schemeClr val="accent1"/>
          </a:effectRef>
          <a:fontRef idx="minor">
            <a:schemeClr val="lt1"/>
          </a:fontRef>
        </p:style>
        <p:txBody>
          <a:bodyPr vert="horz" wrap="square" lIns="91438" tIns="45719" rIns="91438" bIns="45719" numCol="1" anchor="t" anchorCtr="0" compatLnSpc="1"/>
          <a:lstStyle/>
          <a:p>
            <a:endParaRPr lang="zh-CN" altLang="en-US" sz="2100"/>
          </a:p>
        </p:txBody>
      </p:sp>
      <p:sp>
        <p:nvSpPr>
          <p:cNvPr id="91" name="Freeform 7"/>
          <p:cNvSpPr/>
          <p:nvPr/>
        </p:nvSpPr>
        <p:spPr bwMode="auto">
          <a:xfrm>
            <a:off x="6179698" y="4108941"/>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a:solidFill>
            <a:schemeClr val="bg1">
              <a:lumMod val="65000"/>
            </a:schemeClr>
          </a:solidFill>
        </p:spPr>
        <p:style>
          <a:lnRef idx="0">
            <a:schemeClr val="accent3"/>
          </a:lnRef>
          <a:fillRef idx="3">
            <a:schemeClr val="accent3"/>
          </a:fillRef>
          <a:effectRef idx="3">
            <a:schemeClr val="accent3"/>
          </a:effectRef>
          <a:fontRef idx="minor">
            <a:schemeClr val="lt1"/>
          </a:fontRef>
        </p:style>
        <p:txBody>
          <a:bodyPr vert="horz" wrap="square" lIns="91438" tIns="45719" rIns="91438" bIns="45719" numCol="1" anchor="t" anchorCtr="0" compatLnSpc="1"/>
          <a:lstStyle/>
          <a:p>
            <a:endParaRPr lang="zh-CN" altLang="en-US" sz="2100"/>
          </a:p>
        </p:txBody>
      </p:sp>
      <p:cxnSp>
        <p:nvCxnSpPr>
          <p:cNvPr id="94" name="直接连接符 93"/>
          <p:cNvCxnSpPr/>
          <p:nvPr/>
        </p:nvCxnSpPr>
        <p:spPr>
          <a:xfrm>
            <a:off x="2528679" y="171488"/>
            <a:ext cx="6906415" cy="0"/>
          </a:xfrm>
          <a:prstGeom prst="line">
            <a:avLst/>
          </a:prstGeom>
          <a:noFill/>
          <a:ln w="28575" cap="rnd">
            <a:solidFill>
              <a:schemeClr val="tx1">
                <a:lumMod val="95000"/>
                <a:lumOff val="5000"/>
              </a:schemeClr>
            </a:solidFill>
            <a:prstDash val="sysDot"/>
            <a:round/>
            <a:headEnd type="oval" w="med" len="med"/>
            <a:tailEnd type="oval" w="med" len="med"/>
          </a:ln>
          <a:effectLst/>
          <a:extLst>
            <a:ext uri="{AF507438-7753-43E0-B8FC-AC1667EBCBE1}">
              <a14:hiddenEffects xmlns:a14="http://schemas.microsoft.com/office/drawing/2010/main">
                <a:effectLst>
                  <a:outerShdw dist="190500" dir="5400000" algn="ctr" rotWithShape="0">
                    <a:schemeClr val="bg1">
                      <a:alpha val="50000"/>
                    </a:schemeClr>
                  </a:outerShdw>
                </a:effectLst>
              </a14:hiddenEffects>
            </a:ext>
          </a:extLst>
        </p:spPr>
      </p:cxnSp>
    </p:spTree>
  </p:cSld>
  <p:clrMapOvr>
    <a:masterClrMapping/>
  </p:clrMapOvr>
  <mc:AlternateContent xmlns:mc="http://schemas.openxmlformats.org/markup-compatibility/2006">
    <mc:Choice xmlns:p14="http://schemas.microsoft.com/office/powerpoint/2010/main" Requires="p14">
      <p:transition spd="slow" p14:dur="1500" advClick="0" advTm="2000">
        <p:random/>
      </p:transition>
    </mc:Choice>
    <mc:Fallback>
      <p:transition spd="slow" advClick="0" advTm="2000">
        <p:random/>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ID" val="_1*i*3"/>
  <p:tag name="KSO_WM_UNIT_LAYERLEVEL" val="1"/>
  <p:tag name="KSO_WM_TAG_VERSION" val="1.0"/>
  <p:tag name="KSO_WM_BEAUTIFY_FLAG" val="#wm#"/>
  <p:tag name="KSO_WM_UNIT_TYPE" val="i"/>
  <p:tag name="KSO_WM_UNIT_INDEX" val="3"/>
  <p:tag name="KSO_WM_UNIT_DIAGRAM_ISNUMVISUAL" val="0"/>
  <p:tag name="KSO_WM_UNIT_DIAGRAM_ISREFERUNIT" val="0"/>
</p:tagLst>
</file>

<file path=ppt/tags/tag4.xml><?xml version="1.0" encoding="utf-8"?>
<p:tagLst xmlns:p="http://schemas.openxmlformats.org/presentationml/2006/main">
  <p:tag name="KSO_WM_UNIT_HIGHLIGHT" val="0"/>
  <p:tag name="KSO_WM_UNIT_COMPATIBLE" val="0"/>
  <p:tag name="KSO_WM_UNIT_ID" val="_1*i*4"/>
  <p:tag name="KSO_WM_UNIT_LAYERLEVEL" val="1"/>
  <p:tag name="KSO_WM_TAG_VERSION" val="1.0"/>
  <p:tag name="KSO_WM_BEAUTIFY_FLAG" val="#wm#"/>
  <p:tag name="KSO_WM_UNIT_TYPE" val="i"/>
  <p:tag name="KSO_WM_UNIT_INDEX" val="4"/>
  <p:tag name="KSO_WM_UNIT_DIAGRAM_ISNUMVISUAL" val="0"/>
  <p:tag name="KSO_WM_UNIT_DIAGRAM_ISREFERUNIT" val="0"/>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ID" val="_1*i*2"/>
  <p:tag name="KSO_WM_UNIT_LAYERLEVEL" val="1"/>
  <p:tag name="KSO_WM_TAG_VERSION" val="1.0"/>
  <p:tag name="KSO_WM_BEAUTIFY_FLAG" val="#wm#"/>
  <p:tag name="KSO_WM_UNIT_TYPE" val="i"/>
  <p:tag name="KSO_WM_UNIT_INDEX" val="2"/>
  <p:tag name="KSO_WM_UNIT_DIAGRAM_ISNUMVISUAL" val="0"/>
  <p:tag name="KSO_WM_UNIT_DIAGRAM_ISREFERUNIT" val="0"/>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6577"/>
</p:tagLst>
</file>

<file path=ppt/tags/tag67.xml><?xml version="1.0" encoding="utf-8"?>
<p:tagLst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6577"/>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1.xml><?xml version="1.0" encoding="utf-8"?>
<p:tagLst xmlns:p="http://schemas.openxmlformats.org/presentationml/2006/main">
  <p:tag name="KSO_WM_TAG_VERSION" val="1.0"/>
  <p:tag name="KSO_WM_BEAUTIFY_FLAG" val="#wm#"/>
  <p:tag name="KSO_WM_COMBINE_RELATE_SLIDE_ID" val="background20177529_1"/>
  <p:tag name="KSO_WM_TEMPLATE_CATEGORY" val="custom"/>
  <p:tag name="KSO_WM_TEMPLATE_INDEX" val="20196577"/>
  <p:tag name="KSO_WM_TEMPLATE_SUBCATEGORY" val="0"/>
  <p:tag name="KSO_WM_TEMPLATE_THUMBS_INDEX" val="1"/>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UNIT_TABLE_BEAUTIFY" val="smartTable{f0bf9b6a-b093-4f8a-abe3-02a2a6977999}"/>
  <p:tag name="TABLE_ENDDRAG_ORIGIN_RECT" val="717*448"/>
  <p:tag name="TABLE_ENDDRAG_RECT" val="105*76*717*448"/>
</p:tagLst>
</file>

<file path=ppt/tags/tag74.xml><?xml version="1.0" encoding="utf-8"?>
<p:tagLst xmlns:p="http://schemas.openxmlformats.org/presentationml/2006/main">
  <p:tag name="KSO_WM_UNIT_TABLE_BEAUTIFY" val="smartTable{52131fce-e091-4cdf-acd5-1de61c4a4b9f}"/>
  <p:tag name="TABLE_ENDDRAG_ORIGIN_RECT" val="786*387"/>
  <p:tag name="TABLE_ENDDRAG_RECT" val="59*99*786*387"/>
</p:tagLst>
</file>

<file path=ppt/tags/tag75.xml><?xml version="1.0" encoding="utf-8"?>
<p:tagLst xmlns:p="http://schemas.openxmlformats.org/presentationml/2006/main">
  <p:tag name="KSO_WM_UNIT_TABLE_BEAUTIFY" val="smartTable{cd1c1b43-2faf-4f77-9740-18cc24608526}"/>
</p:tagLst>
</file>

<file path=ppt/tags/tag76.xml><?xml version="1.0" encoding="utf-8"?>
<p:tagLst xmlns:p="http://schemas.openxmlformats.org/presentationml/2006/main">
  <p:tag name="KSO_WM_UNIT_TABLE_BEAUTIFY" val="smartTable{5c875fbb-237b-4404-93a6-9da1f99116ac}"/>
</p:tagLst>
</file>

<file path=ppt/tags/tag77.xml><?xml version="1.0" encoding="utf-8"?>
<p:tagLst xmlns:p="http://schemas.openxmlformats.org/presentationml/2006/main">
  <p:tag name="KSO_WM_UNIT_TABLE_BEAUTIFY" val="smartTable{c726093d-d97a-4fa6-b199-50b98cb7fc9b}"/>
  <p:tag name="TABLE_ENDDRAG_ORIGIN_RECT" val="723*376"/>
  <p:tag name="TABLE_ENDDRAG_RECT" val="85*149*723*376"/>
</p:tagLst>
</file>

<file path=ppt/tags/tag78.xml><?xml version="1.0" encoding="utf-8"?>
<p:tagLst xmlns:p="http://schemas.openxmlformats.org/presentationml/2006/main">
  <p:tag name="KSO_WM_UNIT_TABLE_BEAUTIFY" val="smartTable{0703b015-9d8c-4cb3-8028-4c3d4be1dda1}"/>
</p:tagLst>
</file>

<file path=ppt/tags/tag79.xml><?xml version="1.0" encoding="utf-8"?>
<p:tagLst xmlns:p="http://schemas.openxmlformats.org/presentationml/2006/main">
  <p:tag name="KSO_WM_UNIT_TABLE_BEAUTIFY" val="smartTable{90591b71-f3ad-4639-bd0c-fbd2cd4f1995}"/>
</p:tagLst>
</file>

<file path=ppt/tags/tag80.xml><?xml version="1.0" encoding="utf-8"?>
<p:tagLst xmlns:p="http://schemas.openxmlformats.org/presentationml/2006/main">
  <p:tag name="ISPRING_PRESENTATION_TITLE" val="数学公开课说课PPT模板"/>
</p:tagLst>
</file>

<file path=ppt/theme/theme1.xml><?xml version="1.0" encoding="utf-8"?>
<a:theme xmlns:a="http://schemas.openxmlformats.org/drawingml/2006/main" name="1_Office 主题​​">
  <a:themeElements>
    <a:clrScheme name="3">
      <a:dk1>
        <a:srgbClr val="000000"/>
      </a:dk1>
      <a:lt1>
        <a:srgbClr val="FFFFFF"/>
      </a:lt1>
      <a:dk2>
        <a:srgbClr val="323F4F"/>
      </a:dk2>
      <a:lt2>
        <a:srgbClr val="E7E6E6"/>
      </a:lt2>
      <a:accent1>
        <a:srgbClr val="376BAB"/>
      </a:accent1>
      <a:accent2>
        <a:srgbClr val="54565C"/>
      </a:accent2>
      <a:accent3>
        <a:srgbClr val="A1A2A5"/>
      </a:accent3>
      <a:accent4>
        <a:srgbClr val="376BAB"/>
      </a:accent4>
      <a:accent5>
        <a:srgbClr val="628BDC"/>
      </a:accent5>
      <a:accent6>
        <a:srgbClr val="376BAB"/>
      </a:accent6>
      <a:hlink>
        <a:srgbClr val="85C0FB"/>
      </a:hlink>
      <a:folHlink>
        <a:srgbClr val="70A2DE"/>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16320</Words>
  <Application>WPS 文字</Application>
  <PresentationFormat>自定义</PresentationFormat>
  <Paragraphs>2241</Paragraphs>
  <Slides>111</Slides>
  <Notes>10</Notes>
  <HiddenSlides>0</HiddenSlides>
  <MMClips>0</MMClips>
  <ScaleCrop>false</ScaleCrop>
  <HeadingPairs>
    <vt:vector size="8" baseType="variant">
      <vt:variant>
        <vt:lpstr>已用的字体</vt:lpstr>
      </vt:variant>
      <vt:variant>
        <vt:i4>36</vt:i4>
      </vt:variant>
      <vt:variant>
        <vt:lpstr>主题</vt:lpstr>
      </vt:variant>
      <vt:variant>
        <vt:i4>1</vt:i4>
      </vt:variant>
      <vt:variant>
        <vt:lpstr>嵌入 OLE 服务器</vt:lpstr>
      </vt:variant>
      <vt:variant>
        <vt:i4>6</vt:i4>
      </vt:variant>
      <vt:variant>
        <vt:lpstr>幻灯片标题</vt:lpstr>
      </vt:variant>
      <vt:variant>
        <vt:i4>111</vt:i4>
      </vt:variant>
    </vt:vector>
  </HeadingPairs>
  <TitlesOfParts>
    <vt:vector size="154" baseType="lpstr">
      <vt:lpstr>Arial</vt:lpstr>
      <vt:lpstr>宋体</vt:lpstr>
      <vt:lpstr>Wingdings</vt:lpstr>
      <vt:lpstr>微软雅黑</vt:lpstr>
      <vt:lpstr>汉仪旗黑</vt:lpstr>
      <vt:lpstr>微软雅黑</vt:lpstr>
      <vt:lpstr>黑体</vt:lpstr>
      <vt:lpstr>汉仪中黑KW</vt:lpstr>
      <vt:lpstr>汉仪中黑简</vt:lpstr>
      <vt:lpstr>Arial Bold</vt:lpstr>
      <vt:lpstr>Times New Roman</vt:lpstr>
      <vt:lpstr>宋体</vt:lpstr>
      <vt:lpstr>Wingdings</vt:lpstr>
      <vt:lpstr>Tahoma</vt:lpstr>
      <vt:lpstr>Arial Unicode MS</vt:lpstr>
      <vt:lpstr>Calibri</vt:lpstr>
      <vt:lpstr>Helvetica Neue</vt:lpstr>
      <vt:lpstr>汉仪书宋二KW</vt:lpstr>
      <vt:lpstr>Monotype Corsiva</vt:lpstr>
      <vt:lpstr>Times New Roman</vt:lpstr>
      <vt:lpstr>隶书</vt:lpstr>
      <vt:lpstr>Segoe UI</vt:lpstr>
      <vt:lpstr>Arial Regular</vt:lpstr>
      <vt:lpstr>Georgia</vt:lpstr>
      <vt:lpstr>楷体_GB2312</vt:lpstr>
      <vt:lpstr>Garamond</vt:lpstr>
      <vt:lpstr>苹方-简</vt:lpstr>
      <vt:lpstr>报隶-简</vt:lpstr>
      <vt:lpstr>汉仪楷体简</vt:lpstr>
      <vt:lpstr>楷体_GB2312</vt:lpstr>
      <vt:lpstr>汉仪中黑简</vt:lpstr>
      <vt:lpstr>隶书</vt:lpstr>
      <vt:lpstr>黑体</vt:lpstr>
      <vt:lpstr>楷体</vt:lpstr>
      <vt:lpstr>汉仪楷体KW</vt:lpstr>
      <vt:lpstr>Times New Roman Regular</vt:lpstr>
      <vt:lpstr>1_Office 主题​​</vt:lpstr>
      <vt:lpstr>Visio.Drawing.11</vt:lpstr>
      <vt:lpstr>Visio.Drawing.6</vt:lpstr>
      <vt:lpstr>Visio.Drawing.6</vt:lpstr>
      <vt:lpstr>Equation.3</vt:lpstr>
      <vt:lpstr>Paint.Picture</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—上升到面向对象— 用面向对象观点观看事物</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—上升到面向对象— 用UML表达面向对象观点</vt:lpstr>
      <vt:lpstr>PowerPoint 演示文稿</vt:lpstr>
      <vt:lpstr>PowerPoint 演示文稿</vt:lpstr>
      <vt:lpstr>PowerPoint 演示文稿</vt:lpstr>
      <vt:lpstr>PowerPoint 演示文稿</vt:lpstr>
      <vt:lpstr>PowerPoint 演示文稿</vt:lpstr>
      <vt:lpstr>PowerPoint 演示文稿</vt:lpstr>
    </vt:vector>
  </TitlesOfParts>
  <Company>www.99ppt.com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数学公开课说课PPT模板</dc:title>
  <dc:creator>www.99ppt.com</dc:creator>
  <cp:keywords>www.99ppt.com</cp:keywords>
  <dc:description>www.99ppt.com</dc:description>
  <dc:subject>www.99ppt.com</dc:subject>
  <cp:category>www.99ppt.com</cp:category>
  <cp:lastModifiedBy>爱音</cp:lastModifiedBy>
  <cp:revision>1031</cp:revision>
  <dcterms:created xsi:type="dcterms:W3CDTF">2025-02-26T20:45:59Z</dcterms:created>
  <dcterms:modified xsi:type="dcterms:W3CDTF">2025-02-26T20:45:59Z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D75348CE7874A30008A3BE6736054FC2_43</vt:lpwstr>
  </property>
  <property fmtid="{D5CDD505-2E9C-101B-9397-08002B2CF9AE}" pid="3" name="KSOProductBuildVer">
    <vt:lpwstr>2052-6.14.0.8924</vt:lpwstr>
  </property>
</Properties>
</file>